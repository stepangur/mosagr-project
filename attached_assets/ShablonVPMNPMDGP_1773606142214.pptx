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7"/>
  </p:notesMasterIdLst>
  <p:sldIdLst>
    <p:sldId id="273" r:id="rId2"/>
    <p:sldId id="274" r:id="rId3"/>
    <p:sldId id="275" r:id="rId4"/>
    <p:sldId id="276" r:id="rId5"/>
    <p:sldId id="277" r:id="rId6"/>
    <p:sldId id="288" r:id="rId7"/>
    <p:sldId id="278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</p:sldIdLst>
  <p:sldSz cx="15125700" cy="10693400"/>
  <p:notesSz cx="9944100" cy="6805613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2" pos="396" userDrawn="1">
          <p15:clr>
            <a:srgbClr val="A4A3A4"/>
          </p15:clr>
        </p15:guide>
        <p15:guide id="3" orient="horz" pos="296" userDrawn="1">
          <p15:clr>
            <a:srgbClr val="A4A3A4"/>
          </p15:clr>
        </p15:guide>
        <p15:guide id="4" pos="9132" userDrawn="1">
          <p15:clr>
            <a:srgbClr val="A4A3A4"/>
          </p15:clr>
        </p15:guide>
        <p15:guide id="5" orient="horz" pos="6536" userDrawn="1">
          <p15:clr>
            <a:srgbClr val="A4A3A4"/>
          </p15:clr>
        </p15:guide>
        <p15:guide id="6" orient="horz" pos="5240" userDrawn="1">
          <p15:clr>
            <a:srgbClr val="A4A3A4"/>
          </p15:clr>
        </p15:guide>
        <p15:guide id="7" orient="horz" pos="2120" userDrawn="1">
          <p15:clr>
            <a:srgbClr val="A4A3A4"/>
          </p15:clr>
        </p15:guide>
        <p15:guide id="8" pos="47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8787"/>
    <a:srgbClr val="325FEC"/>
    <a:srgbClr val="CCEFDC"/>
    <a:srgbClr val="FFFFCC"/>
    <a:srgbClr val="A9BCF7"/>
    <a:srgbClr val="FCD5B5"/>
    <a:srgbClr val="AEC0F8"/>
    <a:srgbClr val="99DFB9"/>
    <a:srgbClr val="00B050"/>
    <a:srgbClr val="4C53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41" autoAdjust="0"/>
    <p:restoredTop sz="97459" autoAdjust="0"/>
  </p:normalViewPr>
  <p:slideViewPr>
    <p:cSldViewPr>
      <p:cViewPr varScale="1">
        <p:scale>
          <a:sx n="71" d="100"/>
          <a:sy n="71" d="100"/>
        </p:scale>
        <p:origin x="1362" y="90"/>
      </p:cViewPr>
      <p:guideLst>
        <p:guide pos="396"/>
        <p:guide orient="horz" pos="296"/>
        <p:guide pos="9132"/>
        <p:guide orient="horz" pos="6536"/>
        <p:guide orient="horz" pos="5240"/>
        <p:guide orient="horz" pos="2120"/>
        <p:guide pos="471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9320" cy="341493"/>
          </a:xfrm>
          <a:prstGeom prst="rect">
            <a:avLst/>
          </a:prstGeom>
        </p:spPr>
        <p:txBody>
          <a:bodyPr vert="horz" lIns="59313" tIns="29657" rIns="59313" bIns="29657" rtlCol="0"/>
          <a:lstStyle>
            <a:lvl1pPr algn="l">
              <a:defRPr sz="8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32694" y="0"/>
            <a:ext cx="4309319" cy="341493"/>
          </a:xfrm>
          <a:prstGeom prst="rect">
            <a:avLst/>
          </a:prstGeom>
        </p:spPr>
        <p:txBody>
          <a:bodyPr vert="horz" lIns="59313" tIns="29657" rIns="59313" bIns="29657" rtlCol="0"/>
          <a:lstStyle>
            <a:lvl1pPr algn="r">
              <a:defRPr sz="800"/>
            </a:lvl1pPr>
          </a:lstStyle>
          <a:p>
            <a:fld id="{BA170054-D9A8-4FBE-B029-CF17741744C7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349625" y="850900"/>
            <a:ext cx="3244850" cy="2295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59313" tIns="29657" rIns="59313" bIns="29657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94619" y="3275505"/>
            <a:ext cx="7954863" cy="2679407"/>
          </a:xfrm>
          <a:prstGeom prst="rect">
            <a:avLst/>
          </a:prstGeom>
        </p:spPr>
        <p:txBody>
          <a:bodyPr vert="horz" lIns="59313" tIns="29657" rIns="59313" bIns="29657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464120"/>
            <a:ext cx="4309320" cy="341493"/>
          </a:xfrm>
          <a:prstGeom prst="rect">
            <a:avLst/>
          </a:prstGeom>
        </p:spPr>
        <p:txBody>
          <a:bodyPr vert="horz" lIns="59313" tIns="29657" rIns="59313" bIns="29657" rtlCol="0" anchor="b"/>
          <a:lstStyle>
            <a:lvl1pPr algn="l">
              <a:defRPr sz="8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32694" y="6464120"/>
            <a:ext cx="4309319" cy="341493"/>
          </a:xfrm>
          <a:prstGeom prst="rect">
            <a:avLst/>
          </a:prstGeom>
        </p:spPr>
        <p:txBody>
          <a:bodyPr vert="horz" lIns="59313" tIns="29657" rIns="59313" bIns="29657" rtlCol="0" anchor="b"/>
          <a:lstStyle>
            <a:lvl1pPr algn="r">
              <a:defRPr sz="800"/>
            </a:lvl1pPr>
          </a:lstStyle>
          <a:p>
            <a:fld id="{E9F04DDC-43D7-4213-B7BB-CA0327D90D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2771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34427" y="3314954"/>
            <a:ext cx="1285684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268855" y="5988304"/>
            <a:ext cx="1058799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D7F4F-E981-4203-AE04-7DF5A21016AE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67070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476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940FB-3310-44AF-B845-37016035C527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67070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476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56285" y="2459482"/>
            <a:ext cx="657967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789735" y="2459482"/>
            <a:ext cx="657967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58BA7-A80D-47C3-9DC6-D2B7E88212E2}" type="datetime1">
              <a:rPr lang="en-US" smtClean="0"/>
              <a:t>12/10/2025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67070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5E355-875A-41C7-B3DB-C03BC9A6FB1C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67070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42DA7-59DB-4E67-9026-9AE51DEB621B}" type="datetime1">
              <a:rPr lang="en-US" smtClean="0"/>
              <a:t>12/10/2025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67070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CA2CB3C7-364D-E778-3A5D-C735CF3857A2}"/>
              </a:ext>
            </a:extLst>
          </p:cNvPr>
          <p:cNvGrpSpPr/>
          <p:nvPr userDrawn="1"/>
        </p:nvGrpSpPr>
        <p:grpSpPr>
          <a:xfrm>
            <a:off x="1273739" y="1017622"/>
            <a:ext cx="5023134" cy="1080160"/>
            <a:chOff x="1273204" y="1017471"/>
            <a:chExt cx="5021025" cy="1080000"/>
          </a:xfrm>
        </p:grpSpPr>
        <p:grpSp>
          <p:nvGrpSpPr>
            <p:cNvPr id="37" name="Рисунок 2">
              <a:extLst>
                <a:ext uri="{FF2B5EF4-FFF2-40B4-BE49-F238E27FC236}">
                  <a16:creationId xmlns:a16="http://schemas.microsoft.com/office/drawing/2014/main" id="{536F80F0-7E70-D645-E6C4-CB57806276B6}"/>
                </a:ext>
              </a:extLst>
            </p:cNvPr>
            <p:cNvGrpSpPr/>
            <p:nvPr/>
          </p:nvGrpSpPr>
          <p:grpSpPr>
            <a:xfrm>
              <a:off x="3776788" y="1292899"/>
              <a:ext cx="2517441" cy="491238"/>
              <a:chOff x="1731967" y="811031"/>
              <a:chExt cx="834631" cy="162884"/>
            </a:xfrm>
            <a:solidFill>
              <a:srgbClr val="1D1D1B"/>
            </a:solidFill>
          </p:grpSpPr>
          <p:sp>
            <p:nvSpPr>
              <p:cNvPr id="43" name="Полилиния: фигура 42">
                <a:extLst>
                  <a:ext uri="{FF2B5EF4-FFF2-40B4-BE49-F238E27FC236}">
                    <a16:creationId xmlns:a16="http://schemas.microsoft.com/office/drawing/2014/main" id="{415A214F-F760-4EA6-06FC-863B611E77BF}"/>
                  </a:ext>
                </a:extLst>
              </p:cNvPr>
              <p:cNvSpPr/>
              <p:nvPr/>
            </p:nvSpPr>
            <p:spPr>
              <a:xfrm>
                <a:off x="1731967" y="825747"/>
                <a:ext cx="27284" cy="54947"/>
              </a:xfrm>
              <a:custGeom>
                <a:avLst/>
                <a:gdLst>
                  <a:gd name="connsiteX0" fmla="*/ 0 w 27284"/>
                  <a:gd name="connsiteY0" fmla="*/ 0 h 54947"/>
                  <a:gd name="connsiteX1" fmla="*/ 27284 w 27284"/>
                  <a:gd name="connsiteY1" fmla="*/ 0 h 54947"/>
                  <a:gd name="connsiteX2" fmla="*/ 27284 w 27284"/>
                  <a:gd name="connsiteY2" fmla="*/ 10232 h 54947"/>
                  <a:gd name="connsiteX3" fmla="*/ 10421 w 27284"/>
                  <a:gd name="connsiteY3" fmla="*/ 10232 h 54947"/>
                  <a:gd name="connsiteX4" fmla="*/ 10421 w 27284"/>
                  <a:gd name="connsiteY4" fmla="*/ 54947 h 54947"/>
                  <a:gd name="connsiteX5" fmla="*/ 63 w 27284"/>
                  <a:gd name="connsiteY5" fmla="*/ 54947 h 54947"/>
                  <a:gd name="connsiteX6" fmla="*/ 63 w 27284"/>
                  <a:gd name="connsiteY6" fmla="*/ 0 h 5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284" h="54947">
                    <a:moveTo>
                      <a:pt x="0" y="0"/>
                    </a:moveTo>
                    <a:lnTo>
                      <a:pt x="27284" y="0"/>
                    </a:lnTo>
                    <a:lnTo>
                      <a:pt x="27284" y="10232"/>
                    </a:lnTo>
                    <a:lnTo>
                      <a:pt x="10421" y="10232"/>
                    </a:lnTo>
                    <a:lnTo>
                      <a:pt x="10421" y="54947"/>
                    </a:lnTo>
                    <a:lnTo>
                      <a:pt x="63" y="54947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6A619335-3E2E-7C42-0C9F-D69EE8C2D200}"/>
                  </a:ext>
                </a:extLst>
              </p:cNvPr>
              <p:cNvSpPr/>
              <p:nvPr/>
            </p:nvSpPr>
            <p:spPr>
              <a:xfrm>
                <a:off x="1767209" y="825683"/>
                <a:ext cx="32715" cy="54947"/>
              </a:xfrm>
              <a:custGeom>
                <a:avLst/>
                <a:gdLst>
                  <a:gd name="connsiteX0" fmla="*/ 126 w 32715"/>
                  <a:gd name="connsiteY0" fmla="*/ 63 h 54947"/>
                  <a:gd name="connsiteX1" fmla="*/ 11242 w 32715"/>
                  <a:gd name="connsiteY1" fmla="*/ 63 h 54947"/>
                  <a:gd name="connsiteX2" fmla="*/ 24189 w 32715"/>
                  <a:gd name="connsiteY2" fmla="*/ 1705 h 54947"/>
                  <a:gd name="connsiteX3" fmla="*/ 30442 w 32715"/>
                  <a:gd name="connsiteY3" fmla="*/ 7074 h 54947"/>
                  <a:gd name="connsiteX4" fmla="*/ 32716 w 32715"/>
                  <a:gd name="connsiteY4" fmla="*/ 15979 h 54947"/>
                  <a:gd name="connsiteX5" fmla="*/ 29684 w 32715"/>
                  <a:gd name="connsiteY5" fmla="*/ 25516 h 54947"/>
                  <a:gd name="connsiteX6" fmla="*/ 21537 w 32715"/>
                  <a:gd name="connsiteY6" fmla="*/ 30821 h 54947"/>
                  <a:gd name="connsiteX7" fmla="*/ 10484 w 32715"/>
                  <a:gd name="connsiteY7" fmla="*/ 31705 h 54947"/>
                  <a:gd name="connsiteX8" fmla="*/ 10484 w 32715"/>
                  <a:gd name="connsiteY8" fmla="*/ 54947 h 54947"/>
                  <a:gd name="connsiteX9" fmla="*/ 0 w 32715"/>
                  <a:gd name="connsiteY9" fmla="*/ 54947 h 54947"/>
                  <a:gd name="connsiteX10" fmla="*/ 0 w 32715"/>
                  <a:gd name="connsiteY10" fmla="*/ 0 h 54947"/>
                  <a:gd name="connsiteX11" fmla="*/ 10611 w 32715"/>
                  <a:gd name="connsiteY11" fmla="*/ 21537 h 54947"/>
                  <a:gd name="connsiteX12" fmla="*/ 13958 w 32715"/>
                  <a:gd name="connsiteY12" fmla="*/ 21537 h 54947"/>
                  <a:gd name="connsiteX13" fmla="*/ 19390 w 32715"/>
                  <a:gd name="connsiteY13" fmla="*/ 20968 h 54947"/>
                  <a:gd name="connsiteX14" fmla="*/ 21789 w 32715"/>
                  <a:gd name="connsiteY14" fmla="*/ 19137 h 54947"/>
                  <a:gd name="connsiteX15" fmla="*/ 22674 w 32715"/>
                  <a:gd name="connsiteY15" fmla="*/ 15979 h 54947"/>
                  <a:gd name="connsiteX16" fmla="*/ 20211 w 32715"/>
                  <a:gd name="connsiteY16" fmla="*/ 11305 h 54947"/>
                  <a:gd name="connsiteX17" fmla="*/ 13579 w 32715"/>
                  <a:gd name="connsiteY17" fmla="*/ 10232 h 54947"/>
                  <a:gd name="connsiteX18" fmla="*/ 10611 w 32715"/>
                  <a:gd name="connsiteY18" fmla="*/ 10232 h 54947"/>
                  <a:gd name="connsiteX19" fmla="*/ 10611 w 32715"/>
                  <a:gd name="connsiteY19" fmla="*/ 21537 h 5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2715" h="54947">
                    <a:moveTo>
                      <a:pt x="126" y="63"/>
                    </a:moveTo>
                    <a:lnTo>
                      <a:pt x="11242" y="63"/>
                    </a:lnTo>
                    <a:cubicBezTo>
                      <a:pt x="17242" y="63"/>
                      <a:pt x="21537" y="632"/>
                      <a:pt x="24189" y="1705"/>
                    </a:cubicBezTo>
                    <a:cubicBezTo>
                      <a:pt x="26842" y="2779"/>
                      <a:pt x="28926" y="4611"/>
                      <a:pt x="30442" y="7074"/>
                    </a:cubicBezTo>
                    <a:cubicBezTo>
                      <a:pt x="31958" y="9537"/>
                      <a:pt x="32716" y="12505"/>
                      <a:pt x="32716" y="15979"/>
                    </a:cubicBezTo>
                    <a:cubicBezTo>
                      <a:pt x="32716" y="19832"/>
                      <a:pt x="31705" y="22989"/>
                      <a:pt x="29684" y="25516"/>
                    </a:cubicBezTo>
                    <a:cubicBezTo>
                      <a:pt x="27663" y="28042"/>
                      <a:pt x="24947" y="29811"/>
                      <a:pt x="21537" y="30821"/>
                    </a:cubicBezTo>
                    <a:cubicBezTo>
                      <a:pt x="19516" y="31389"/>
                      <a:pt x="15853" y="31705"/>
                      <a:pt x="10484" y="31705"/>
                    </a:cubicBezTo>
                    <a:lnTo>
                      <a:pt x="10484" y="54947"/>
                    </a:lnTo>
                    <a:lnTo>
                      <a:pt x="0" y="54947"/>
                    </a:lnTo>
                    <a:lnTo>
                      <a:pt x="0" y="0"/>
                    </a:lnTo>
                    <a:close/>
                    <a:moveTo>
                      <a:pt x="10611" y="21537"/>
                    </a:moveTo>
                    <a:lnTo>
                      <a:pt x="13958" y="21537"/>
                    </a:lnTo>
                    <a:cubicBezTo>
                      <a:pt x="16547" y="21537"/>
                      <a:pt x="18379" y="21347"/>
                      <a:pt x="19390" y="20968"/>
                    </a:cubicBezTo>
                    <a:cubicBezTo>
                      <a:pt x="20400" y="20589"/>
                      <a:pt x="21221" y="19958"/>
                      <a:pt x="21789" y="19137"/>
                    </a:cubicBezTo>
                    <a:cubicBezTo>
                      <a:pt x="22358" y="18253"/>
                      <a:pt x="22674" y="17242"/>
                      <a:pt x="22674" y="15979"/>
                    </a:cubicBezTo>
                    <a:cubicBezTo>
                      <a:pt x="22674" y="13832"/>
                      <a:pt x="21853" y="12316"/>
                      <a:pt x="20211" y="11305"/>
                    </a:cubicBezTo>
                    <a:cubicBezTo>
                      <a:pt x="19011" y="10611"/>
                      <a:pt x="16800" y="10232"/>
                      <a:pt x="13579" y="10232"/>
                    </a:cubicBezTo>
                    <a:lnTo>
                      <a:pt x="10611" y="10232"/>
                    </a:lnTo>
                    <a:lnTo>
                      <a:pt x="10611" y="21537"/>
                    </a:ln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45" name="Полилиния: фигура 44">
                <a:extLst>
                  <a:ext uri="{FF2B5EF4-FFF2-40B4-BE49-F238E27FC236}">
                    <a16:creationId xmlns:a16="http://schemas.microsoft.com/office/drawing/2014/main" id="{22517E1D-C569-9A69-A645-A6FEEAB5899F}"/>
                  </a:ext>
                </a:extLst>
              </p:cNvPr>
              <p:cNvSpPr/>
              <p:nvPr/>
            </p:nvSpPr>
            <p:spPr>
              <a:xfrm>
                <a:off x="1805735" y="825747"/>
                <a:ext cx="52926" cy="54947"/>
              </a:xfrm>
              <a:custGeom>
                <a:avLst/>
                <a:gdLst>
                  <a:gd name="connsiteX0" fmla="*/ 21221 w 52926"/>
                  <a:gd name="connsiteY0" fmla="*/ 0 h 54947"/>
                  <a:gd name="connsiteX1" fmla="*/ 31832 w 52926"/>
                  <a:gd name="connsiteY1" fmla="*/ 0 h 54947"/>
                  <a:gd name="connsiteX2" fmla="*/ 52926 w 52926"/>
                  <a:gd name="connsiteY2" fmla="*/ 54947 h 54947"/>
                  <a:gd name="connsiteX3" fmla="*/ 42063 w 52926"/>
                  <a:gd name="connsiteY3" fmla="*/ 54947 h 54947"/>
                  <a:gd name="connsiteX4" fmla="*/ 37768 w 52926"/>
                  <a:gd name="connsiteY4" fmla="*/ 43642 h 54947"/>
                  <a:gd name="connsiteX5" fmla="*/ 15347 w 52926"/>
                  <a:gd name="connsiteY5" fmla="*/ 43642 h 54947"/>
                  <a:gd name="connsiteX6" fmla="*/ 10863 w 52926"/>
                  <a:gd name="connsiteY6" fmla="*/ 54947 h 54947"/>
                  <a:gd name="connsiteX7" fmla="*/ 0 w 52926"/>
                  <a:gd name="connsiteY7" fmla="*/ 54947 h 54947"/>
                  <a:gd name="connsiteX8" fmla="*/ 21158 w 52926"/>
                  <a:gd name="connsiteY8" fmla="*/ 0 h 54947"/>
                  <a:gd name="connsiteX9" fmla="*/ 26589 w 52926"/>
                  <a:gd name="connsiteY9" fmla="*/ 14589 h 54947"/>
                  <a:gd name="connsiteX10" fmla="*/ 19200 w 52926"/>
                  <a:gd name="connsiteY10" fmla="*/ 33474 h 54947"/>
                  <a:gd name="connsiteX11" fmla="*/ 33916 w 52926"/>
                  <a:gd name="connsiteY11" fmla="*/ 33474 h 54947"/>
                  <a:gd name="connsiteX12" fmla="*/ 26589 w 52926"/>
                  <a:gd name="connsiteY12" fmla="*/ 14589 h 5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2926" h="54947">
                    <a:moveTo>
                      <a:pt x="21221" y="0"/>
                    </a:moveTo>
                    <a:lnTo>
                      <a:pt x="31832" y="0"/>
                    </a:lnTo>
                    <a:lnTo>
                      <a:pt x="52926" y="54947"/>
                    </a:lnTo>
                    <a:lnTo>
                      <a:pt x="42063" y="54947"/>
                    </a:lnTo>
                    <a:lnTo>
                      <a:pt x="37768" y="43642"/>
                    </a:lnTo>
                    <a:lnTo>
                      <a:pt x="15347" y="43642"/>
                    </a:lnTo>
                    <a:lnTo>
                      <a:pt x="10863" y="54947"/>
                    </a:lnTo>
                    <a:lnTo>
                      <a:pt x="0" y="54947"/>
                    </a:lnTo>
                    <a:lnTo>
                      <a:pt x="21158" y="0"/>
                    </a:lnTo>
                    <a:close/>
                    <a:moveTo>
                      <a:pt x="26589" y="14589"/>
                    </a:moveTo>
                    <a:lnTo>
                      <a:pt x="19200" y="33474"/>
                    </a:lnTo>
                    <a:lnTo>
                      <a:pt x="33916" y="33474"/>
                    </a:lnTo>
                    <a:lnTo>
                      <a:pt x="26589" y="14589"/>
                    </a:ln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E1A5EA45-E865-90F3-8C03-06F15435401A}"/>
                  </a:ext>
                </a:extLst>
              </p:cNvPr>
              <p:cNvSpPr/>
              <p:nvPr/>
            </p:nvSpPr>
            <p:spPr>
              <a:xfrm>
                <a:off x="1860999" y="825747"/>
                <a:ext cx="57978" cy="63157"/>
              </a:xfrm>
              <a:custGeom>
                <a:avLst/>
                <a:gdLst>
                  <a:gd name="connsiteX0" fmla="*/ 23621 w 57978"/>
                  <a:gd name="connsiteY0" fmla="*/ 0 h 63157"/>
                  <a:gd name="connsiteX1" fmla="*/ 34168 w 57978"/>
                  <a:gd name="connsiteY1" fmla="*/ 0 h 63157"/>
                  <a:gd name="connsiteX2" fmla="*/ 51853 w 57978"/>
                  <a:gd name="connsiteY2" fmla="*/ 45095 h 63157"/>
                  <a:gd name="connsiteX3" fmla="*/ 57979 w 57978"/>
                  <a:gd name="connsiteY3" fmla="*/ 45095 h 63157"/>
                  <a:gd name="connsiteX4" fmla="*/ 57979 w 57978"/>
                  <a:gd name="connsiteY4" fmla="*/ 63158 h 63157"/>
                  <a:gd name="connsiteX5" fmla="*/ 47874 w 57978"/>
                  <a:gd name="connsiteY5" fmla="*/ 63158 h 63157"/>
                  <a:gd name="connsiteX6" fmla="*/ 47874 w 57978"/>
                  <a:gd name="connsiteY6" fmla="*/ 54947 h 63157"/>
                  <a:gd name="connsiteX7" fmla="*/ 10105 w 57978"/>
                  <a:gd name="connsiteY7" fmla="*/ 54947 h 63157"/>
                  <a:gd name="connsiteX8" fmla="*/ 10105 w 57978"/>
                  <a:gd name="connsiteY8" fmla="*/ 63158 h 63157"/>
                  <a:gd name="connsiteX9" fmla="*/ 0 w 57978"/>
                  <a:gd name="connsiteY9" fmla="*/ 63158 h 63157"/>
                  <a:gd name="connsiteX10" fmla="*/ 0 w 57978"/>
                  <a:gd name="connsiteY10" fmla="*/ 45095 h 63157"/>
                  <a:gd name="connsiteX11" fmla="*/ 6063 w 57978"/>
                  <a:gd name="connsiteY11" fmla="*/ 45095 h 63157"/>
                  <a:gd name="connsiteX12" fmla="*/ 23684 w 57978"/>
                  <a:gd name="connsiteY12" fmla="*/ 0 h 63157"/>
                  <a:gd name="connsiteX13" fmla="*/ 28989 w 57978"/>
                  <a:gd name="connsiteY13" fmla="*/ 14589 h 63157"/>
                  <a:gd name="connsiteX14" fmla="*/ 16926 w 57978"/>
                  <a:gd name="connsiteY14" fmla="*/ 45158 h 63157"/>
                  <a:gd name="connsiteX15" fmla="*/ 40926 w 57978"/>
                  <a:gd name="connsiteY15" fmla="*/ 45158 h 63157"/>
                  <a:gd name="connsiteX16" fmla="*/ 28926 w 57978"/>
                  <a:gd name="connsiteY16" fmla="*/ 14589 h 63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7978" h="63157">
                    <a:moveTo>
                      <a:pt x="23621" y="0"/>
                    </a:moveTo>
                    <a:lnTo>
                      <a:pt x="34168" y="0"/>
                    </a:lnTo>
                    <a:lnTo>
                      <a:pt x="51853" y="45095"/>
                    </a:lnTo>
                    <a:lnTo>
                      <a:pt x="57979" y="45095"/>
                    </a:lnTo>
                    <a:lnTo>
                      <a:pt x="57979" y="63158"/>
                    </a:lnTo>
                    <a:lnTo>
                      <a:pt x="47874" y="63158"/>
                    </a:lnTo>
                    <a:lnTo>
                      <a:pt x="47874" y="54947"/>
                    </a:lnTo>
                    <a:lnTo>
                      <a:pt x="10105" y="54947"/>
                    </a:lnTo>
                    <a:lnTo>
                      <a:pt x="10105" y="63158"/>
                    </a:lnTo>
                    <a:lnTo>
                      <a:pt x="0" y="63158"/>
                    </a:lnTo>
                    <a:lnTo>
                      <a:pt x="0" y="45095"/>
                    </a:lnTo>
                    <a:lnTo>
                      <a:pt x="6063" y="45095"/>
                    </a:lnTo>
                    <a:lnTo>
                      <a:pt x="23684" y="0"/>
                    </a:lnTo>
                    <a:close/>
                    <a:moveTo>
                      <a:pt x="28989" y="14589"/>
                    </a:moveTo>
                    <a:lnTo>
                      <a:pt x="16926" y="45158"/>
                    </a:lnTo>
                    <a:lnTo>
                      <a:pt x="40926" y="45158"/>
                    </a:lnTo>
                    <a:lnTo>
                      <a:pt x="28926" y="14589"/>
                    </a:ln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91" name="Полилиния: фигура 90">
                <a:extLst>
                  <a:ext uri="{FF2B5EF4-FFF2-40B4-BE49-F238E27FC236}">
                    <a16:creationId xmlns:a16="http://schemas.microsoft.com/office/drawing/2014/main" id="{87D7D4FD-D5FF-29A5-0D1B-A2C90CEE429B}"/>
                  </a:ext>
                </a:extLst>
              </p:cNvPr>
              <p:cNvSpPr/>
              <p:nvPr/>
            </p:nvSpPr>
            <p:spPr>
              <a:xfrm>
                <a:off x="1923020" y="824357"/>
                <a:ext cx="57094" cy="57726"/>
              </a:xfrm>
              <a:custGeom>
                <a:avLst/>
                <a:gdLst>
                  <a:gd name="connsiteX0" fmla="*/ 28674 w 57094"/>
                  <a:gd name="connsiteY0" fmla="*/ 0 h 57726"/>
                  <a:gd name="connsiteX1" fmla="*/ 48695 w 57094"/>
                  <a:gd name="connsiteY1" fmla="*/ 8463 h 57726"/>
                  <a:gd name="connsiteX2" fmla="*/ 57095 w 57094"/>
                  <a:gd name="connsiteY2" fmla="*/ 29053 h 57726"/>
                  <a:gd name="connsiteX3" fmla="*/ 48821 w 57094"/>
                  <a:gd name="connsiteY3" fmla="*/ 49389 h 57726"/>
                  <a:gd name="connsiteX4" fmla="*/ 28737 w 57094"/>
                  <a:gd name="connsiteY4" fmla="*/ 57726 h 57726"/>
                  <a:gd name="connsiteX5" fmla="*/ 8211 w 57094"/>
                  <a:gd name="connsiteY5" fmla="*/ 49200 h 57726"/>
                  <a:gd name="connsiteX6" fmla="*/ 0 w 57094"/>
                  <a:gd name="connsiteY6" fmla="*/ 28863 h 57726"/>
                  <a:gd name="connsiteX7" fmla="*/ 3790 w 57094"/>
                  <a:gd name="connsiteY7" fmla="*/ 14400 h 57726"/>
                  <a:gd name="connsiteX8" fmla="*/ 14274 w 57094"/>
                  <a:gd name="connsiteY8" fmla="*/ 3916 h 57726"/>
                  <a:gd name="connsiteX9" fmla="*/ 28611 w 57094"/>
                  <a:gd name="connsiteY9" fmla="*/ 63 h 57726"/>
                  <a:gd name="connsiteX10" fmla="*/ 28547 w 57094"/>
                  <a:gd name="connsiteY10" fmla="*/ 10295 h 57726"/>
                  <a:gd name="connsiteX11" fmla="*/ 15726 w 57094"/>
                  <a:gd name="connsiteY11" fmla="*/ 15600 h 57726"/>
                  <a:gd name="connsiteX12" fmla="*/ 10547 w 57094"/>
                  <a:gd name="connsiteY12" fmla="*/ 29053 h 57726"/>
                  <a:gd name="connsiteX13" fmla="*/ 17116 w 57094"/>
                  <a:gd name="connsiteY13" fmla="*/ 43453 h 57726"/>
                  <a:gd name="connsiteX14" fmla="*/ 28800 w 57094"/>
                  <a:gd name="connsiteY14" fmla="*/ 47621 h 57726"/>
                  <a:gd name="connsiteX15" fmla="*/ 41495 w 57094"/>
                  <a:gd name="connsiteY15" fmla="*/ 42253 h 57726"/>
                  <a:gd name="connsiteX16" fmla="*/ 46737 w 57094"/>
                  <a:gd name="connsiteY16" fmla="*/ 28989 h 57726"/>
                  <a:gd name="connsiteX17" fmla="*/ 41495 w 57094"/>
                  <a:gd name="connsiteY17" fmla="*/ 15726 h 57726"/>
                  <a:gd name="connsiteX18" fmla="*/ 28674 w 57094"/>
                  <a:gd name="connsiteY18" fmla="*/ 10295 h 57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7094" h="57726">
                    <a:moveTo>
                      <a:pt x="28674" y="0"/>
                    </a:moveTo>
                    <a:cubicBezTo>
                      <a:pt x="36442" y="0"/>
                      <a:pt x="43137" y="2842"/>
                      <a:pt x="48695" y="8463"/>
                    </a:cubicBezTo>
                    <a:cubicBezTo>
                      <a:pt x="54253" y="14084"/>
                      <a:pt x="57095" y="20968"/>
                      <a:pt x="57095" y="29053"/>
                    </a:cubicBezTo>
                    <a:cubicBezTo>
                      <a:pt x="57095" y="37137"/>
                      <a:pt x="54316" y="43832"/>
                      <a:pt x="48821" y="49389"/>
                    </a:cubicBezTo>
                    <a:cubicBezTo>
                      <a:pt x="43326" y="54947"/>
                      <a:pt x="36632" y="57726"/>
                      <a:pt x="28737" y="57726"/>
                    </a:cubicBezTo>
                    <a:cubicBezTo>
                      <a:pt x="20842" y="57726"/>
                      <a:pt x="13642" y="54884"/>
                      <a:pt x="8211" y="49200"/>
                    </a:cubicBezTo>
                    <a:cubicBezTo>
                      <a:pt x="2779" y="43516"/>
                      <a:pt x="0" y="36758"/>
                      <a:pt x="0" y="28863"/>
                    </a:cubicBezTo>
                    <a:cubicBezTo>
                      <a:pt x="0" y="23621"/>
                      <a:pt x="1263" y="18758"/>
                      <a:pt x="3790" y="14400"/>
                    </a:cubicBezTo>
                    <a:cubicBezTo>
                      <a:pt x="6316" y="10042"/>
                      <a:pt x="9853" y="6505"/>
                      <a:pt x="14274" y="3916"/>
                    </a:cubicBezTo>
                    <a:cubicBezTo>
                      <a:pt x="18695" y="1326"/>
                      <a:pt x="23495" y="63"/>
                      <a:pt x="28611" y="63"/>
                    </a:cubicBezTo>
                    <a:close/>
                    <a:moveTo>
                      <a:pt x="28547" y="10295"/>
                    </a:moveTo>
                    <a:cubicBezTo>
                      <a:pt x="23495" y="10295"/>
                      <a:pt x="19200" y="12063"/>
                      <a:pt x="15726" y="15600"/>
                    </a:cubicBezTo>
                    <a:cubicBezTo>
                      <a:pt x="12253" y="19137"/>
                      <a:pt x="10547" y="23621"/>
                      <a:pt x="10547" y="29053"/>
                    </a:cubicBezTo>
                    <a:cubicBezTo>
                      <a:pt x="10547" y="35116"/>
                      <a:pt x="12695" y="39916"/>
                      <a:pt x="17116" y="43453"/>
                    </a:cubicBezTo>
                    <a:cubicBezTo>
                      <a:pt x="20526" y="46232"/>
                      <a:pt x="24379" y="47621"/>
                      <a:pt x="28800" y="47621"/>
                    </a:cubicBezTo>
                    <a:cubicBezTo>
                      <a:pt x="33790" y="47621"/>
                      <a:pt x="37958" y="45853"/>
                      <a:pt x="41495" y="42253"/>
                    </a:cubicBezTo>
                    <a:cubicBezTo>
                      <a:pt x="44968" y="38653"/>
                      <a:pt x="46737" y="34232"/>
                      <a:pt x="46737" y="28989"/>
                    </a:cubicBezTo>
                    <a:cubicBezTo>
                      <a:pt x="46737" y="23747"/>
                      <a:pt x="44968" y="19326"/>
                      <a:pt x="41495" y="15726"/>
                    </a:cubicBezTo>
                    <a:cubicBezTo>
                      <a:pt x="37958" y="12126"/>
                      <a:pt x="33726" y="10295"/>
                      <a:pt x="28674" y="10295"/>
                    </a:cubicBez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92" name="Полилиния: фигура 91">
                <a:extLst>
                  <a:ext uri="{FF2B5EF4-FFF2-40B4-BE49-F238E27FC236}">
                    <a16:creationId xmlns:a16="http://schemas.microsoft.com/office/drawing/2014/main" id="{D49A5BE8-B660-3639-FF74-AEAD7E4E94B2}"/>
                  </a:ext>
                </a:extLst>
              </p:cNvPr>
              <p:cNvSpPr/>
              <p:nvPr/>
            </p:nvSpPr>
            <p:spPr>
              <a:xfrm>
                <a:off x="1987314" y="824105"/>
                <a:ext cx="53178" cy="57789"/>
              </a:xfrm>
              <a:custGeom>
                <a:avLst/>
                <a:gdLst>
                  <a:gd name="connsiteX0" fmla="*/ 53179 w 53178"/>
                  <a:gd name="connsiteY0" fmla="*/ 11305 h 57789"/>
                  <a:gd name="connsiteX1" fmla="*/ 45853 w 53178"/>
                  <a:gd name="connsiteY1" fmla="*/ 18253 h 57789"/>
                  <a:gd name="connsiteX2" fmla="*/ 29053 w 53178"/>
                  <a:gd name="connsiteY2" fmla="*/ 10358 h 57789"/>
                  <a:gd name="connsiteX3" fmla="*/ 15789 w 53178"/>
                  <a:gd name="connsiteY3" fmla="*/ 15726 h 57789"/>
                  <a:gd name="connsiteX4" fmla="*/ 10421 w 53178"/>
                  <a:gd name="connsiteY4" fmla="*/ 28989 h 57789"/>
                  <a:gd name="connsiteX5" fmla="*/ 12821 w 53178"/>
                  <a:gd name="connsiteY5" fmla="*/ 38716 h 57789"/>
                  <a:gd name="connsiteX6" fmla="*/ 19579 w 53178"/>
                  <a:gd name="connsiteY6" fmla="*/ 45411 h 57789"/>
                  <a:gd name="connsiteX7" fmla="*/ 29305 w 53178"/>
                  <a:gd name="connsiteY7" fmla="*/ 47811 h 57789"/>
                  <a:gd name="connsiteX8" fmla="*/ 37642 w 53178"/>
                  <a:gd name="connsiteY8" fmla="*/ 46105 h 57789"/>
                  <a:gd name="connsiteX9" fmla="*/ 45916 w 53178"/>
                  <a:gd name="connsiteY9" fmla="*/ 39916 h 57789"/>
                  <a:gd name="connsiteX10" fmla="*/ 52989 w 53178"/>
                  <a:gd name="connsiteY10" fmla="*/ 47305 h 57789"/>
                  <a:gd name="connsiteX11" fmla="*/ 41495 w 53178"/>
                  <a:gd name="connsiteY11" fmla="*/ 55516 h 57789"/>
                  <a:gd name="connsiteX12" fmla="*/ 29116 w 53178"/>
                  <a:gd name="connsiteY12" fmla="*/ 57789 h 57789"/>
                  <a:gd name="connsiteX13" fmla="*/ 8147 w 53178"/>
                  <a:gd name="connsiteY13" fmla="*/ 49642 h 57789"/>
                  <a:gd name="connsiteX14" fmla="*/ 0 w 53178"/>
                  <a:gd name="connsiteY14" fmla="*/ 28800 h 57789"/>
                  <a:gd name="connsiteX15" fmla="*/ 3726 w 53178"/>
                  <a:gd name="connsiteY15" fmla="*/ 14211 h 57789"/>
                  <a:gd name="connsiteX16" fmla="*/ 14337 w 53178"/>
                  <a:gd name="connsiteY16" fmla="*/ 3916 h 57789"/>
                  <a:gd name="connsiteX17" fmla="*/ 29242 w 53178"/>
                  <a:gd name="connsiteY17" fmla="*/ 0 h 57789"/>
                  <a:gd name="connsiteX18" fmla="*/ 42316 w 53178"/>
                  <a:gd name="connsiteY18" fmla="*/ 2842 h 57789"/>
                  <a:gd name="connsiteX19" fmla="*/ 53179 w 53178"/>
                  <a:gd name="connsiteY19" fmla="*/ 10989 h 577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3178" h="57789">
                    <a:moveTo>
                      <a:pt x="53179" y="11305"/>
                    </a:moveTo>
                    <a:lnTo>
                      <a:pt x="45853" y="18253"/>
                    </a:lnTo>
                    <a:cubicBezTo>
                      <a:pt x="40863" y="13011"/>
                      <a:pt x="35305" y="10358"/>
                      <a:pt x="29053" y="10358"/>
                    </a:cubicBezTo>
                    <a:cubicBezTo>
                      <a:pt x="23811" y="10358"/>
                      <a:pt x="19389" y="12126"/>
                      <a:pt x="15789" y="15726"/>
                    </a:cubicBezTo>
                    <a:cubicBezTo>
                      <a:pt x="12189" y="19326"/>
                      <a:pt x="10421" y="23747"/>
                      <a:pt x="10421" y="28989"/>
                    </a:cubicBezTo>
                    <a:cubicBezTo>
                      <a:pt x="10421" y="32653"/>
                      <a:pt x="11242" y="35937"/>
                      <a:pt x="12821" y="38716"/>
                    </a:cubicBezTo>
                    <a:cubicBezTo>
                      <a:pt x="14400" y="41495"/>
                      <a:pt x="16674" y="43768"/>
                      <a:pt x="19579" y="45411"/>
                    </a:cubicBezTo>
                    <a:cubicBezTo>
                      <a:pt x="22484" y="47053"/>
                      <a:pt x="25705" y="47811"/>
                      <a:pt x="29305" y="47811"/>
                    </a:cubicBezTo>
                    <a:cubicBezTo>
                      <a:pt x="32337" y="47811"/>
                      <a:pt x="35116" y="47242"/>
                      <a:pt x="37642" y="46105"/>
                    </a:cubicBezTo>
                    <a:cubicBezTo>
                      <a:pt x="40168" y="44968"/>
                      <a:pt x="42884" y="42884"/>
                      <a:pt x="45916" y="39916"/>
                    </a:cubicBezTo>
                    <a:lnTo>
                      <a:pt x="52989" y="47305"/>
                    </a:lnTo>
                    <a:cubicBezTo>
                      <a:pt x="48947" y="51284"/>
                      <a:pt x="45095" y="54000"/>
                      <a:pt x="41495" y="55516"/>
                    </a:cubicBezTo>
                    <a:cubicBezTo>
                      <a:pt x="37895" y="57032"/>
                      <a:pt x="33789" y="57789"/>
                      <a:pt x="29116" y="57789"/>
                    </a:cubicBezTo>
                    <a:cubicBezTo>
                      <a:pt x="20589" y="57789"/>
                      <a:pt x="13579" y="55074"/>
                      <a:pt x="8147" y="49642"/>
                    </a:cubicBezTo>
                    <a:cubicBezTo>
                      <a:pt x="2716" y="44211"/>
                      <a:pt x="0" y="37263"/>
                      <a:pt x="0" y="28800"/>
                    </a:cubicBezTo>
                    <a:cubicBezTo>
                      <a:pt x="0" y="23305"/>
                      <a:pt x="1263" y="18442"/>
                      <a:pt x="3726" y="14211"/>
                    </a:cubicBezTo>
                    <a:cubicBezTo>
                      <a:pt x="6189" y="9979"/>
                      <a:pt x="9726" y="6505"/>
                      <a:pt x="14337" y="3916"/>
                    </a:cubicBezTo>
                    <a:cubicBezTo>
                      <a:pt x="18947" y="1326"/>
                      <a:pt x="23937" y="0"/>
                      <a:pt x="29242" y="0"/>
                    </a:cubicBezTo>
                    <a:cubicBezTo>
                      <a:pt x="33789" y="0"/>
                      <a:pt x="38147" y="947"/>
                      <a:pt x="42316" y="2842"/>
                    </a:cubicBezTo>
                    <a:cubicBezTo>
                      <a:pt x="46484" y="4737"/>
                      <a:pt x="50147" y="7453"/>
                      <a:pt x="53179" y="10989"/>
                    </a:cubicBez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93" name="Полилиния: фигура 92">
                <a:extLst>
                  <a:ext uri="{FF2B5EF4-FFF2-40B4-BE49-F238E27FC236}">
                    <a16:creationId xmlns:a16="http://schemas.microsoft.com/office/drawing/2014/main" id="{9D411360-101F-7372-19D8-6C7081537D75}"/>
                  </a:ext>
                </a:extLst>
              </p:cNvPr>
              <p:cNvSpPr/>
              <p:nvPr/>
            </p:nvSpPr>
            <p:spPr>
              <a:xfrm>
                <a:off x="2044220" y="825747"/>
                <a:ext cx="30378" cy="54947"/>
              </a:xfrm>
              <a:custGeom>
                <a:avLst/>
                <a:gdLst>
                  <a:gd name="connsiteX0" fmla="*/ 0 w 30378"/>
                  <a:gd name="connsiteY0" fmla="*/ 0 h 54947"/>
                  <a:gd name="connsiteX1" fmla="*/ 30379 w 30378"/>
                  <a:gd name="connsiteY1" fmla="*/ 0 h 54947"/>
                  <a:gd name="connsiteX2" fmla="*/ 30379 w 30378"/>
                  <a:gd name="connsiteY2" fmla="*/ 10295 h 54947"/>
                  <a:gd name="connsiteX3" fmla="*/ 20400 w 30378"/>
                  <a:gd name="connsiteY3" fmla="*/ 10295 h 54947"/>
                  <a:gd name="connsiteX4" fmla="*/ 20400 w 30378"/>
                  <a:gd name="connsiteY4" fmla="*/ 54947 h 54947"/>
                  <a:gd name="connsiteX5" fmla="*/ 9789 w 30378"/>
                  <a:gd name="connsiteY5" fmla="*/ 54947 h 54947"/>
                  <a:gd name="connsiteX6" fmla="*/ 9789 w 30378"/>
                  <a:gd name="connsiteY6" fmla="*/ 10295 h 54947"/>
                  <a:gd name="connsiteX7" fmla="*/ 63 w 30378"/>
                  <a:gd name="connsiteY7" fmla="*/ 10295 h 54947"/>
                  <a:gd name="connsiteX8" fmla="*/ 63 w 30378"/>
                  <a:gd name="connsiteY8" fmla="*/ 0 h 5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378" h="54947">
                    <a:moveTo>
                      <a:pt x="0" y="0"/>
                    </a:moveTo>
                    <a:lnTo>
                      <a:pt x="30379" y="0"/>
                    </a:lnTo>
                    <a:lnTo>
                      <a:pt x="30379" y="10295"/>
                    </a:lnTo>
                    <a:lnTo>
                      <a:pt x="20400" y="10295"/>
                    </a:lnTo>
                    <a:lnTo>
                      <a:pt x="20400" y="54947"/>
                    </a:lnTo>
                    <a:lnTo>
                      <a:pt x="9789" y="54947"/>
                    </a:lnTo>
                    <a:lnTo>
                      <a:pt x="9789" y="10295"/>
                    </a:lnTo>
                    <a:lnTo>
                      <a:pt x="63" y="10295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94" name="Полилиния: фигура 93">
                <a:extLst>
                  <a:ext uri="{FF2B5EF4-FFF2-40B4-BE49-F238E27FC236}">
                    <a16:creationId xmlns:a16="http://schemas.microsoft.com/office/drawing/2014/main" id="{A2CB8CA1-0461-ACDE-846C-17463E283995}"/>
                  </a:ext>
                </a:extLst>
              </p:cNvPr>
              <p:cNvSpPr/>
              <p:nvPr/>
            </p:nvSpPr>
            <p:spPr>
              <a:xfrm>
                <a:off x="2081546" y="825683"/>
                <a:ext cx="32715" cy="54947"/>
              </a:xfrm>
              <a:custGeom>
                <a:avLst/>
                <a:gdLst>
                  <a:gd name="connsiteX0" fmla="*/ 126 w 32715"/>
                  <a:gd name="connsiteY0" fmla="*/ 63 h 54947"/>
                  <a:gd name="connsiteX1" fmla="*/ 11242 w 32715"/>
                  <a:gd name="connsiteY1" fmla="*/ 63 h 54947"/>
                  <a:gd name="connsiteX2" fmla="*/ 24189 w 32715"/>
                  <a:gd name="connsiteY2" fmla="*/ 1705 h 54947"/>
                  <a:gd name="connsiteX3" fmla="*/ 30442 w 32715"/>
                  <a:gd name="connsiteY3" fmla="*/ 7074 h 54947"/>
                  <a:gd name="connsiteX4" fmla="*/ 32716 w 32715"/>
                  <a:gd name="connsiteY4" fmla="*/ 15979 h 54947"/>
                  <a:gd name="connsiteX5" fmla="*/ 29684 w 32715"/>
                  <a:gd name="connsiteY5" fmla="*/ 25516 h 54947"/>
                  <a:gd name="connsiteX6" fmla="*/ 21537 w 32715"/>
                  <a:gd name="connsiteY6" fmla="*/ 30821 h 54947"/>
                  <a:gd name="connsiteX7" fmla="*/ 10484 w 32715"/>
                  <a:gd name="connsiteY7" fmla="*/ 31705 h 54947"/>
                  <a:gd name="connsiteX8" fmla="*/ 10484 w 32715"/>
                  <a:gd name="connsiteY8" fmla="*/ 54947 h 54947"/>
                  <a:gd name="connsiteX9" fmla="*/ 0 w 32715"/>
                  <a:gd name="connsiteY9" fmla="*/ 54947 h 54947"/>
                  <a:gd name="connsiteX10" fmla="*/ 0 w 32715"/>
                  <a:gd name="connsiteY10" fmla="*/ 0 h 54947"/>
                  <a:gd name="connsiteX11" fmla="*/ 10610 w 32715"/>
                  <a:gd name="connsiteY11" fmla="*/ 21537 h 54947"/>
                  <a:gd name="connsiteX12" fmla="*/ 13958 w 32715"/>
                  <a:gd name="connsiteY12" fmla="*/ 21537 h 54947"/>
                  <a:gd name="connsiteX13" fmla="*/ 19390 w 32715"/>
                  <a:gd name="connsiteY13" fmla="*/ 20968 h 54947"/>
                  <a:gd name="connsiteX14" fmla="*/ 21789 w 32715"/>
                  <a:gd name="connsiteY14" fmla="*/ 19137 h 54947"/>
                  <a:gd name="connsiteX15" fmla="*/ 22674 w 32715"/>
                  <a:gd name="connsiteY15" fmla="*/ 15979 h 54947"/>
                  <a:gd name="connsiteX16" fmla="*/ 20211 w 32715"/>
                  <a:gd name="connsiteY16" fmla="*/ 11305 h 54947"/>
                  <a:gd name="connsiteX17" fmla="*/ 13579 w 32715"/>
                  <a:gd name="connsiteY17" fmla="*/ 10232 h 54947"/>
                  <a:gd name="connsiteX18" fmla="*/ 10610 w 32715"/>
                  <a:gd name="connsiteY18" fmla="*/ 10232 h 54947"/>
                  <a:gd name="connsiteX19" fmla="*/ 10610 w 32715"/>
                  <a:gd name="connsiteY19" fmla="*/ 21537 h 5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2715" h="54947">
                    <a:moveTo>
                      <a:pt x="126" y="63"/>
                    </a:moveTo>
                    <a:lnTo>
                      <a:pt x="11242" y="63"/>
                    </a:lnTo>
                    <a:cubicBezTo>
                      <a:pt x="17242" y="63"/>
                      <a:pt x="21537" y="632"/>
                      <a:pt x="24189" y="1705"/>
                    </a:cubicBezTo>
                    <a:cubicBezTo>
                      <a:pt x="26842" y="2779"/>
                      <a:pt x="28926" y="4611"/>
                      <a:pt x="30442" y="7074"/>
                    </a:cubicBezTo>
                    <a:cubicBezTo>
                      <a:pt x="31958" y="9537"/>
                      <a:pt x="32716" y="12505"/>
                      <a:pt x="32716" y="15979"/>
                    </a:cubicBezTo>
                    <a:cubicBezTo>
                      <a:pt x="32716" y="19832"/>
                      <a:pt x="31705" y="22989"/>
                      <a:pt x="29684" y="25516"/>
                    </a:cubicBezTo>
                    <a:cubicBezTo>
                      <a:pt x="27663" y="28042"/>
                      <a:pt x="24947" y="29811"/>
                      <a:pt x="21537" y="30821"/>
                    </a:cubicBezTo>
                    <a:cubicBezTo>
                      <a:pt x="19516" y="31389"/>
                      <a:pt x="15853" y="31705"/>
                      <a:pt x="10484" y="31705"/>
                    </a:cubicBezTo>
                    <a:lnTo>
                      <a:pt x="10484" y="54947"/>
                    </a:lnTo>
                    <a:lnTo>
                      <a:pt x="0" y="54947"/>
                    </a:lnTo>
                    <a:lnTo>
                      <a:pt x="0" y="0"/>
                    </a:lnTo>
                    <a:close/>
                    <a:moveTo>
                      <a:pt x="10610" y="21537"/>
                    </a:moveTo>
                    <a:lnTo>
                      <a:pt x="13958" y="21537"/>
                    </a:lnTo>
                    <a:cubicBezTo>
                      <a:pt x="16547" y="21537"/>
                      <a:pt x="18379" y="21347"/>
                      <a:pt x="19390" y="20968"/>
                    </a:cubicBezTo>
                    <a:cubicBezTo>
                      <a:pt x="20400" y="20589"/>
                      <a:pt x="21221" y="19958"/>
                      <a:pt x="21789" y="19137"/>
                    </a:cubicBezTo>
                    <a:cubicBezTo>
                      <a:pt x="22358" y="18253"/>
                      <a:pt x="22674" y="17242"/>
                      <a:pt x="22674" y="15979"/>
                    </a:cubicBezTo>
                    <a:cubicBezTo>
                      <a:pt x="22674" y="13832"/>
                      <a:pt x="21853" y="12316"/>
                      <a:pt x="20211" y="11305"/>
                    </a:cubicBezTo>
                    <a:cubicBezTo>
                      <a:pt x="19010" y="10611"/>
                      <a:pt x="16800" y="10232"/>
                      <a:pt x="13579" y="10232"/>
                    </a:cubicBezTo>
                    <a:lnTo>
                      <a:pt x="10610" y="10232"/>
                    </a:lnTo>
                    <a:lnTo>
                      <a:pt x="10610" y="21537"/>
                    </a:ln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95" name="Полилиния: фигура 94">
                <a:extLst>
                  <a:ext uri="{FF2B5EF4-FFF2-40B4-BE49-F238E27FC236}">
                    <a16:creationId xmlns:a16="http://schemas.microsoft.com/office/drawing/2014/main" id="{DECC2747-58EA-F5C3-A90A-28BCE3E77EA3}"/>
                  </a:ext>
                </a:extLst>
              </p:cNvPr>
              <p:cNvSpPr/>
              <p:nvPr/>
            </p:nvSpPr>
            <p:spPr>
              <a:xfrm>
                <a:off x="2121841" y="824357"/>
                <a:ext cx="57094" cy="57726"/>
              </a:xfrm>
              <a:custGeom>
                <a:avLst/>
                <a:gdLst>
                  <a:gd name="connsiteX0" fmla="*/ 28674 w 57094"/>
                  <a:gd name="connsiteY0" fmla="*/ 0 h 57726"/>
                  <a:gd name="connsiteX1" fmla="*/ 48695 w 57094"/>
                  <a:gd name="connsiteY1" fmla="*/ 8463 h 57726"/>
                  <a:gd name="connsiteX2" fmla="*/ 57095 w 57094"/>
                  <a:gd name="connsiteY2" fmla="*/ 29053 h 57726"/>
                  <a:gd name="connsiteX3" fmla="*/ 48821 w 57094"/>
                  <a:gd name="connsiteY3" fmla="*/ 49389 h 57726"/>
                  <a:gd name="connsiteX4" fmla="*/ 28737 w 57094"/>
                  <a:gd name="connsiteY4" fmla="*/ 57726 h 57726"/>
                  <a:gd name="connsiteX5" fmla="*/ 8210 w 57094"/>
                  <a:gd name="connsiteY5" fmla="*/ 49200 h 57726"/>
                  <a:gd name="connsiteX6" fmla="*/ 0 w 57094"/>
                  <a:gd name="connsiteY6" fmla="*/ 28863 h 57726"/>
                  <a:gd name="connsiteX7" fmla="*/ 3789 w 57094"/>
                  <a:gd name="connsiteY7" fmla="*/ 14400 h 57726"/>
                  <a:gd name="connsiteX8" fmla="*/ 14274 w 57094"/>
                  <a:gd name="connsiteY8" fmla="*/ 3916 h 57726"/>
                  <a:gd name="connsiteX9" fmla="*/ 28611 w 57094"/>
                  <a:gd name="connsiteY9" fmla="*/ 63 h 57726"/>
                  <a:gd name="connsiteX10" fmla="*/ 28547 w 57094"/>
                  <a:gd name="connsiteY10" fmla="*/ 10295 h 57726"/>
                  <a:gd name="connsiteX11" fmla="*/ 15726 w 57094"/>
                  <a:gd name="connsiteY11" fmla="*/ 15600 h 57726"/>
                  <a:gd name="connsiteX12" fmla="*/ 10547 w 57094"/>
                  <a:gd name="connsiteY12" fmla="*/ 29053 h 57726"/>
                  <a:gd name="connsiteX13" fmla="*/ 17116 w 57094"/>
                  <a:gd name="connsiteY13" fmla="*/ 43453 h 57726"/>
                  <a:gd name="connsiteX14" fmla="*/ 28800 w 57094"/>
                  <a:gd name="connsiteY14" fmla="*/ 47621 h 57726"/>
                  <a:gd name="connsiteX15" fmla="*/ 41495 w 57094"/>
                  <a:gd name="connsiteY15" fmla="*/ 42253 h 57726"/>
                  <a:gd name="connsiteX16" fmla="*/ 46737 w 57094"/>
                  <a:gd name="connsiteY16" fmla="*/ 28989 h 57726"/>
                  <a:gd name="connsiteX17" fmla="*/ 41495 w 57094"/>
                  <a:gd name="connsiteY17" fmla="*/ 15726 h 57726"/>
                  <a:gd name="connsiteX18" fmla="*/ 28674 w 57094"/>
                  <a:gd name="connsiteY18" fmla="*/ 10295 h 57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7094" h="57726">
                    <a:moveTo>
                      <a:pt x="28674" y="0"/>
                    </a:moveTo>
                    <a:cubicBezTo>
                      <a:pt x="36442" y="0"/>
                      <a:pt x="43137" y="2842"/>
                      <a:pt x="48695" y="8463"/>
                    </a:cubicBezTo>
                    <a:cubicBezTo>
                      <a:pt x="54253" y="14084"/>
                      <a:pt x="57095" y="20968"/>
                      <a:pt x="57095" y="29053"/>
                    </a:cubicBezTo>
                    <a:cubicBezTo>
                      <a:pt x="57095" y="37137"/>
                      <a:pt x="54316" y="43832"/>
                      <a:pt x="48821" y="49389"/>
                    </a:cubicBezTo>
                    <a:cubicBezTo>
                      <a:pt x="43326" y="54947"/>
                      <a:pt x="36631" y="57726"/>
                      <a:pt x="28737" y="57726"/>
                    </a:cubicBezTo>
                    <a:cubicBezTo>
                      <a:pt x="20842" y="57726"/>
                      <a:pt x="13642" y="54884"/>
                      <a:pt x="8210" y="49200"/>
                    </a:cubicBezTo>
                    <a:cubicBezTo>
                      <a:pt x="2779" y="43516"/>
                      <a:pt x="0" y="36758"/>
                      <a:pt x="0" y="28863"/>
                    </a:cubicBezTo>
                    <a:cubicBezTo>
                      <a:pt x="0" y="23621"/>
                      <a:pt x="1263" y="18758"/>
                      <a:pt x="3789" y="14400"/>
                    </a:cubicBezTo>
                    <a:cubicBezTo>
                      <a:pt x="6316" y="10042"/>
                      <a:pt x="9853" y="6505"/>
                      <a:pt x="14274" y="3916"/>
                    </a:cubicBezTo>
                    <a:cubicBezTo>
                      <a:pt x="18695" y="1326"/>
                      <a:pt x="23495" y="63"/>
                      <a:pt x="28611" y="63"/>
                    </a:cubicBezTo>
                    <a:close/>
                    <a:moveTo>
                      <a:pt x="28547" y="10295"/>
                    </a:moveTo>
                    <a:cubicBezTo>
                      <a:pt x="23495" y="10295"/>
                      <a:pt x="19200" y="12063"/>
                      <a:pt x="15726" y="15600"/>
                    </a:cubicBezTo>
                    <a:cubicBezTo>
                      <a:pt x="12253" y="19137"/>
                      <a:pt x="10547" y="23621"/>
                      <a:pt x="10547" y="29053"/>
                    </a:cubicBezTo>
                    <a:cubicBezTo>
                      <a:pt x="10547" y="35116"/>
                      <a:pt x="12695" y="39916"/>
                      <a:pt x="17116" y="43453"/>
                    </a:cubicBezTo>
                    <a:cubicBezTo>
                      <a:pt x="20526" y="46232"/>
                      <a:pt x="24379" y="47621"/>
                      <a:pt x="28800" y="47621"/>
                    </a:cubicBezTo>
                    <a:cubicBezTo>
                      <a:pt x="33789" y="47621"/>
                      <a:pt x="37958" y="45853"/>
                      <a:pt x="41495" y="42253"/>
                    </a:cubicBezTo>
                    <a:cubicBezTo>
                      <a:pt x="44968" y="38653"/>
                      <a:pt x="46737" y="34232"/>
                      <a:pt x="46737" y="28989"/>
                    </a:cubicBezTo>
                    <a:cubicBezTo>
                      <a:pt x="46737" y="23747"/>
                      <a:pt x="44968" y="19326"/>
                      <a:pt x="41495" y="15726"/>
                    </a:cubicBezTo>
                    <a:cubicBezTo>
                      <a:pt x="37958" y="12126"/>
                      <a:pt x="33726" y="10295"/>
                      <a:pt x="28674" y="10295"/>
                    </a:cubicBez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96" name="Полилиния: фигура 95">
                <a:extLst>
                  <a:ext uri="{FF2B5EF4-FFF2-40B4-BE49-F238E27FC236}">
                    <a16:creationId xmlns:a16="http://schemas.microsoft.com/office/drawing/2014/main" id="{F980BE8D-B7DB-2ED2-2BED-CA330F7F8B5E}"/>
                  </a:ext>
                </a:extLst>
              </p:cNvPr>
              <p:cNvSpPr/>
              <p:nvPr/>
            </p:nvSpPr>
            <p:spPr>
              <a:xfrm>
                <a:off x="2188725" y="825747"/>
                <a:ext cx="40105" cy="54947"/>
              </a:xfrm>
              <a:custGeom>
                <a:avLst/>
                <a:gdLst>
                  <a:gd name="connsiteX0" fmla="*/ 40042 w 40105"/>
                  <a:gd name="connsiteY0" fmla="*/ 0 h 54947"/>
                  <a:gd name="connsiteX1" fmla="*/ 40042 w 40105"/>
                  <a:gd name="connsiteY1" fmla="*/ 54947 h 54947"/>
                  <a:gd name="connsiteX2" fmla="*/ 29558 w 40105"/>
                  <a:gd name="connsiteY2" fmla="*/ 54947 h 54947"/>
                  <a:gd name="connsiteX3" fmla="*/ 29558 w 40105"/>
                  <a:gd name="connsiteY3" fmla="*/ 20526 h 54947"/>
                  <a:gd name="connsiteX4" fmla="*/ 9095 w 40105"/>
                  <a:gd name="connsiteY4" fmla="*/ 54947 h 54947"/>
                  <a:gd name="connsiteX5" fmla="*/ 0 w 40105"/>
                  <a:gd name="connsiteY5" fmla="*/ 54947 h 54947"/>
                  <a:gd name="connsiteX6" fmla="*/ 0 w 40105"/>
                  <a:gd name="connsiteY6" fmla="*/ 0 h 54947"/>
                  <a:gd name="connsiteX7" fmla="*/ 10484 w 40105"/>
                  <a:gd name="connsiteY7" fmla="*/ 0 h 54947"/>
                  <a:gd name="connsiteX8" fmla="*/ 10484 w 40105"/>
                  <a:gd name="connsiteY8" fmla="*/ 35495 h 54947"/>
                  <a:gd name="connsiteX9" fmla="*/ 31263 w 40105"/>
                  <a:gd name="connsiteY9" fmla="*/ 0 h 54947"/>
                  <a:gd name="connsiteX10" fmla="*/ 40105 w 40105"/>
                  <a:gd name="connsiteY10" fmla="*/ 0 h 5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0105" h="54947">
                    <a:moveTo>
                      <a:pt x="40042" y="0"/>
                    </a:moveTo>
                    <a:lnTo>
                      <a:pt x="40042" y="54947"/>
                    </a:lnTo>
                    <a:lnTo>
                      <a:pt x="29558" y="54947"/>
                    </a:lnTo>
                    <a:lnTo>
                      <a:pt x="29558" y="20526"/>
                    </a:lnTo>
                    <a:lnTo>
                      <a:pt x="9095" y="54947"/>
                    </a:lnTo>
                    <a:lnTo>
                      <a:pt x="0" y="54947"/>
                    </a:lnTo>
                    <a:lnTo>
                      <a:pt x="0" y="0"/>
                    </a:lnTo>
                    <a:lnTo>
                      <a:pt x="10484" y="0"/>
                    </a:lnTo>
                    <a:lnTo>
                      <a:pt x="10484" y="35495"/>
                    </a:lnTo>
                    <a:lnTo>
                      <a:pt x="31263" y="0"/>
                    </a:lnTo>
                    <a:lnTo>
                      <a:pt x="40105" y="0"/>
                    </a:ln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97" name="Полилиния: фигура 96">
                <a:extLst>
                  <a:ext uri="{FF2B5EF4-FFF2-40B4-BE49-F238E27FC236}">
                    <a16:creationId xmlns:a16="http://schemas.microsoft.com/office/drawing/2014/main" id="{EAA05ADB-5605-C24D-3B53-FA9B68682059}"/>
                  </a:ext>
                </a:extLst>
              </p:cNvPr>
              <p:cNvSpPr/>
              <p:nvPr/>
            </p:nvSpPr>
            <p:spPr>
              <a:xfrm>
                <a:off x="2235904" y="825747"/>
                <a:ext cx="30378" cy="54947"/>
              </a:xfrm>
              <a:custGeom>
                <a:avLst/>
                <a:gdLst>
                  <a:gd name="connsiteX0" fmla="*/ 0 w 30378"/>
                  <a:gd name="connsiteY0" fmla="*/ 0 h 54947"/>
                  <a:gd name="connsiteX1" fmla="*/ 30379 w 30378"/>
                  <a:gd name="connsiteY1" fmla="*/ 0 h 54947"/>
                  <a:gd name="connsiteX2" fmla="*/ 30379 w 30378"/>
                  <a:gd name="connsiteY2" fmla="*/ 10295 h 54947"/>
                  <a:gd name="connsiteX3" fmla="*/ 20400 w 30378"/>
                  <a:gd name="connsiteY3" fmla="*/ 10295 h 54947"/>
                  <a:gd name="connsiteX4" fmla="*/ 20400 w 30378"/>
                  <a:gd name="connsiteY4" fmla="*/ 54947 h 54947"/>
                  <a:gd name="connsiteX5" fmla="*/ 9789 w 30378"/>
                  <a:gd name="connsiteY5" fmla="*/ 54947 h 54947"/>
                  <a:gd name="connsiteX6" fmla="*/ 9789 w 30378"/>
                  <a:gd name="connsiteY6" fmla="*/ 10295 h 54947"/>
                  <a:gd name="connsiteX7" fmla="*/ 63 w 30378"/>
                  <a:gd name="connsiteY7" fmla="*/ 10295 h 54947"/>
                  <a:gd name="connsiteX8" fmla="*/ 63 w 30378"/>
                  <a:gd name="connsiteY8" fmla="*/ 0 h 5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378" h="54947">
                    <a:moveTo>
                      <a:pt x="0" y="0"/>
                    </a:moveTo>
                    <a:lnTo>
                      <a:pt x="30379" y="0"/>
                    </a:lnTo>
                    <a:lnTo>
                      <a:pt x="30379" y="10295"/>
                    </a:lnTo>
                    <a:lnTo>
                      <a:pt x="20400" y="10295"/>
                    </a:lnTo>
                    <a:lnTo>
                      <a:pt x="20400" y="54947"/>
                    </a:lnTo>
                    <a:lnTo>
                      <a:pt x="9789" y="54947"/>
                    </a:lnTo>
                    <a:lnTo>
                      <a:pt x="9789" y="10295"/>
                    </a:lnTo>
                    <a:lnTo>
                      <a:pt x="63" y="10295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98" name="Полилиния: фигура 97">
                <a:extLst>
                  <a:ext uri="{FF2B5EF4-FFF2-40B4-BE49-F238E27FC236}">
                    <a16:creationId xmlns:a16="http://schemas.microsoft.com/office/drawing/2014/main" id="{FABD41DE-4B1B-79E0-EC6C-1294B577D52B}"/>
                  </a:ext>
                </a:extLst>
              </p:cNvPr>
              <p:cNvSpPr/>
              <p:nvPr/>
            </p:nvSpPr>
            <p:spPr>
              <a:xfrm>
                <a:off x="2273483" y="825747"/>
                <a:ext cx="29999" cy="54947"/>
              </a:xfrm>
              <a:custGeom>
                <a:avLst/>
                <a:gdLst>
                  <a:gd name="connsiteX0" fmla="*/ 0 w 29999"/>
                  <a:gd name="connsiteY0" fmla="*/ 0 h 54947"/>
                  <a:gd name="connsiteX1" fmla="*/ 30000 w 29999"/>
                  <a:gd name="connsiteY1" fmla="*/ 0 h 54947"/>
                  <a:gd name="connsiteX2" fmla="*/ 30000 w 29999"/>
                  <a:gd name="connsiteY2" fmla="*/ 10232 h 54947"/>
                  <a:gd name="connsiteX3" fmla="*/ 10421 w 29999"/>
                  <a:gd name="connsiteY3" fmla="*/ 10232 h 54947"/>
                  <a:gd name="connsiteX4" fmla="*/ 10421 w 29999"/>
                  <a:gd name="connsiteY4" fmla="*/ 20147 h 54947"/>
                  <a:gd name="connsiteX5" fmla="*/ 30000 w 29999"/>
                  <a:gd name="connsiteY5" fmla="*/ 20147 h 54947"/>
                  <a:gd name="connsiteX6" fmla="*/ 30000 w 29999"/>
                  <a:gd name="connsiteY6" fmla="*/ 30189 h 54947"/>
                  <a:gd name="connsiteX7" fmla="*/ 10421 w 29999"/>
                  <a:gd name="connsiteY7" fmla="*/ 30189 h 54947"/>
                  <a:gd name="connsiteX8" fmla="*/ 10421 w 29999"/>
                  <a:gd name="connsiteY8" fmla="*/ 44653 h 54947"/>
                  <a:gd name="connsiteX9" fmla="*/ 30000 w 29999"/>
                  <a:gd name="connsiteY9" fmla="*/ 44653 h 54947"/>
                  <a:gd name="connsiteX10" fmla="*/ 30000 w 29999"/>
                  <a:gd name="connsiteY10" fmla="*/ 54947 h 54947"/>
                  <a:gd name="connsiteX11" fmla="*/ 0 w 29999"/>
                  <a:gd name="connsiteY11" fmla="*/ 54947 h 54947"/>
                  <a:gd name="connsiteX12" fmla="*/ 0 w 29999"/>
                  <a:gd name="connsiteY12" fmla="*/ 0 h 5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999" h="54947">
                    <a:moveTo>
                      <a:pt x="0" y="0"/>
                    </a:moveTo>
                    <a:lnTo>
                      <a:pt x="30000" y="0"/>
                    </a:lnTo>
                    <a:lnTo>
                      <a:pt x="30000" y="10232"/>
                    </a:lnTo>
                    <a:lnTo>
                      <a:pt x="10421" y="10232"/>
                    </a:lnTo>
                    <a:lnTo>
                      <a:pt x="10421" y="20147"/>
                    </a:lnTo>
                    <a:lnTo>
                      <a:pt x="30000" y="20147"/>
                    </a:lnTo>
                    <a:lnTo>
                      <a:pt x="30000" y="30189"/>
                    </a:lnTo>
                    <a:lnTo>
                      <a:pt x="10421" y="30189"/>
                    </a:lnTo>
                    <a:lnTo>
                      <a:pt x="10421" y="44653"/>
                    </a:lnTo>
                    <a:lnTo>
                      <a:pt x="30000" y="44653"/>
                    </a:lnTo>
                    <a:lnTo>
                      <a:pt x="30000" y="54947"/>
                    </a:lnTo>
                    <a:lnTo>
                      <a:pt x="0" y="549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99" name="Полилиния: фигура 98">
                <a:extLst>
                  <a:ext uri="{FF2B5EF4-FFF2-40B4-BE49-F238E27FC236}">
                    <a16:creationId xmlns:a16="http://schemas.microsoft.com/office/drawing/2014/main" id="{B9024A57-0FDD-621B-D033-2F5A3650D98F}"/>
                  </a:ext>
                </a:extLst>
              </p:cNvPr>
              <p:cNvSpPr/>
              <p:nvPr/>
            </p:nvSpPr>
            <p:spPr>
              <a:xfrm>
                <a:off x="2306956" y="825747"/>
                <a:ext cx="52989" cy="54947"/>
              </a:xfrm>
              <a:custGeom>
                <a:avLst/>
                <a:gdLst>
                  <a:gd name="connsiteX0" fmla="*/ 41810 w 52989"/>
                  <a:gd name="connsiteY0" fmla="*/ 54947 h 54947"/>
                  <a:gd name="connsiteX1" fmla="*/ 26589 w 52989"/>
                  <a:gd name="connsiteY1" fmla="*/ 14526 h 54947"/>
                  <a:gd name="connsiteX2" fmla="*/ 11116 w 52989"/>
                  <a:gd name="connsiteY2" fmla="*/ 54947 h 54947"/>
                  <a:gd name="connsiteX3" fmla="*/ 0 w 52989"/>
                  <a:gd name="connsiteY3" fmla="*/ 54947 h 54947"/>
                  <a:gd name="connsiteX4" fmla="*/ 21221 w 52989"/>
                  <a:gd name="connsiteY4" fmla="*/ 0 h 54947"/>
                  <a:gd name="connsiteX5" fmla="*/ 31832 w 52989"/>
                  <a:gd name="connsiteY5" fmla="*/ 0 h 54947"/>
                  <a:gd name="connsiteX6" fmla="*/ 52989 w 52989"/>
                  <a:gd name="connsiteY6" fmla="*/ 54947 h 54947"/>
                  <a:gd name="connsiteX7" fmla="*/ 41810 w 52989"/>
                  <a:gd name="connsiteY7" fmla="*/ 54947 h 5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2989" h="54947">
                    <a:moveTo>
                      <a:pt x="41810" y="54947"/>
                    </a:moveTo>
                    <a:lnTo>
                      <a:pt x="26589" y="14526"/>
                    </a:lnTo>
                    <a:lnTo>
                      <a:pt x="11116" y="54947"/>
                    </a:lnTo>
                    <a:lnTo>
                      <a:pt x="0" y="54947"/>
                    </a:lnTo>
                    <a:lnTo>
                      <a:pt x="21221" y="0"/>
                    </a:lnTo>
                    <a:lnTo>
                      <a:pt x="31832" y="0"/>
                    </a:lnTo>
                    <a:lnTo>
                      <a:pt x="52989" y="54947"/>
                    </a:lnTo>
                    <a:lnTo>
                      <a:pt x="41810" y="54947"/>
                    </a:ln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00" name="Полилиния: фигура 99">
                <a:extLst>
                  <a:ext uri="{FF2B5EF4-FFF2-40B4-BE49-F238E27FC236}">
                    <a16:creationId xmlns:a16="http://schemas.microsoft.com/office/drawing/2014/main" id="{0160757D-7493-C80F-7362-B1C7FD924398}"/>
                  </a:ext>
                </a:extLst>
              </p:cNvPr>
              <p:cNvSpPr/>
              <p:nvPr/>
            </p:nvSpPr>
            <p:spPr>
              <a:xfrm>
                <a:off x="2366262" y="825747"/>
                <a:ext cx="34294" cy="54947"/>
              </a:xfrm>
              <a:custGeom>
                <a:avLst/>
                <a:gdLst>
                  <a:gd name="connsiteX0" fmla="*/ 0 w 34294"/>
                  <a:gd name="connsiteY0" fmla="*/ 54947 h 54947"/>
                  <a:gd name="connsiteX1" fmla="*/ 0 w 34294"/>
                  <a:gd name="connsiteY1" fmla="*/ 0 h 54947"/>
                  <a:gd name="connsiteX2" fmla="*/ 10484 w 34294"/>
                  <a:gd name="connsiteY2" fmla="*/ 0 h 54947"/>
                  <a:gd name="connsiteX3" fmla="*/ 10484 w 34294"/>
                  <a:gd name="connsiteY3" fmla="*/ 20716 h 54947"/>
                  <a:gd name="connsiteX4" fmla="*/ 12758 w 34294"/>
                  <a:gd name="connsiteY4" fmla="*/ 20716 h 54947"/>
                  <a:gd name="connsiteX5" fmla="*/ 23621 w 34294"/>
                  <a:gd name="connsiteY5" fmla="*/ 22232 h 54947"/>
                  <a:gd name="connsiteX6" fmla="*/ 31137 w 34294"/>
                  <a:gd name="connsiteY6" fmla="*/ 27979 h 54947"/>
                  <a:gd name="connsiteX7" fmla="*/ 34295 w 34294"/>
                  <a:gd name="connsiteY7" fmla="*/ 38211 h 54947"/>
                  <a:gd name="connsiteX8" fmla="*/ 31579 w 34294"/>
                  <a:gd name="connsiteY8" fmla="*/ 47747 h 54947"/>
                  <a:gd name="connsiteX9" fmla="*/ 25263 w 34294"/>
                  <a:gd name="connsiteY9" fmla="*/ 53305 h 54947"/>
                  <a:gd name="connsiteX10" fmla="*/ 15411 w 34294"/>
                  <a:gd name="connsiteY10" fmla="*/ 54947 h 54947"/>
                  <a:gd name="connsiteX11" fmla="*/ 0 w 34294"/>
                  <a:gd name="connsiteY11" fmla="*/ 54947 h 54947"/>
                  <a:gd name="connsiteX12" fmla="*/ 10421 w 34294"/>
                  <a:gd name="connsiteY12" fmla="*/ 30063 h 54947"/>
                  <a:gd name="connsiteX13" fmla="*/ 10421 w 34294"/>
                  <a:gd name="connsiteY13" fmla="*/ 44968 h 54947"/>
                  <a:gd name="connsiteX14" fmla="*/ 13011 w 34294"/>
                  <a:gd name="connsiteY14" fmla="*/ 44968 h 54947"/>
                  <a:gd name="connsiteX15" fmla="*/ 21726 w 34294"/>
                  <a:gd name="connsiteY15" fmla="*/ 43389 h 54947"/>
                  <a:gd name="connsiteX16" fmla="*/ 23937 w 34294"/>
                  <a:gd name="connsiteY16" fmla="*/ 37895 h 54947"/>
                  <a:gd name="connsiteX17" fmla="*/ 12568 w 34294"/>
                  <a:gd name="connsiteY17" fmla="*/ 30063 h 54947"/>
                  <a:gd name="connsiteX18" fmla="*/ 10421 w 34294"/>
                  <a:gd name="connsiteY18" fmla="*/ 30063 h 5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4294" h="54947">
                    <a:moveTo>
                      <a:pt x="0" y="54947"/>
                    </a:moveTo>
                    <a:lnTo>
                      <a:pt x="0" y="0"/>
                    </a:lnTo>
                    <a:lnTo>
                      <a:pt x="10484" y="0"/>
                    </a:lnTo>
                    <a:lnTo>
                      <a:pt x="10484" y="20716"/>
                    </a:lnTo>
                    <a:lnTo>
                      <a:pt x="12758" y="20716"/>
                    </a:lnTo>
                    <a:cubicBezTo>
                      <a:pt x="17116" y="20716"/>
                      <a:pt x="20716" y="21221"/>
                      <a:pt x="23621" y="22232"/>
                    </a:cubicBezTo>
                    <a:cubicBezTo>
                      <a:pt x="26526" y="23242"/>
                      <a:pt x="29053" y="25137"/>
                      <a:pt x="31137" y="27979"/>
                    </a:cubicBezTo>
                    <a:cubicBezTo>
                      <a:pt x="33221" y="30821"/>
                      <a:pt x="34295" y="34232"/>
                      <a:pt x="34295" y="38211"/>
                    </a:cubicBezTo>
                    <a:cubicBezTo>
                      <a:pt x="34295" y="42000"/>
                      <a:pt x="33410" y="45158"/>
                      <a:pt x="31579" y="47747"/>
                    </a:cubicBezTo>
                    <a:cubicBezTo>
                      <a:pt x="29747" y="50337"/>
                      <a:pt x="27663" y="52232"/>
                      <a:pt x="25263" y="53305"/>
                    </a:cubicBezTo>
                    <a:cubicBezTo>
                      <a:pt x="22863" y="54379"/>
                      <a:pt x="19579" y="54947"/>
                      <a:pt x="15411" y="54947"/>
                    </a:cubicBezTo>
                    <a:lnTo>
                      <a:pt x="0" y="54947"/>
                    </a:lnTo>
                    <a:close/>
                    <a:moveTo>
                      <a:pt x="10421" y="30063"/>
                    </a:moveTo>
                    <a:lnTo>
                      <a:pt x="10421" y="44968"/>
                    </a:lnTo>
                    <a:lnTo>
                      <a:pt x="13011" y="44968"/>
                    </a:lnTo>
                    <a:cubicBezTo>
                      <a:pt x="17368" y="44968"/>
                      <a:pt x="20274" y="44463"/>
                      <a:pt x="21726" y="43389"/>
                    </a:cubicBezTo>
                    <a:cubicBezTo>
                      <a:pt x="23179" y="42316"/>
                      <a:pt x="23937" y="40484"/>
                      <a:pt x="23937" y="37895"/>
                    </a:cubicBezTo>
                    <a:cubicBezTo>
                      <a:pt x="23937" y="32716"/>
                      <a:pt x="20147" y="30063"/>
                      <a:pt x="12568" y="30063"/>
                    </a:cubicBezTo>
                    <a:lnTo>
                      <a:pt x="10421" y="30063"/>
                    </a:ln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01" name="Полилиния: фигура 100">
                <a:extLst>
                  <a:ext uri="{FF2B5EF4-FFF2-40B4-BE49-F238E27FC236}">
                    <a16:creationId xmlns:a16="http://schemas.microsoft.com/office/drawing/2014/main" id="{067232CA-EB6C-7B01-26B2-D8C0F6F3C742}"/>
                  </a:ext>
                </a:extLst>
              </p:cNvPr>
              <p:cNvSpPr/>
              <p:nvPr/>
            </p:nvSpPr>
            <p:spPr>
              <a:xfrm>
                <a:off x="2409714" y="825747"/>
                <a:ext cx="39473" cy="54947"/>
              </a:xfrm>
              <a:custGeom>
                <a:avLst/>
                <a:gdLst>
                  <a:gd name="connsiteX0" fmla="*/ 0 w 39473"/>
                  <a:gd name="connsiteY0" fmla="*/ 0 h 54947"/>
                  <a:gd name="connsiteX1" fmla="*/ 10610 w 39473"/>
                  <a:gd name="connsiteY1" fmla="*/ 0 h 54947"/>
                  <a:gd name="connsiteX2" fmla="*/ 10610 w 39473"/>
                  <a:gd name="connsiteY2" fmla="*/ 20716 h 54947"/>
                  <a:gd name="connsiteX3" fmla="*/ 28926 w 39473"/>
                  <a:gd name="connsiteY3" fmla="*/ 20716 h 54947"/>
                  <a:gd name="connsiteX4" fmla="*/ 28926 w 39473"/>
                  <a:gd name="connsiteY4" fmla="*/ 0 h 54947"/>
                  <a:gd name="connsiteX5" fmla="*/ 39474 w 39473"/>
                  <a:gd name="connsiteY5" fmla="*/ 0 h 54947"/>
                  <a:gd name="connsiteX6" fmla="*/ 39474 w 39473"/>
                  <a:gd name="connsiteY6" fmla="*/ 54947 h 54947"/>
                  <a:gd name="connsiteX7" fmla="*/ 28926 w 39473"/>
                  <a:gd name="connsiteY7" fmla="*/ 54947 h 54947"/>
                  <a:gd name="connsiteX8" fmla="*/ 28926 w 39473"/>
                  <a:gd name="connsiteY8" fmla="*/ 30884 h 54947"/>
                  <a:gd name="connsiteX9" fmla="*/ 10610 w 39473"/>
                  <a:gd name="connsiteY9" fmla="*/ 30884 h 54947"/>
                  <a:gd name="connsiteX10" fmla="*/ 10610 w 39473"/>
                  <a:gd name="connsiteY10" fmla="*/ 54947 h 54947"/>
                  <a:gd name="connsiteX11" fmla="*/ 0 w 39473"/>
                  <a:gd name="connsiteY11" fmla="*/ 54947 h 54947"/>
                  <a:gd name="connsiteX12" fmla="*/ 0 w 39473"/>
                  <a:gd name="connsiteY12" fmla="*/ 0 h 5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473" h="54947">
                    <a:moveTo>
                      <a:pt x="0" y="0"/>
                    </a:moveTo>
                    <a:lnTo>
                      <a:pt x="10610" y="0"/>
                    </a:lnTo>
                    <a:lnTo>
                      <a:pt x="10610" y="20716"/>
                    </a:lnTo>
                    <a:lnTo>
                      <a:pt x="28926" y="20716"/>
                    </a:lnTo>
                    <a:lnTo>
                      <a:pt x="28926" y="0"/>
                    </a:lnTo>
                    <a:lnTo>
                      <a:pt x="39474" y="0"/>
                    </a:lnTo>
                    <a:lnTo>
                      <a:pt x="39474" y="54947"/>
                    </a:lnTo>
                    <a:lnTo>
                      <a:pt x="28926" y="54947"/>
                    </a:lnTo>
                    <a:lnTo>
                      <a:pt x="28926" y="30884"/>
                    </a:lnTo>
                    <a:lnTo>
                      <a:pt x="10610" y="30884"/>
                    </a:lnTo>
                    <a:lnTo>
                      <a:pt x="10610" y="54947"/>
                    </a:lnTo>
                    <a:lnTo>
                      <a:pt x="0" y="549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02" name="Полилиния: фигура 101">
                <a:extLst>
                  <a:ext uri="{FF2B5EF4-FFF2-40B4-BE49-F238E27FC236}">
                    <a16:creationId xmlns:a16="http://schemas.microsoft.com/office/drawing/2014/main" id="{6F1F6179-E1B1-2FFD-3248-FE3599DC9414}"/>
                  </a:ext>
                </a:extLst>
              </p:cNvPr>
              <p:cNvSpPr/>
              <p:nvPr/>
            </p:nvSpPr>
            <p:spPr>
              <a:xfrm>
                <a:off x="2461693" y="825747"/>
                <a:ext cx="52294" cy="54947"/>
              </a:xfrm>
              <a:custGeom>
                <a:avLst/>
                <a:gdLst>
                  <a:gd name="connsiteX0" fmla="*/ 0 w 52294"/>
                  <a:gd name="connsiteY0" fmla="*/ 54947 h 54947"/>
                  <a:gd name="connsiteX1" fmla="*/ 0 w 52294"/>
                  <a:gd name="connsiteY1" fmla="*/ 0 h 54947"/>
                  <a:gd name="connsiteX2" fmla="*/ 10484 w 52294"/>
                  <a:gd name="connsiteY2" fmla="*/ 0 h 54947"/>
                  <a:gd name="connsiteX3" fmla="*/ 10484 w 52294"/>
                  <a:gd name="connsiteY3" fmla="*/ 20716 h 54947"/>
                  <a:gd name="connsiteX4" fmla="*/ 12758 w 52294"/>
                  <a:gd name="connsiteY4" fmla="*/ 20716 h 54947"/>
                  <a:gd name="connsiteX5" fmla="*/ 23621 w 52294"/>
                  <a:gd name="connsiteY5" fmla="*/ 22232 h 54947"/>
                  <a:gd name="connsiteX6" fmla="*/ 31137 w 52294"/>
                  <a:gd name="connsiteY6" fmla="*/ 27979 h 54947"/>
                  <a:gd name="connsiteX7" fmla="*/ 34295 w 52294"/>
                  <a:gd name="connsiteY7" fmla="*/ 38211 h 54947"/>
                  <a:gd name="connsiteX8" fmla="*/ 31579 w 52294"/>
                  <a:gd name="connsiteY8" fmla="*/ 47747 h 54947"/>
                  <a:gd name="connsiteX9" fmla="*/ 25263 w 52294"/>
                  <a:gd name="connsiteY9" fmla="*/ 53305 h 54947"/>
                  <a:gd name="connsiteX10" fmla="*/ 15411 w 52294"/>
                  <a:gd name="connsiteY10" fmla="*/ 54947 h 54947"/>
                  <a:gd name="connsiteX11" fmla="*/ 63 w 52294"/>
                  <a:gd name="connsiteY11" fmla="*/ 54947 h 54947"/>
                  <a:gd name="connsiteX12" fmla="*/ 10484 w 52294"/>
                  <a:gd name="connsiteY12" fmla="*/ 30063 h 54947"/>
                  <a:gd name="connsiteX13" fmla="*/ 10484 w 52294"/>
                  <a:gd name="connsiteY13" fmla="*/ 44968 h 54947"/>
                  <a:gd name="connsiteX14" fmla="*/ 13074 w 52294"/>
                  <a:gd name="connsiteY14" fmla="*/ 44968 h 54947"/>
                  <a:gd name="connsiteX15" fmla="*/ 21726 w 52294"/>
                  <a:gd name="connsiteY15" fmla="*/ 43389 h 54947"/>
                  <a:gd name="connsiteX16" fmla="*/ 23937 w 52294"/>
                  <a:gd name="connsiteY16" fmla="*/ 37895 h 54947"/>
                  <a:gd name="connsiteX17" fmla="*/ 12632 w 52294"/>
                  <a:gd name="connsiteY17" fmla="*/ 30063 h 54947"/>
                  <a:gd name="connsiteX18" fmla="*/ 10484 w 52294"/>
                  <a:gd name="connsiteY18" fmla="*/ 30063 h 54947"/>
                  <a:gd name="connsiteX19" fmla="*/ 41937 w 52294"/>
                  <a:gd name="connsiteY19" fmla="*/ 0 h 54947"/>
                  <a:gd name="connsiteX20" fmla="*/ 52295 w 52294"/>
                  <a:gd name="connsiteY20" fmla="*/ 0 h 54947"/>
                  <a:gd name="connsiteX21" fmla="*/ 52295 w 52294"/>
                  <a:gd name="connsiteY21" fmla="*/ 54947 h 54947"/>
                  <a:gd name="connsiteX22" fmla="*/ 41937 w 52294"/>
                  <a:gd name="connsiteY22" fmla="*/ 54947 h 54947"/>
                  <a:gd name="connsiteX23" fmla="*/ 41937 w 52294"/>
                  <a:gd name="connsiteY23" fmla="*/ 0 h 5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52294" h="54947">
                    <a:moveTo>
                      <a:pt x="0" y="54947"/>
                    </a:moveTo>
                    <a:lnTo>
                      <a:pt x="0" y="0"/>
                    </a:lnTo>
                    <a:lnTo>
                      <a:pt x="10484" y="0"/>
                    </a:lnTo>
                    <a:lnTo>
                      <a:pt x="10484" y="20716"/>
                    </a:lnTo>
                    <a:lnTo>
                      <a:pt x="12758" y="20716"/>
                    </a:lnTo>
                    <a:cubicBezTo>
                      <a:pt x="17116" y="20716"/>
                      <a:pt x="20716" y="21221"/>
                      <a:pt x="23621" y="22232"/>
                    </a:cubicBezTo>
                    <a:cubicBezTo>
                      <a:pt x="26526" y="23242"/>
                      <a:pt x="29053" y="25137"/>
                      <a:pt x="31137" y="27979"/>
                    </a:cubicBezTo>
                    <a:cubicBezTo>
                      <a:pt x="33221" y="30821"/>
                      <a:pt x="34295" y="34232"/>
                      <a:pt x="34295" y="38211"/>
                    </a:cubicBezTo>
                    <a:cubicBezTo>
                      <a:pt x="34295" y="42000"/>
                      <a:pt x="33410" y="45158"/>
                      <a:pt x="31579" y="47747"/>
                    </a:cubicBezTo>
                    <a:cubicBezTo>
                      <a:pt x="29747" y="50337"/>
                      <a:pt x="27663" y="52232"/>
                      <a:pt x="25263" y="53305"/>
                    </a:cubicBezTo>
                    <a:cubicBezTo>
                      <a:pt x="22863" y="54379"/>
                      <a:pt x="19579" y="54947"/>
                      <a:pt x="15411" y="54947"/>
                    </a:cubicBezTo>
                    <a:lnTo>
                      <a:pt x="63" y="54947"/>
                    </a:lnTo>
                    <a:close/>
                    <a:moveTo>
                      <a:pt x="10484" y="30063"/>
                    </a:moveTo>
                    <a:lnTo>
                      <a:pt x="10484" y="44968"/>
                    </a:lnTo>
                    <a:lnTo>
                      <a:pt x="13074" y="44968"/>
                    </a:lnTo>
                    <a:cubicBezTo>
                      <a:pt x="17368" y="44968"/>
                      <a:pt x="20274" y="44463"/>
                      <a:pt x="21726" y="43389"/>
                    </a:cubicBezTo>
                    <a:cubicBezTo>
                      <a:pt x="23179" y="42316"/>
                      <a:pt x="23937" y="40484"/>
                      <a:pt x="23937" y="37895"/>
                    </a:cubicBezTo>
                    <a:cubicBezTo>
                      <a:pt x="23937" y="32716"/>
                      <a:pt x="20147" y="30063"/>
                      <a:pt x="12632" y="30063"/>
                    </a:cubicBezTo>
                    <a:lnTo>
                      <a:pt x="10484" y="30063"/>
                    </a:lnTo>
                    <a:close/>
                    <a:moveTo>
                      <a:pt x="41937" y="0"/>
                    </a:moveTo>
                    <a:lnTo>
                      <a:pt x="52295" y="0"/>
                    </a:lnTo>
                    <a:lnTo>
                      <a:pt x="52295" y="54947"/>
                    </a:lnTo>
                    <a:lnTo>
                      <a:pt x="41937" y="54947"/>
                    </a:lnTo>
                    <a:lnTo>
                      <a:pt x="41937" y="0"/>
                    </a:ln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03" name="Полилиния: фигура 102">
                <a:extLst>
                  <a:ext uri="{FF2B5EF4-FFF2-40B4-BE49-F238E27FC236}">
                    <a16:creationId xmlns:a16="http://schemas.microsoft.com/office/drawing/2014/main" id="{4051DE13-BC2B-1768-E56B-7659867ACCA9}"/>
                  </a:ext>
                </a:extLst>
              </p:cNvPr>
              <p:cNvSpPr/>
              <p:nvPr/>
            </p:nvSpPr>
            <p:spPr>
              <a:xfrm>
                <a:off x="2526493" y="811031"/>
                <a:ext cx="40105" cy="69663"/>
              </a:xfrm>
              <a:custGeom>
                <a:avLst/>
                <a:gdLst>
                  <a:gd name="connsiteX0" fmla="*/ 40042 w 40105"/>
                  <a:gd name="connsiteY0" fmla="*/ 14716 h 69663"/>
                  <a:gd name="connsiteX1" fmla="*/ 40042 w 40105"/>
                  <a:gd name="connsiteY1" fmla="*/ 69663 h 69663"/>
                  <a:gd name="connsiteX2" fmla="*/ 29558 w 40105"/>
                  <a:gd name="connsiteY2" fmla="*/ 69663 h 69663"/>
                  <a:gd name="connsiteX3" fmla="*/ 29558 w 40105"/>
                  <a:gd name="connsiteY3" fmla="*/ 35242 h 69663"/>
                  <a:gd name="connsiteX4" fmla="*/ 9095 w 40105"/>
                  <a:gd name="connsiteY4" fmla="*/ 69663 h 69663"/>
                  <a:gd name="connsiteX5" fmla="*/ 0 w 40105"/>
                  <a:gd name="connsiteY5" fmla="*/ 69663 h 69663"/>
                  <a:gd name="connsiteX6" fmla="*/ 0 w 40105"/>
                  <a:gd name="connsiteY6" fmla="*/ 14716 h 69663"/>
                  <a:gd name="connsiteX7" fmla="*/ 10484 w 40105"/>
                  <a:gd name="connsiteY7" fmla="*/ 14716 h 69663"/>
                  <a:gd name="connsiteX8" fmla="*/ 10484 w 40105"/>
                  <a:gd name="connsiteY8" fmla="*/ 50211 h 69663"/>
                  <a:gd name="connsiteX9" fmla="*/ 31263 w 40105"/>
                  <a:gd name="connsiteY9" fmla="*/ 14716 h 69663"/>
                  <a:gd name="connsiteX10" fmla="*/ 40105 w 40105"/>
                  <a:gd name="connsiteY10" fmla="*/ 14716 h 69663"/>
                  <a:gd name="connsiteX11" fmla="*/ 5116 w 40105"/>
                  <a:gd name="connsiteY11" fmla="*/ 0 h 69663"/>
                  <a:gd name="connsiteX12" fmla="*/ 13389 w 40105"/>
                  <a:gd name="connsiteY12" fmla="*/ 0 h 69663"/>
                  <a:gd name="connsiteX13" fmla="*/ 16105 w 40105"/>
                  <a:gd name="connsiteY13" fmla="*/ 2274 h 69663"/>
                  <a:gd name="connsiteX14" fmla="*/ 20337 w 40105"/>
                  <a:gd name="connsiteY14" fmla="*/ 3032 h 69663"/>
                  <a:gd name="connsiteX15" fmla="*/ 24947 w 40105"/>
                  <a:gd name="connsiteY15" fmla="*/ 2147 h 69663"/>
                  <a:gd name="connsiteX16" fmla="*/ 27284 w 40105"/>
                  <a:gd name="connsiteY16" fmla="*/ 0 h 69663"/>
                  <a:gd name="connsiteX17" fmla="*/ 35558 w 40105"/>
                  <a:gd name="connsiteY17" fmla="*/ 0 h 69663"/>
                  <a:gd name="connsiteX18" fmla="*/ 31010 w 40105"/>
                  <a:gd name="connsiteY18" fmla="*/ 7642 h 69663"/>
                  <a:gd name="connsiteX19" fmla="*/ 20337 w 40105"/>
                  <a:gd name="connsiteY19" fmla="*/ 10547 h 69663"/>
                  <a:gd name="connsiteX20" fmla="*/ 12568 w 40105"/>
                  <a:gd name="connsiteY20" fmla="*/ 9284 h 69663"/>
                  <a:gd name="connsiteX21" fmla="*/ 7579 w 40105"/>
                  <a:gd name="connsiteY21" fmla="*/ 5621 h 69663"/>
                  <a:gd name="connsiteX22" fmla="*/ 5179 w 40105"/>
                  <a:gd name="connsiteY22" fmla="*/ 63 h 69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0105" h="69663">
                    <a:moveTo>
                      <a:pt x="40042" y="14716"/>
                    </a:moveTo>
                    <a:lnTo>
                      <a:pt x="40042" y="69663"/>
                    </a:lnTo>
                    <a:lnTo>
                      <a:pt x="29558" y="69663"/>
                    </a:lnTo>
                    <a:lnTo>
                      <a:pt x="29558" y="35242"/>
                    </a:lnTo>
                    <a:lnTo>
                      <a:pt x="9095" y="69663"/>
                    </a:lnTo>
                    <a:lnTo>
                      <a:pt x="0" y="69663"/>
                    </a:lnTo>
                    <a:lnTo>
                      <a:pt x="0" y="14716"/>
                    </a:lnTo>
                    <a:lnTo>
                      <a:pt x="10484" y="14716"/>
                    </a:lnTo>
                    <a:lnTo>
                      <a:pt x="10484" y="50211"/>
                    </a:lnTo>
                    <a:lnTo>
                      <a:pt x="31263" y="14716"/>
                    </a:lnTo>
                    <a:lnTo>
                      <a:pt x="40105" y="14716"/>
                    </a:lnTo>
                    <a:close/>
                    <a:moveTo>
                      <a:pt x="5116" y="0"/>
                    </a:moveTo>
                    <a:lnTo>
                      <a:pt x="13389" y="0"/>
                    </a:lnTo>
                    <a:cubicBezTo>
                      <a:pt x="14021" y="1011"/>
                      <a:pt x="14968" y="1768"/>
                      <a:pt x="16105" y="2274"/>
                    </a:cubicBezTo>
                    <a:cubicBezTo>
                      <a:pt x="17242" y="2779"/>
                      <a:pt x="18695" y="3032"/>
                      <a:pt x="20337" y="3032"/>
                    </a:cubicBezTo>
                    <a:cubicBezTo>
                      <a:pt x="21979" y="3032"/>
                      <a:pt x="23558" y="2716"/>
                      <a:pt x="24947" y="2147"/>
                    </a:cubicBezTo>
                    <a:cubicBezTo>
                      <a:pt x="25832" y="1768"/>
                      <a:pt x="26653" y="1011"/>
                      <a:pt x="27284" y="0"/>
                    </a:cubicBezTo>
                    <a:lnTo>
                      <a:pt x="35558" y="0"/>
                    </a:lnTo>
                    <a:cubicBezTo>
                      <a:pt x="35053" y="3158"/>
                      <a:pt x="33600" y="5684"/>
                      <a:pt x="31010" y="7642"/>
                    </a:cubicBezTo>
                    <a:cubicBezTo>
                      <a:pt x="28484" y="9537"/>
                      <a:pt x="24884" y="10547"/>
                      <a:pt x="20337" y="10547"/>
                    </a:cubicBezTo>
                    <a:cubicBezTo>
                      <a:pt x="17242" y="10547"/>
                      <a:pt x="14652" y="10105"/>
                      <a:pt x="12568" y="9284"/>
                    </a:cubicBezTo>
                    <a:cubicBezTo>
                      <a:pt x="10484" y="8400"/>
                      <a:pt x="8842" y="7200"/>
                      <a:pt x="7579" y="5621"/>
                    </a:cubicBezTo>
                    <a:cubicBezTo>
                      <a:pt x="6316" y="4042"/>
                      <a:pt x="5495" y="2211"/>
                      <a:pt x="5179" y="63"/>
                    </a:cubicBez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04" name="Полилиния: фигура 103">
                <a:extLst>
                  <a:ext uri="{FF2B5EF4-FFF2-40B4-BE49-F238E27FC236}">
                    <a16:creationId xmlns:a16="http://schemas.microsoft.com/office/drawing/2014/main" id="{8ED9C03C-81CE-175B-710C-2B9856512402}"/>
                  </a:ext>
                </a:extLst>
              </p:cNvPr>
              <p:cNvSpPr/>
              <p:nvPr/>
            </p:nvSpPr>
            <p:spPr>
              <a:xfrm>
                <a:off x="1732030" y="917515"/>
                <a:ext cx="39852" cy="54947"/>
              </a:xfrm>
              <a:custGeom>
                <a:avLst/>
                <a:gdLst>
                  <a:gd name="connsiteX0" fmla="*/ 0 w 39852"/>
                  <a:gd name="connsiteY0" fmla="*/ 0 h 54947"/>
                  <a:gd name="connsiteX1" fmla="*/ 10547 w 39852"/>
                  <a:gd name="connsiteY1" fmla="*/ 0 h 54947"/>
                  <a:gd name="connsiteX2" fmla="*/ 10547 w 39852"/>
                  <a:gd name="connsiteY2" fmla="*/ 18947 h 54947"/>
                  <a:gd name="connsiteX3" fmla="*/ 25453 w 39852"/>
                  <a:gd name="connsiteY3" fmla="*/ 0 h 54947"/>
                  <a:gd name="connsiteX4" fmla="*/ 38021 w 39852"/>
                  <a:gd name="connsiteY4" fmla="*/ 0 h 54947"/>
                  <a:gd name="connsiteX5" fmla="*/ 18821 w 39852"/>
                  <a:gd name="connsiteY5" fmla="*/ 24505 h 54947"/>
                  <a:gd name="connsiteX6" fmla="*/ 39853 w 39852"/>
                  <a:gd name="connsiteY6" fmla="*/ 54947 h 54947"/>
                  <a:gd name="connsiteX7" fmla="*/ 27474 w 39852"/>
                  <a:gd name="connsiteY7" fmla="*/ 54947 h 54947"/>
                  <a:gd name="connsiteX8" fmla="*/ 10547 w 39852"/>
                  <a:gd name="connsiteY8" fmla="*/ 30568 h 54947"/>
                  <a:gd name="connsiteX9" fmla="*/ 10547 w 39852"/>
                  <a:gd name="connsiteY9" fmla="*/ 54947 h 54947"/>
                  <a:gd name="connsiteX10" fmla="*/ 0 w 39852"/>
                  <a:gd name="connsiteY10" fmla="*/ 54947 h 54947"/>
                  <a:gd name="connsiteX11" fmla="*/ 0 w 39852"/>
                  <a:gd name="connsiteY11" fmla="*/ 0 h 5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9852" h="54947">
                    <a:moveTo>
                      <a:pt x="0" y="0"/>
                    </a:moveTo>
                    <a:lnTo>
                      <a:pt x="10547" y="0"/>
                    </a:lnTo>
                    <a:lnTo>
                      <a:pt x="10547" y="18947"/>
                    </a:lnTo>
                    <a:lnTo>
                      <a:pt x="25453" y="0"/>
                    </a:lnTo>
                    <a:lnTo>
                      <a:pt x="38021" y="0"/>
                    </a:lnTo>
                    <a:lnTo>
                      <a:pt x="18821" y="24505"/>
                    </a:lnTo>
                    <a:lnTo>
                      <a:pt x="39853" y="54947"/>
                    </a:lnTo>
                    <a:lnTo>
                      <a:pt x="27474" y="54947"/>
                    </a:lnTo>
                    <a:lnTo>
                      <a:pt x="10547" y="30568"/>
                    </a:lnTo>
                    <a:lnTo>
                      <a:pt x="10547" y="54947"/>
                    </a:lnTo>
                    <a:lnTo>
                      <a:pt x="0" y="549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05" name="Полилиния: фигура 104">
                <a:extLst>
                  <a:ext uri="{FF2B5EF4-FFF2-40B4-BE49-F238E27FC236}">
                    <a16:creationId xmlns:a16="http://schemas.microsoft.com/office/drawing/2014/main" id="{1FBEEBE6-DFE1-4DE3-5EB7-D0500E475090}"/>
                  </a:ext>
                </a:extLst>
              </p:cNvPr>
              <p:cNvSpPr/>
              <p:nvPr/>
            </p:nvSpPr>
            <p:spPr>
              <a:xfrm>
                <a:off x="1776683" y="916189"/>
                <a:ext cx="57094" cy="57726"/>
              </a:xfrm>
              <a:custGeom>
                <a:avLst/>
                <a:gdLst>
                  <a:gd name="connsiteX0" fmla="*/ 28674 w 57094"/>
                  <a:gd name="connsiteY0" fmla="*/ 0 h 57726"/>
                  <a:gd name="connsiteX1" fmla="*/ 48695 w 57094"/>
                  <a:gd name="connsiteY1" fmla="*/ 8463 h 57726"/>
                  <a:gd name="connsiteX2" fmla="*/ 57095 w 57094"/>
                  <a:gd name="connsiteY2" fmla="*/ 29053 h 57726"/>
                  <a:gd name="connsiteX3" fmla="*/ 48821 w 57094"/>
                  <a:gd name="connsiteY3" fmla="*/ 49389 h 57726"/>
                  <a:gd name="connsiteX4" fmla="*/ 28737 w 57094"/>
                  <a:gd name="connsiteY4" fmla="*/ 57726 h 57726"/>
                  <a:gd name="connsiteX5" fmla="*/ 8211 w 57094"/>
                  <a:gd name="connsiteY5" fmla="*/ 49200 h 57726"/>
                  <a:gd name="connsiteX6" fmla="*/ 0 w 57094"/>
                  <a:gd name="connsiteY6" fmla="*/ 28863 h 57726"/>
                  <a:gd name="connsiteX7" fmla="*/ 3790 w 57094"/>
                  <a:gd name="connsiteY7" fmla="*/ 14400 h 57726"/>
                  <a:gd name="connsiteX8" fmla="*/ 14274 w 57094"/>
                  <a:gd name="connsiteY8" fmla="*/ 3916 h 57726"/>
                  <a:gd name="connsiteX9" fmla="*/ 28611 w 57094"/>
                  <a:gd name="connsiteY9" fmla="*/ 63 h 57726"/>
                  <a:gd name="connsiteX10" fmla="*/ 28547 w 57094"/>
                  <a:gd name="connsiteY10" fmla="*/ 10232 h 57726"/>
                  <a:gd name="connsiteX11" fmla="*/ 15726 w 57094"/>
                  <a:gd name="connsiteY11" fmla="*/ 15537 h 57726"/>
                  <a:gd name="connsiteX12" fmla="*/ 10547 w 57094"/>
                  <a:gd name="connsiteY12" fmla="*/ 28989 h 57726"/>
                  <a:gd name="connsiteX13" fmla="*/ 17116 w 57094"/>
                  <a:gd name="connsiteY13" fmla="*/ 43389 h 57726"/>
                  <a:gd name="connsiteX14" fmla="*/ 28800 w 57094"/>
                  <a:gd name="connsiteY14" fmla="*/ 47558 h 57726"/>
                  <a:gd name="connsiteX15" fmla="*/ 41495 w 57094"/>
                  <a:gd name="connsiteY15" fmla="*/ 42189 h 57726"/>
                  <a:gd name="connsiteX16" fmla="*/ 46737 w 57094"/>
                  <a:gd name="connsiteY16" fmla="*/ 28926 h 57726"/>
                  <a:gd name="connsiteX17" fmla="*/ 41495 w 57094"/>
                  <a:gd name="connsiteY17" fmla="*/ 15663 h 57726"/>
                  <a:gd name="connsiteX18" fmla="*/ 28674 w 57094"/>
                  <a:gd name="connsiteY18" fmla="*/ 10232 h 57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7094" h="57726">
                    <a:moveTo>
                      <a:pt x="28674" y="0"/>
                    </a:moveTo>
                    <a:cubicBezTo>
                      <a:pt x="36442" y="0"/>
                      <a:pt x="43137" y="2842"/>
                      <a:pt x="48695" y="8463"/>
                    </a:cubicBezTo>
                    <a:cubicBezTo>
                      <a:pt x="54253" y="14084"/>
                      <a:pt x="57095" y="20968"/>
                      <a:pt x="57095" y="29053"/>
                    </a:cubicBezTo>
                    <a:cubicBezTo>
                      <a:pt x="57095" y="37137"/>
                      <a:pt x="54316" y="43832"/>
                      <a:pt x="48821" y="49389"/>
                    </a:cubicBezTo>
                    <a:cubicBezTo>
                      <a:pt x="43326" y="54947"/>
                      <a:pt x="36632" y="57726"/>
                      <a:pt x="28737" y="57726"/>
                    </a:cubicBezTo>
                    <a:cubicBezTo>
                      <a:pt x="20842" y="57726"/>
                      <a:pt x="13642" y="54884"/>
                      <a:pt x="8211" y="49200"/>
                    </a:cubicBezTo>
                    <a:cubicBezTo>
                      <a:pt x="2779" y="43516"/>
                      <a:pt x="0" y="36758"/>
                      <a:pt x="0" y="28863"/>
                    </a:cubicBezTo>
                    <a:cubicBezTo>
                      <a:pt x="0" y="23621"/>
                      <a:pt x="1263" y="18758"/>
                      <a:pt x="3790" y="14400"/>
                    </a:cubicBezTo>
                    <a:cubicBezTo>
                      <a:pt x="6316" y="9979"/>
                      <a:pt x="9853" y="6505"/>
                      <a:pt x="14274" y="3916"/>
                    </a:cubicBezTo>
                    <a:cubicBezTo>
                      <a:pt x="18695" y="1326"/>
                      <a:pt x="23495" y="63"/>
                      <a:pt x="28611" y="63"/>
                    </a:cubicBezTo>
                    <a:close/>
                    <a:moveTo>
                      <a:pt x="28547" y="10232"/>
                    </a:moveTo>
                    <a:cubicBezTo>
                      <a:pt x="23495" y="10232"/>
                      <a:pt x="19200" y="12000"/>
                      <a:pt x="15726" y="15537"/>
                    </a:cubicBezTo>
                    <a:cubicBezTo>
                      <a:pt x="12253" y="19074"/>
                      <a:pt x="10547" y="23558"/>
                      <a:pt x="10547" y="28989"/>
                    </a:cubicBezTo>
                    <a:cubicBezTo>
                      <a:pt x="10547" y="35053"/>
                      <a:pt x="12695" y="39853"/>
                      <a:pt x="17116" y="43389"/>
                    </a:cubicBezTo>
                    <a:cubicBezTo>
                      <a:pt x="20526" y="46168"/>
                      <a:pt x="24379" y="47558"/>
                      <a:pt x="28800" y="47558"/>
                    </a:cubicBezTo>
                    <a:cubicBezTo>
                      <a:pt x="33790" y="47558"/>
                      <a:pt x="37958" y="45789"/>
                      <a:pt x="41495" y="42189"/>
                    </a:cubicBezTo>
                    <a:cubicBezTo>
                      <a:pt x="44968" y="38589"/>
                      <a:pt x="46737" y="34168"/>
                      <a:pt x="46737" y="28926"/>
                    </a:cubicBezTo>
                    <a:cubicBezTo>
                      <a:pt x="46737" y="23684"/>
                      <a:pt x="44968" y="19263"/>
                      <a:pt x="41495" y="15663"/>
                    </a:cubicBezTo>
                    <a:cubicBezTo>
                      <a:pt x="37958" y="12063"/>
                      <a:pt x="33726" y="10232"/>
                      <a:pt x="28674" y="10232"/>
                    </a:cubicBez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06" name="Полилиния: фигура 105">
                <a:extLst>
                  <a:ext uri="{FF2B5EF4-FFF2-40B4-BE49-F238E27FC236}">
                    <a16:creationId xmlns:a16="http://schemas.microsoft.com/office/drawing/2014/main" id="{B7128EEE-5C14-783E-552F-05F35135A583}"/>
                  </a:ext>
                </a:extLst>
              </p:cNvPr>
              <p:cNvSpPr/>
              <p:nvPr/>
            </p:nvSpPr>
            <p:spPr>
              <a:xfrm>
                <a:off x="1839399" y="917515"/>
                <a:ext cx="64673" cy="54947"/>
              </a:xfrm>
              <a:custGeom>
                <a:avLst/>
                <a:gdLst>
                  <a:gd name="connsiteX0" fmla="*/ 9537 w 64673"/>
                  <a:gd name="connsiteY0" fmla="*/ 0 h 54947"/>
                  <a:gd name="connsiteX1" fmla="*/ 19705 w 64673"/>
                  <a:gd name="connsiteY1" fmla="*/ 0 h 54947"/>
                  <a:gd name="connsiteX2" fmla="*/ 32463 w 64673"/>
                  <a:gd name="connsiteY2" fmla="*/ 38337 h 54947"/>
                  <a:gd name="connsiteX3" fmla="*/ 45284 w 64673"/>
                  <a:gd name="connsiteY3" fmla="*/ 0 h 54947"/>
                  <a:gd name="connsiteX4" fmla="*/ 55453 w 64673"/>
                  <a:gd name="connsiteY4" fmla="*/ 0 h 54947"/>
                  <a:gd name="connsiteX5" fmla="*/ 64674 w 64673"/>
                  <a:gd name="connsiteY5" fmla="*/ 54947 h 54947"/>
                  <a:gd name="connsiteX6" fmla="*/ 54568 w 64673"/>
                  <a:gd name="connsiteY6" fmla="*/ 54947 h 54947"/>
                  <a:gd name="connsiteX7" fmla="*/ 48695 w 64673"/>
                  <a:gd name="connsiteY7" fmla="*/ 20274 h 54947"/>
                  <a:gd name="connsiteX8" fmla="*/ 37011 w 64673"/>
                  <a:gd name="connsiteY8" fmla="*/ 54947 h 54947"/>
                  <a:gd name="connsiteX9" fmla="*/ 27789 w 64673"/>
                  <a:gd name="connsiteY9" fmla="*/ 54947 h 54947"/>
                  <a:gd name="connsiteX10" fmla="*/ 16232 w 64673"/>
                  <a:gd name="connsiteY10" fmla="*/ 20274 h 54947"/>
                  <a:gd name="connsiteX11" fmla="*/ 10168 w 64673"/>
                  <a:gd name="connsiteY11" fmla="*/ 54947 h 54947"/>
                  <a:gd name="connsiteX12" fmla="*/ 0 w 64673"/>
                  <a:gd name="connsiteY12" fmla="*/ 54947 h 54947"/>
                  <a:gd name="connsiteX13" fmla="*/ 9537 w 64673"/>
                  <a:gd name="connsiteY13" fmla="*/ 0 h 5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4673" h="54947">
                    <a:moveTo>
                      <a:pt x="9537" y="0"/>
                    </a:moveTo>
                    <a:lnTo>
                      <a:pt x="19705" y="0"/>
                    </a:lnTo>
                    <a:lnTo>
                      <a:pt x="32463" y="38337"/>
                    </a:lnTo>
                    <a:lnTo>
                      <a:pt x="45284" y="0"/>
                    </a:lnTo>
                    <a:lnTo>
                      <a:pt x="55453" y="0"/>
                    </a:lnTo>
                    <a:lnTo>
                      <a:pt x="64674" y="54947"/>
                    </a:lnTo>
                    <a:lnTo>
                      <a:pt x="54568" y="54947"/>
                    </a:lnTo>
                    <a:lnTo>
                      <a:pt x="48695" y="20274"/>
                    </a:lnTo>
                    <a:lnTo>
                      <a:pt x="37011" y="54947"/>
                    </a:lnTo>
                    <a:lnTo>
                      <a:pt x="27789" y="54947"/>
                    </a:lnTo>
                    <a:lnTo>
                      <a:pt x="16232" y="20274"/>
                    </a:lnTo>
                    <a:lnTo>
                      <a:pt x="10168" y="54947"/>
                    </a:lnTo>
                    <a:lnTo>
                      <a:pt x="0" y="54947"/>
                    </a:lnTo>
                    <a:lnTo>
                      <a:pt x="9537" y="0"/>
                    </a:ln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07" name="Полилиния: фигура 106">
                <a:extLst>
                  <a:ext uri="{FF2B5EF4-FFF2-40B4-BE49-F238E27FC236}">
                    <a16:creationId xmlns:a16="http://schemas.microsoft.com/office/drawing/2014/main" id="{8E51ACB1-F466-0607-A89A-502FA0007274}"/>
                  </a:ext>
                </a:extLst>
              </p:cNvPr>
              <p:cNvSpPr/>
              <p:nvPr/>
            </p:nvSpPr>
            <p:spPr>
              <a:xfrm>
                <a:off x="1912409" y="917515"/>
                <a:ext cx="39536" cy="54947"/>
              </a:xfrm>
              <a:custGeom>
                <a:avLst/>
                <a:gdLst>
                  <a:gd name="connsiteX0" fmla="*/ 0 w 39536"/>
                  <a:gd name="connsiteY0" fmla="*/ 0 h 54947"/>
                  <a:gd name="connsiteX1" fmla="*/ 39537 w 39536"/>
                  <a:gd name="connsiteY1" fmla="*/ 0 h 54947"/>
                  <a:gd name="connsiteX2" fmla="*/ 39537 w 39536"/>
                  <a:gd name="connsiteY2" fmla="*/ 54947 h 54947"/>
                  <a:gd name="connsiteX3" fmla="*/ 28989 w 39536"/>
                  <a:gd name="connsiteY3" fmla="*/ 54947 h 54947"/>
                  <a:gd name="connsiteX4" fmla="*/ 28989 w 39536"/>
                  <a:gd name="connsiteY4" fmla="*/ 9789 h 54947"/>
                  <a:gd name="connsiteX5" fmla="*/ 10674 w 39536"/>
                  <a:gd name="connsiteY5" fmla="*/ 9789 h 54947"/>
                  <a:gd name="connsiteX6" fmla="*/ 10674 w 39536"/>
                  <a:gd name="connsiteY6" fmla="*/ 54947 h 54947"/>
                  <a:gd name="connsiteX7" fmla="*/ 63 w 39536"/>
                  <a:gd name="connsiteY7" fmla="*/ 54947 h 54947"/>
                  <a:gd name="connsiteX8" fmla="*/ 63 w 39536"/>
                  <a:gd name="connsiteY8" fmla="*/ 0 h 5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536" h="54947">
                    <a:moveTo>
                      <a:pt x="0" y="0"/>
                    </a:moveTo>
                    <a:lnTo>
                      <a:pt x="39537" y="0"/>
                    </a:lnTo>
                    <a:lnTo>
                      <a:pt x="39537" y="54947"/>
                    </a:lnTo>
                    <a:lnTo>
                      <a:pt x="28989" y="54947"/>
                    </a:lnTo>
                    <a:lnTo>
                      <a:pt x="28989" y="9789"/>
                    </a:lnTo>
                    <a:lnTo>
                      <a:pt x="10674" y="9789"/>
                    </a:lnTo>
                    <a:lnTo>
                      <a:pt x="10674" y="54947"/>
                    </a:lnTo>
                    <a:lnTo>
                      <a:pt x="63" y="54947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08" name="Полилиния: фигура 107">
                <a:extLst>
                  <a:ext uri="{FF2B5EF4-FFF2-40B4-BE49-F238E27FC236}">
                    <a16:creationId xmlns:a16="http://schemas.microsoft.com/office/drawing/2014/main" id="{F80BF602-62BA-E841-62A8-33AA7E00ADCD}"/>
                  </a:ext>
                </a:extLst>
              </p:cNvPr>
              <p:cNvSpPr/>
              <p:nvPr/>
            </p:nvSpPr>
            <p:spPr>
              <a:xfrm>
                <a:off x="1958262" y="917515"/>
                <a:ext cx="52989" cy="54947"/>
              </a:xfrm>
              <a:custGeom>
                <a:avLst/>
                <a:gdLst>
                  <a:gd name="connsiteX0" fmla="*/ 41811 w 52989"/>
                  <a:gd name="connsiteY0" fmla="*/ 54947 h 54947"/>
                  <a:gd name="connsiteX1" fmla="*/ 26590 w 52989"/>
                  <a:gd name="connsiteY1" fmla="*/ 14589 h 54947"/>
                  <a:gd name="connsiteX2" fmla="*/ 11116 w 52989"/>
                  <a:gd name="connsiteY2" fmla="*/ 54947 h 54947"/>
                  <a:gd name="connsiteX3" fmla="*/ 0 w 52989"/>
                  <a:gd name="connsiteY3" fmla="*/ 54947 h 54947"/>
                  <a:gd name="connsiteX4" fmla="*/ 21221 w 52989"/>
                  <a:gd name="connsiteY4" fmla="*/ 0 h 54947"/>
                  <a:gd name="connsiteX5" fmla="*/ 31832 w 52989"/>
                  <a:gd name="connsiteY5" fmla="*/ 0 h 54947"/>
                  <a:gd name="connsiteX6" fmla="*/ 52989 w 52989"/>
                  <a:gd name="connsiteY6" fmla="*/ 54947 h 54947"/>
                  <a:gd name="connsiteX7" fmla="*/ 41811 w 52989"/>
                  <a:gd name="connsiteY7" fmla="*/ 54947 h 5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2989" h="54947">
                    <a:moveTo>
                      <a:pt x="41811" y="54947"/>
                    </a:moveTo>
                    <a:lnTo>
                      <a:pt x="26590" y="14589"/>
                    </a:lnTo>
                    <a:lnTo>
                      <a:pt x="11116" y="54947"/>
                    </a:lnTo>
                    <a:lnTo>
                      <a:pt x="0" y="54947"/>
                    </a:lnTo>
                    <a:lnTo>
                      <a:pt x="21221" y="0"/>
                    </a:lnTo>
                    <a:lnTo>
                      <a:pt x="31832" y="0"/>
                    </a:lnTo>
                    <a:lnTo>
                      <a:pt x="52989" y="54947"/>
                    </a:lnTo>
                    <a:lnTo>
                      <a:pt x="41811" y="54947"/>
                    </a:ln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09" name="Полилиния: фигура 108">
                <a:extLst>
                  <a:ext uri="{FF2B5EF4-FFF2-40B4-BE49-F238E27FC236}">
                    <a16:creationId xmlns:a16="http://schemas.microsoft.com/office/drawing/2014/main" id="{30C04BCF-A439-8104-23DA-17B87D0E3704}"/>
                  </a:ext>
                </a:extLst>
              </p:cNvPr>
              <p:cNvSpPr/>
              <p:nvPr/>
            </p:nvSpPr>
            <p:spPr>
              <a:xfrm>
                <a:off x="2017567" y="917515"/>
                <a:ext cx="29999" cy="54947"/>
              </a:xfrm>
              <a:custGeom>
                <a:avLst/>
                <a:gdLst>
                  <a:gd name="connsiteX0" fmla="*/ 0 w 29999"/>
                  <a:gd name="connsiteY0" fmla="*/ 0 h 54947"/>
                  <a:gd name="connsiteX1" fmla="*/ 30000 w 29999"/>
                  <a:gd name="connsiteY1" fmla="*/ 0 h 54947"/>
                  <a:gd name="connsiteX2" fmla="*/ 30000 w 29999"/>
                  <a:gd name="connsiteY2" fmla="*/ 10232 h 54947"/>
                  <a:gd name="connsiteX3" fmla="*/ 10421 w 29999"/>
                  <a:gd name="connsiteY3" fmla="*/ 10232 h 54947"/>
                  <a:gd name="connsiteX4" fmla="*/ 10421 w 29999"/>
                  <a:gd name="connsiteY4" fmla="*/ 20147 h 54947"/>
                  <a:gd name="connsiteX5" fmla="*/ 30000 w 29999"/>
                  <a:gd name="connsiteY5" fmla="*/ 20147 h 54947"/>
                  <a:gd name="connsiteX6" fmla="*/ 30000 w 29999"/>
                  <a:gd name="connsiteY6" fmla="*/ 30189 h 54947"/>
                  <a:gd name="connsiteX7" fmla="*/ 10421 w 29999"/>
                  <a:gd name="connsiteY7" fmla="*/ 30189 h 54947"/>
                  <a:gd name="connsiteX8" fmla="*/ 10421 w 29999"/>
                  <a:gd name="connsiteY8" fmla="*/ 44653 h 54947"/>
                  <a:gd name="connsiteX9" fmla="*/ 30000 w 29999"/>
                  <a:gd name="connsiteY9" fmla="*/ 44653 h 54947"/>
                  <a:gd name="connsiteX10" fmla="*/ 30000 w 29999"/>
                  <a:gd name="connsiteY10" fmla="*/ 54947 h 54947"/>
                  <a:gd name="connsiteX11" fmla="*/ 0 w 29999"/>
                  <a:gd name="connsiteY11" fmla="*/ 54947 h 54947"/>
                  <a:gd name="connsiteX12" fmla="*/ 0 w 29999"/>
                  <a:gd name="connsiteY12" fmla="*/ 0 h 5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999" h="54947">
                    <a:moveTo>
                      <a:pt x="0" y="0"/>
                    </a:moveTo>
                    <a:lnTo>
                      <a:pt x="30000" y="0"/>
                    </a:lnTo>
                    <a:lnTo>
                      <a:pt x="30000" y="10232"/>
                    </a:lnTo>
                    <a:lnTo>
                      <a:pt x="10421" y="10232"/>
                    </a:lnTo>
                    <a:lnTo>
                      <a:pt x="10421" y="20147"/>
                    </a:lnTo>
                    <a:lnTo>
                      <a:pt x="30000" y="20147"/>
                    </a:lnTo>
                    <a:lnTo>
                      <a:pt x="30000" y="30189"/>
                    </a:lnTo>
                    <a:lnTo>
                      <a:pt x="10421" y="30189"/>
                    </a:lnTo>
                    <a:lnTo>
                      <a:pt x="10421" y="44653"/>
                    </a:lnTo>
                    <a:lnTo>
                      <a:pt x="30000" y="44653"/>
                    </a:lnTo>
                    <a:lnTo>
                      <a:pt x="30000" y="54947"/>
                    </a:lnTo>
                    <a:lnTo>
                      <a:pt x="0" y="549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10" name="Полилиния: фигура 109">
                <a:extLst>
                  <a:ext uri="{FF2B5EF4-FFF2-40B4-BE49-F238E27FC236}">
                    <a16:creationId xmlns:a16="http://schemas.microsoft.com/office/drawing/2014/main" id="{B7BD3725-9AC8-7B7D-39FC-209A5A7C5802}"/>
                  </a:ext>
                </a:extLst>
              </p:cNvPr>
              <p:cNvSpPr/>
              <p:nvPr/>
            </p:nvSpPr>
            <p:spPr>
              <a:xfrm>
                <a:off x="2057419" y="917515"/>
                <a:ext cx="39852" cy="54947"/>
              </a:xfrm>
              <a:custGeom>
                <a:avLst/>
                <a:gdLst>
                  <a:gd name="connsiteX0" fmla="*/ 0 w 39852"/>
                  <a:gd name="connsiteY0" fmla="*/ 0 h 54947"/>
                  <a:gd name="connsiteX1" fmla="*/ 10547 w 39852"/>
                  <a:gd name="connsiteY1" fmla="*/ 0 h 54947"/>
                  <a:gd name="connsiteX2" fmla="*/ 10547 w 39852"/>
                  <a:gd name="connsiteY2" fmla="*/ 18947 h 54947"/>
                  <a:gd name="connsiteX3" fmla="*/ 25453 w 39852"/>
                  <a:gd name="connsiteY3" fmla="*/ 0 h 54947"/>
                  <a:gd name="connsiteX4" fmla="*/ 38021 w 39852"/>
                  <a:gd name="connsiteY4" fmla="*/ 0 h 54947"/>
                  <a:gd name="connsiteX5" fmla="*/ 18821 w 39852"/>
                  <a:gd name="connsiteY5" fmla="*/ 24505 h 54947"/>
                  <a:gd name="connsiteX6" fmla="*/ 39853 w 39852"/>
                  <a:gd name="connsiteY6" fmla="*/ 54947 h 54947"/>
                  <a:gd name="connsiteX7" fmla="*/ 27474 w 39852"/>
                  <a:gd name="connsiteY7" fmla="*/ 54947 h 54947"/>
                  <a:gd name="connsiteX8" fmla="*/ 10547 w 39852"/>
                  <a:gd name="connsiteY8" fmla="*/ 30568 h 54947"/>
                  <a:gd name="connsiteX9" fmla="*/ 10547 w 39852"/>
                  <a:gd name="connsiteY9" fmla="*/ 54947 h 54947"/>
                  <a:gd name="connsiteX10" fmla="*/ 0 w 39852"/>
                  <a:gd name="connsiteY10" fmla="*/ 54947 h 54947"/>
                  <a:gd name="connsiteX11" fmla="*/ 0 w 39852"/>
                  <a:gd name="connsiteY11" fmla="*/ 0 h 5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9852" h="54947">
                    <a:moveTo>
                      <a:pt x="0" y="0"/>
                    </a:moveTo>
                    <a:lnTo>
                      <a:pt x="10547" y="0"/>
                    </a:lnTo>
                    <a:lnTo>
                      <a:pt x="10547" y="18947"/>
                    </a:lnTo>
                    <a:lnTo>
                      <a:pt x="25453" y="0"/>
                    </a:lnTo>
                    <a:lnTo>
                      <a:pt x="38021" y="0"/>
                    </a:lnTo>
                    <a:lnTo>
                      <a:pt x="18821" y="24505"/>
                    </a:lnTo>
                    <a:lnTo>
                      <a:pt x="39853" y="54947"/>
                    </a:lnTo>
                    <a:lnTo>
                      <a:pt x="27474" y="54947"/>
                    </a:lnTo>
                    <a:lnTo>
                      <a:pt x="10547" y="30568"/>
                    </a:lnTo>
                    <a:lnTo>
                      <a:pt x="10547" y="54947"/>
                    </a:lnTo>
                    <a:lnTo>
                      <a:pt x="0" y="549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11" name="Полилиния: фигура 110">
                <a:extLst>
                  <a:ext uri="{FF2B5EF4-FFF2-40B4-BE49-F238E27FC236}">
                    <a16:creationId xmlns:a16="http://schemas.microsoft.com/office/drawing/2014/main" id="{7D86470B-0E88-44CB-D179-2A494105AC31}"/>
                  </a:ext>
                </a:extLst>
              </p:cNvPr>
              <p:cNvSpPr/>
              <p:nvPr/>
            </p:nvSpPr>
            <p:spPr>
              <a:xfrm>
                <a:off x="2102072" y="915873"/>
                <a:ext cx="53178" cy="57789"/>
              </a:xfrm>
              <a:custGeom>
                <a:avLst/>
                <a:gdLst>
                  <a:gd name="connsiteX0" fmla="*/ 53179 w 53178"/>
                  <a:gd name="connsiteY0" fmla="*/ 11305 h 57789"/>
                  <a:gd name="connsiteX1" fmla="*/ 45853 w 53178"/>
                  <a:gd name="connsiteY1" fmla="*/ 18253 h 57789"/>
                  <a:gd name="connsiteX2" fmla="*/ 29053 w 53178"/>
                  <a:gd name="connsiteY2" fmla="*/ 10358 h 57789"/>
                  <a:gd name="connsiteX3" fmla="*/ 15789 w 53178"/>
                  <a:gd name="connsiteY3" fmla="*/ 15726 h 57789"/>
                  <a:gd name="connsiteX4" fmla="*/ 10421 w 53178"/>
                  <a:gd name="connsiteY4" fmla="*/ 28989 h 57789"/>
                  <a:gd name="connsiteX5" fmla="*/ 12821 w 53178"/>
                  <a:gd name="connsiteY5" fmla="*/ 38716 h 57789"/>
                  <a:gd name="connsiteX6" fmla="*/ 19579 w 53178"/>
                  <a:gd name="connsiteY6" fmla="*/ 45411 h 57789"/>
                  <a:gd name="connsiteX7" fmla="*/ 29305 w 53178"/>
                  <a:gd name="connsiteY7" fmla="*/ 47811 h 57789"/>
                  <a:gd name="connsiteX8" fmla="*/ 37642 w 53178"/>
                  <a:gd name="connsiteY8" fmla="*/ 46105 h 57789"/>
                  <a:gd name="connsiteX9" fmla="*/ 45916 w 53178"/>
                  <a:gd name="connsiteY9" fmla="*/ 39916 h 57789"/>
                  <a:gd name="connsiteX10" fmla="*/ 52989 w 53178"/>
                  <a:gd name="connsiteY10" fmla="*/ 47305 h 57789"/>
                  <a:gd name="connsiteX11" fmla="*/ 41495 w 53178"/>
                  <a:gd name="connsiteY11" fmla="*/ 55516 h 57789"/>
                  <a:gd name="connsiteX12" fmla="*/ 29116 w 53178"/>
                  <a:gd name="connsiteY12" fmla="*/ 57789 h 57789"/>
                  <a:gd name="connsiteX13" fmla="*/ 8147 w 53178"/>
                  <a:gd name="connsiteY13" fmla="*/ 49642 h 57789"/>
                  <a:gd name="connsiteX14" fmla="*/ 0 w 53178"/>
                  <a:gd name="connsiteY14" fmla="*/ 28800 h 57789"/>
                  <a:gd name="connsiteX15" fmla="*/ 3726 w 53178"/>
                  <a:gd name="connsiteY15" fmla="*/ 14211 h 57789"/>
                  <a:gd name="connsiteX16" fmla="*/ 14337 w 53178"/>
                  <a:gd name="connsiteY16" fmla="*/ 3916 h 57789"/>
                  <a:gd name="connsiteX17" fmla="*/ 29242 w 53178"/>
                  <a:gd name="connsiteY17" fmla="*/ 0 h 57789"/>
                  <a:gd name="connsiteX18" fmla="*/ 42316 w 53178"/>
                  <a:gd name="connsiteY18" fmla="*/ 2842 h 57789"/>
                  <a:gd name="connsiteX19" fmla="*/ 53179 w 53178"/>
                  <a:gd name="connsiteY19" fmla="*/ 10989 h 577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3178" h="57789">
                    <a:moveTo>
                      <a:pt x="53179" y="11305"/>
                    </a:moveTo>
                    <a:lnTo>
                      <a:pt x="45853" y="18253"/>
                    </a:lnTo>
                    <a:cubicBezTo>
                      <a:pt x="40863" y="13011"/>
                      <a:pt x="35305" y="10358"/>
                      <a:pt x="29053" y="10358"/>
                    </a:cubicBezTo>
                    <a:cubicBezTo>
                      <a:pt x="23811" y="10358"/>
                      <a:pt x="19390" y="12126"/>
                      <a:pt x="15789" y="15726"/>
                    </a:cubicBezTo>
                    <a:cubicBezTo>
                      <a:pt x="12189" y="19326"/>
                      <a:pt x="10421" y="23747"/>
                      <a:pt x="10421" y="28989"/>
                    </a:cubicBezTo>
                    <a:cubicBezTo>
                      <a:pt x="10421" y="32653"/>
                      <a:pt x="11242" y="35874"/>
                      <a:pt x="12821" y="38716"/>
                    </a:cubicBezTo>
                    <a:cubicBezTo>
                      <a:pt x="14400" y="41558"/>
                      <a:pt x="16674" y="43768"/>
                      <a:pt x="19579" y="45411"/>
                    </a:cubicBezTo>
                    <a:cubicBezTo>
                      <a:pt x="22484" y="47053"/>
                      <a:pt x="25705" y="47811"/>
                      <a:pt x="29305" y="47811"/>
                    </a:cubicBezTo>
                    <a:cubicBezTo>
                      <a:pt x="32337" y="47811"/>
                      <a:pt x="35116" y="47242"/>
                      <a:pt x="37642" y="46105"/>
                    </a:cubicBezTo>
                    <a:cubicBezTo>
                      <a:pt x="40168" y="44968"/>
                      <a:pt x="42884" y="42884"/>
                      <a:pt x="45916" y="39916"/>
                    </a:cubicBezTo>
                    <a:lnTo>
                      <a:pt x="52989" y="47305"/>
                    </a:lnTo>
                    <a:cubicBezTo>
                      <a:pt x="48947" y="51284"/>
                      <a:pt x="45095" y="54000"/>
                      <a:pt x="41495" y="55516"/>
                    </a:cubicBezTo>
                    <a:cubicBezTo>
                      <a:pt x="37895" y="57032"/>
                      <a:pt x="33790" y="57789"/>
                      <a:pt x="29116" y="57789"/>
                    </a:cubicBezTo>
                    <a:cubicBezTo>
                      <a:pt x="20589" y="57789"/>
                      <a:pt x="13579" y="55074"/>
                      <a:pt x="8147" y="49642"/>
                    </a:cubicBezTo>
                    <a:cubicBezTo>
                      <a:pt x="2716" y="44211"/>
                      <a:pt x="0" y="37263"/>
                      <a:pt x="0" y="28800"/>
                    </a:cubicBezTo>
                    <a:cubicBezTo>
                      <a:pt x="0" y="23305"/>
                      <a:pt x="1263" y="18442"/>
                      <a:pt x="3726" y="14211"/>
                    </a:cubicBezTo>
                    <a:cubicBezTo>
                      <a:pt x="6189" y="9979"/>
                      <a:pt x="9726" y="6505"/>
                      <a:pt x="14337" y="3916"/>
                    </a:cubicBezTo>
                    <a:cubicBezTo>
                      <a:pt x="18947" y="1326"/>
                      <a:pt x="23937" y="0"/>
                      <a:pt x="29242" y="0"/>
                    </a:cubicBezTo>
                    <a:cubicBezTo>
                      <a:pt x="33790" y="0"/>
                      <a:pt x="38147" y="947"/>
                      <a:pt x="42316" y="2842"/>
                    </a:cubicBezTo>
                    <a:cubicBezTo>
                      <a:pt x="46484" y="4737"/>
                      <a:pt x="50147" y="7453"/>
                      <a:pt x="53179" y="10989"/>
                    </a:cubicBez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12" name="Полилиния: фигура 111">
                <a:extLst>
                  <a:ext uri="{FF2B5EF4-FFF2-40B4-BE49-F238E27FC236}">
                    <a16:creationId xmlns:a16="http://schemas.microsoft.com/office/drawing/2014/main" id="{E1BD6910-3495-B625-1F7B-85BC81B3DB5A}"/>
                  </a:ext>
                </a:extLst>
              </p:cNvPr>
              <p:cNvSpPr/>
              <p:nvPr/>
            </p:nvSpPr>
            <p:spPr>
              <a:xfrm>
                <a:off x="2181588" y="917515"/>
                <a:ext cx="64673" cy="54947"/>
              </a:xfrm>
              <a:custGeom>
                <a:avLst/>
                <a:gdLst>
                  <a:gd name="connsiteX0" fmla="*/ 9537 w 64673"/>
                  <a:gd name="connsiteY0" fmla="*/ 0 h 54947"/>
                  <a:gd name="connsiteX1" fmla="*/ 19705 w 64673"/>
                  <a:gd name="connsiteY1" fmla="*/ 0 h 54947"/>
                  <a:gd name="connsiteX2" fmla="*/ 32463 w 64673"/>
                  <a:gd name="connsiteY2" fmla="*/ 38337 h 54947"/>
                  <a:gd name="connsiteX3" fmla="*/ 45284 w 64673"/>
                  <a:gd name="connsiteY3" fmla="*/ 0 h 54947"/>
                  <a:gd name="connsiteX4" fmla="*/ 55453 w 64673"/>
                  <a:gd name="connsiteY4" fmla="*/ 0 h 54947"/>
                  <a:gd name="connsiteX5" fmla="*/ 64674 w 64673"/>
                  <a:gd name="connsiteY5" fmla="*/ 54947 h 54947"/>
                  <a:gd name="connsiteX6" fmla="*/ 54568 w 64673"/>
                  <a:gd name="connsiteY6" fmla="*/ 54947 h 54947"/>
                  <a:gd name="connsiteX7" fmla="*/ 48695 w 64673"/>
                  <a:gd name="connsiteY7" fmla="*/ 20274 h 54947"/>
                  <a:gd name="connsiteX8" fmla="*/ 37011 w 64673"/>
                  <a:gd name="connsiteY8" fmla="*/ 54947 h 54947"/>
                  <a:gd name="connsiteX9" fmla="*/ 27790 w 64673"/>
                  <a:gd name="connsiteY9" fmla="*/ 54947 h 54947"/>
                  <a:gd name="connsiteX10" fmla="*/ 16232 w 64673"/>
                  <a:gd name="connsiteY10" fmla="*/ 20274 h 54947"/>
                  <a:gd name="connsiteX11" fmla="*/ 10168 w 64673"/>
                  <a:gd name="connsiteY11" fmla="*/ 54947 h 54947"/>
                  <a:gd name="connsiteX12" fmla="*/ 0 w 64673"/>
                  <a:gd name="connsiteY12" fmla="*/ 54947 h 54947"/>
                  <a:gd name="connsiteX13" fmla="*/ 9537 w 64673"/>
                  <a:gd name="connsiteY13" fmla="*/ 0 h 5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4673" h="54947">
                    <a:moveTo>
                      <a:pt x="9537" y="0"/>
                    </a:moveTo>
                    <a:lnTo>
                      <a:pt x="19705" y="0"/>
                    </a:lnTo>
                    <a:lnTo>
                      <a:pt x="32463" y="38337"/>
                    </a:lnTo>
                    <a:lnTo>
                      <a:pt x="45284" y="0"/>
                    </a:lnTo>
                    <a:lnTo>
                      <a:pt x="55453" y="0"/>
                    </a:lnTo>
                    <a:lnTo>
                      <a:pt x="64674" y="54947"/>
                    </a:lnTo>
                    <a:lnTo>
                      <a:pt x="54568" y="54947"/>
                    </a:lnTo>
                    <a:lnTo>
                      <a:pt x="48695" y="20274"/>
                    </a:lnTo>
                    <a:lnTo>
                      <a:pt x="37011" y="54947"/>
                    </a:lnTo>
                    <a:lnTo>
                      <a:pt x="27790" y="54947"/>
                    </a:lnTo>
                    <a:lnTo>
                      <a:pt x="16232" y="20274"/>
                    </a:lnTo>
                    <a:lnTo>
                      <a:pt x="10168" y="54947"/>
                    </a:lnTo>
                    <a:lnTo>
                      <a:pt x="0" y="54947"/>
                    </a:lnTo>
                    <a:lnTo>
                      <a:pt x="9537" y="0"/>
                    </a:ln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13" name="Полилиния: фигура 112">
                <a:extLst>
                  <a:ext uri="{FF2B5EF4-FFF2-40B4-BE49-F238E27FC236}">
                    <a16:creationId xmlns:a16="http://schemas.microsoft.com/office/drawing/2014/main" id="{C6D723BB-CB9A-8E89-FE99-3D1B5347F450}"/>
                  </a:ext>
                </a:extLst>
              </p:cNvPr>
              <p:cNvSpPr/>
              <p:nvPr/>
            </p:nvSpPr>
            <p:spPr>
              <a:xfrm>
                <a:off x="2251883" y="916189"/>
                <a:ext cx="57094" cy="57726"/>
              </a:xfrm>
              <a:custGeom>
                <a:avLst/>
                <a:gdLst>
                  <a:gd name="connsiteX0" fmla="*/ 28674 w 57094"/>
                  <a:gd name="connsiteY0" fmla="*/ 0 h 57726"/>
                  <a:gd name="connsiteX1" fmla="*/ 48695 w 57094"/>
                  <a:gd name="connsiteY1" fmla="*/ 8463 h 57726"/>
                  <a:gd name="connsiteX2" fmla="*/ 57095 w 57094"/>
                  <a:gd name="connsiteY2" fmla="*/ 29053 h 57726"/>
                  <a:gd name="connsiteX3" fmla="*/ 48821 w 57094"/>
                  <a:gd name="connsiteY3" fmla="*/ 49389 h 57726"/>
                  <a:gd name="connsiteX4" fmla="*/ 28737 w 57094"/>
                  <a:gd name="connsiteY4" fmla="*/ 57726 h 57726"/>
                  <a:gd name="connsiteX5" fmla="*/ 8211 w 57094"/>
                  <a:gd name="connsiteY5" fmla="*/ 49200 h 57726"/>
                  <a:gd name="connsiteX6" fmla="*/ 0 w 57094"/>
                  <a:gd name="connsiteY6" fmla="*/ 28863 h 57726"/>
                  <a:gd name="connsiteX7" fmla="*/ 3790 w 57094"/>
                  <a:gd name="connsiteY7" fmla="*/ 14400 h 57726"/>
                  <a:gd name="connsiteX8" fmla="*/ 14274 w 57094"/>
                  <a:gd name="connsiteY8" fmla="*/ 3916 h 57726"/>
                  <a:gd name="connsiteX9" fmla="*/ 28611 w 57094"/>
                  <a:gd name="connsiteY9" fmla="*/ 63 h 57726"/>
                  <a:gd name="connsiteX10" fmla="*/ 28547 w 57094"/>
                  <a:gd name="connsiteY10" fmla="*/ 10232 h 57726"/>
                  <a:gd name="connsiteX11" fmla="*/ 15726 w 57094"/>
                  <a:gd name="connsiteY11" fmla="*/ 15537 h 57726"/>
                  <a:gd name="connsiteX12" fmla="*/ 10547 w 57094"/>
                  <a:gd name="connsiteY12" fmla="*/ 28989 h 57726"/>
                  <a:gd name="connsiteX13" fmla="*/ 17116 w 57094"/>
                  <a:gd name="connsiteY13" fmla="*/ 43389 h 57726"/>
                  <a:gd name="connsiteX14" fmla="*/ 28800 w 57094"/>
                  <a:gd name="connsiteY14" fmla="*/ 47558 h 57726"/>
                  <a:gd name="connsiteX15" fmla="*/ 41495 w 57094"/>
                  <a:gd name="connsiteY15" fmla="*/ 42189 h 57726"/>
                  <a:gd name="connsiteX16" fmla="*/ 46737 w 57094"/>
                  <a:gd name="connsiteY16" fmla="*/ 28926 h 57726"/>
                  <a:gd name="connsiteX17" fmla="*/ 41495 w 57094"/>
                  <a:gd name="connsiteY17" fmla="*/ 15663 h 57726"/>
                  <a:gd name="connsiteX18" fmla="*/ 28674 w 57094"/>
                  <a:gd name="connsiteY18" fmla="*/ 10232 h 57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7094" h="57726">
                    <a:moveTo>
                      <a:pt x="28674" y="0"/>
                    </a:moveTo>
                    <a:cubicBezTo>
                      <a:pt x="36442" y="0"/>
                      <a:pt x="43137" y="2842"/>
                      <a:pt x="48695" y="8463"/>
                    </a:cubicBezTo>
                    <a:cubicBezTo>
                      <a:pt x="54253" y="14084"/>
                      <a:pt x="57095" y="20968"/>
                      <a:pt x="57095" y="29053"/>
                    </a:cubicBezTo>
                    <a:cubicBezTo>
                      <a:pt x="57095" y="37137"/>
                      <a:pt x="54316" y="43832"/>
                      <a:pt x="48821" y="49389"/>
                    </a:cubicBezTo>
                    <a:cubicBezTo>
                      <a:pt x="43326" y="54947"/>
                      <a:pt x="36632" y="57726"/>
                      <a:pt x="28737" y="57726"/>
                    </a:cubicBezTo>
                    <a:cubicBezTo>
                      <a:pt x="20842" y="57726"/>
                      <a:pt x="13642" y="54884"/>
                      <a:pt x="8211" y="49200"/>
                    </a:cubicBezTo>
                    <a:cubicBezTo>
                      <a:pt x="2779" y="43516"/>
                      <a:pt x="0" y="36758"/>
                      <a:pt x="0" y="28863"/>
                    </a:cubicBezTo>
                    <a:cubicBezTo>
                      <a:pt x="0" y="23621"/>
                      <a:pt x="1263" y="18758"/>
                      <a:pt x="3790" y="14400"/>
                    </a:cubicBezTo>
                    <a:cubicBezTo>
                      <a:pt x="6316" y="9979"/>
                      <a:pt x="9853" y="6505"/>
                      <a:pt x="14274" y="3916"/>
                    </a:cubicBezTo>
                    <a:cubicBezTo>
                      <a:pt x="18695" y="1326"/>
                      <a:pt x="23495" y="63"/>
                      <a:pt x="28611" y="63"/>
                    </a:cubicBezTo>
                    <a:close/>
                    <a:moveTo>
                      <a:pt x="28547" y="10232"/>
                    </a:moveTo>
                    <a:cubicBezTo>
                      <a:pt x="23495" y="10232"/>
                      <a:pt x="19200" y="12000"/>
                      <a:pt x="15726" y="15537"/>
                    </a:cubicBezTo>
                    <a:cubicBezTo>
                      <a:pt x="12253" y="19074"/>
                      <a:pt x="10547" y="23558"/>
                      <a:pt x="10547" y="28989"/>
                    </a:cubicBezTo>
                    <a:cubicBezTo>
                      <a:pt x="10547" y="35053"/>
                      <a:pt x="12695" y="39853"/>
                      <a:pt x="17116" y="43389"/>
                    </a:cubicBezTo>
                    <a:cubicBezTo>
                      <a:pt x="20526" y="46168"/>
                      <a:pt x="24379" y="47558"/>
                      <a:pt x="28800" y="47558"/>
                    </a:cubicBezTo>
                    <a:cubicBezTo>
                      <a:pt x="33790" y="47558"/>
                      <a:pt x="37958" y="45789"/>
                      <a:pt x="41495" y="42189"/>
                    </a:cubicBezTo>
                    <a:cubicBezTo>
                      <a:pt x="44968" y="38589"/>
                      <a:pt x="46737" y="34168"/>
                      <a:pt x="46737" y="28926"/>
                    </a:cubicBezTo>
                    <a:cubicBezTo>
                      <a:pt x="46737" y="23684"/>
                      <a:pt x="44968" y="19263"/>
                      <a:pt x="41495" y="15663"/>
                    </a:cubicBezTo>
                    <a:cubicBezTo>
                      <a:pt x="37958" y="12063"/>
                      <a:pt x="33726" y="10232"/>
                      <a:pt x="28674" y="10232"/>
                    </a:cubicBez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14" name="Полилиния: фигура 113">
                <a:extLst>
                  <a:ext uri="{FF2B5EF4-FFF2-40B4-BE49-F238E27FC236}">
                    <a16:creationId xmlns:a16="http://schemas.microsoft.com/office/drawing/2014/main" id="{12836AA8-198B-1669-2ACC-2D2B07C64211}"/>
                  </a:ext>
                </a:extLst>
              </p:cNvPr>
              <p:cNvSpPr/>
              <p:nvPr/>
            </p:nvSpPr>
            <p:spPr>
              <a:xfrm>
                <a:off x="2316114" y="915873"/>
                <a:ext cx="53178" cy="57789"/>
              </a:xfrm>
              <a:custGeom>
                <a:avLst/>
                <a:gdLst>
                  <a:gd name="connsiteX0" fmla="*/ 53179 w 53178"/>
                  <a:gd name="connsiteY0" fmla="*/ 11305 h 57789"/>
                  <a:gd name="connsiteX1" fmla="*/ 45853 w 53178"/>
                  <a:gd name="connsiteY1" fmla="*/ 18253 h 57789"/>
                  <a:gd name="connsiteX2" fmla="*/ 29053 w 53178"/>
                  <a:gd name="connsiteY2" fmla="*/ 10358 h 57789"/>
                  <a:gd name="connsiteX3" fmla="*/ 15789 w 53178"/>
                  <a:gd name="connsiteY3" fmla="*/ 15726 h 57789"/>
                  <a:gd name="connsiteX4" fmla="*/ 10421 w 53178"/>
                  <a:gd name="connsiteY4" fmla="*/ 28989 h 57789"/>
                  <a:gd name="connsiteX5" fmla="*/ 12821 w 53178"/>
                  <a:gd name="connsiteY5" fmla="*/ 38716 h 57789"/>
                  <a:gd name="connsiteX6" fmla="*/ 19579 w 53178"/>
                  <a:gd name="connsiteY6" fmla="*/ 45411 h 57789"/>
                  <a:gd name="connsiteX7" fmla="*/ 29305 w 53178"/>
                  <a:gd name="connsiteY7" fmla="*/ 47811 h 57789"/>
                  <a:gd name="connsiteX8" fmla="*/ 37642 w 53178"/>
                  <a:gd name="connsiteY8" fmla="*/ 46105 h 57789"/>
                  <a:gd name="connsiteX9" fmla="*/ 45916 w 53178"/>
                  <a:gd name="connsiteY9" fmla="*/ 39916 h 57789"/>
                  <a:gd name="connsiteX10" fmla="*/ 52989 w 53178"/>
                  <a:gd name="connsiteY10" fmla="*/ 47305 h 57789"/>
                  <a:gd name="connsiteX11" fmla="*/ 41495 w 53178"/>
                  <a:gd name="connsiteY11" fmla="*/ 55516 h 57789"/>
                  <a:gd name="connsiteX12" fmla="*/ 29116 w 53178"/>
                  <a:gd name="connsiteY12" fmla="*/ 57789 h 57789"/>
                  <a:gd name="connsiteX13" fmla="*/ 8147 w 53178"/>
                  <a:gd name="connsiteY13" fmla="*/ 49642 h 57789"/>
                  <a:gd name="connsiteX14" fmla="*/ 0 w 53178"/>
                  <a:gd name="connsiteY14" fmla="*/ 28800 h 57789"/>
                  <a:gd name="connsiteX15" fmla="*/ 3726 w 53178"/>
                  <a:gd name="connsiteY15" fmla="*/ 14211 h 57789"/>
                  <a:gd name="connsiteX16" fmla="*/ 14337 w 53178"/>
                  <a:gd name="connsiteY16" fmla="*/ 3916 h 57789"/>
                  <a:gd name="connsiteX17" fmla="*/ 29242 w 53178"/>
                  <a:gd name="connsiteY17" fmla="*/ 0 h 57789"/>
                  <a:gd name="connsiteX18" fmla="*/ 42316 w 53178"/>
                  <a:gd name="connsiteY18" fmla="*/ 2842 h 57789"/>
                  <a:gd name="connsiteX19" fmla="*/ 53179 w 53178"/>
                  <a:gd name="connsiteY19" fmla="*/ 10989 h 577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3178" h="57789">
                    <a:moveTo>
                      <a:pt x="53179" y="11305"/>
                    </a:moveTo>
                    <a:lnTo>
                      <a:pt x="45853" y="18253"/>
                    </a:lnTo>
                    <a:cubicBezTo>
                      <a:pt x="40863" y="13011"/>
                      <a:pt x="35305" y="10358"/>
                      <a:pt x="29053" y="10358"/>
                    </a:cubicBezTo>
                    <a:cubicBezTo>
                      <a:pt x="23811" y="10358"/>
                      <a:pt x="19390" y="12126"/>
                      <a:pt x="15789" y="15726"/>
                    </a:cubicBezTo>
                    <a:cubicBezTo>
                      <a:pt x="12190" y="19326"/>
                      <a:pt x="10421" y="23747"/>
                      <a:pt x="10421" y="28989"/>
                    </a:cubicBezTo>
                    <a:cubicBezTo>
                      <a:pt x="10421" y="32653"/>
                      <a:pt x="11242" y="35874"/>
                      <a:pt x="12821" y="38716"/>
                    </a:cubicBezTo>
                    <a:cubicBezTo>
                      <a:pt x="14400" y="41558"/>
                      <a:pt x="16674" y="43768"/>
                      <a:pt x="19579" y="45411"/>
                    </a:cubicBezTo>
                    <a:cubicBezTo>
                      <a:pt x="22484" y="47053"/>
                      <a:pt x="25705" y="47811"/>
                      <a:pt x="29305" y="47811"/>
                    </a:cubicBezTo>
                    <a:cubicBezTo>
                      <a:pt x="32337" y="47811"/>
                      <a:pt x="35116" y="47242"/>
                      <a:pt x="37642" y="46105"/>
                    </a:cubicBezTo>
                    <a:cubicBezTo>
                      <a:pt x="40168" y="44968"/>
                      <a:pt x="42884" y="42884"/>
                      <a:pt x="45916" y="39916"/>
                    </a:cubicBezTo>
                    <a:lnTo>
                      <a:pt x="52989" y="47305"/>
                    </a:lnTo>
                    <a:cubicBezTo>
                      <a:pt x="48947" y="51284"/>
                      <a:pt x="45095" y="54000"/>
                      <a:pt x="41495" y="55516"/>
                    </a:cubicBezTo>
                    <a:cubicBezTo>
                      <a:pt x="37895" y="57032"/>
                      <a:pt x="33790" y="57789"/>
                      <a:pt x="29116" y="57789"/>
                    </a:cubicBezTo>
                    <a:cubicBezTo>
                      <a:pt x="20589" y="57789"/>
                      <a:pt x="13579" y="55074"/>
                      <a:pt x="8147" y="49642"/>
                    </a:cubicBezTo>
                    <a:cubicBezTo>
                      <a:pt x="2716" y="44211"/>
                      <a:pt x="0" y="37263"/>
                      <a:pt x="0" y="28800"/>
                    </a:cubicBezTo>
                    <a:cubicBezTo>
                      <a:pt x="0" y="23305"/>
                      <a:pt x="1263" y="18442"/>
                      <a:pt x="3726" y="14211"/>
                    </a:cubicBezTo>
                    <a:cubicBezTo>
                      <a:pt x="6189" y="9979"/>
                      <a:pt x="9726" y="6505"/>
                      <a:pt x="14337" y="3916"/>
                    </a:cubicBezTo>
                    <a:cubicBezTo>
                      <a:pt x="18947" y="1326"/>
                      <a:pt x="23937" y="0"/>
                      <a:pt x="29242" y="0"/>
                    </a:cubicBezTo>
                    <a:cubicBezTo>
                      <a:pt x="33790" y="0"/>
                      <a:pt x="38147" y="947"/>
                      <a:pt x="42316" y="2842"/>
                    </a:cubicBezTo>
                    <a:cubicBezTo>
                      <a:pt x="46484" y="4737"/>
                      <a:pt x="50147" y="7453"/>
                      <a:pt x="53179" y="10989"/>
                    </a:cubicBez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15" name="Полилиния: фигура 114">
                <a:extLst>
                  <a:ext uri="{FF2B5EF4-FFF2-40B4-BE49-F238E27FC236}">
                    <a16:creationId xmlns:a16="http://schemas.microsoft.com/office/drawing/2014/main" id="{5C26B15D-7D32-5632-7133-E6FD4BE99A81}"/>
                  </a:ext>
                </a:extLst>
              </p:cNvPr>
              <p:cNvSpPr/>
              <p:nvPr/>
            </p:nvSpPr>
            <p:spPr>
              <a:xfrm>
                <a:off x="2378514" y="917515"/>
                <a:ext cx="39852" cy="54947"/>
              </a:xfrm>
              <a:custGeom>
                <a:avLst/>
                <a:gdLst>
                  <a:gd name="connsiteX0" fmla="*/ 0 w 39852"/>
                  <a:gd name="connsiteY0" fmla="*/ 0 h 54947"/>
                  <a:gd name="connsiteX1" fmla="*/ 10547 w 39852"/>
                  <a:gd name="connsiteY1" fmla="*/ 0 h 54947"/>
                  <a:gd name="connsiteX2" fmla="*/ 10547 w 39852"/>
                  <a:gd name="connsiteY2" fmla="*/ 18947 h 54947"/>
                  <a:gd name="connsiteX3" fmla="*/ 25453 w 39852"/>
                  <a:gd name="connsiteY3" fmla="*/ 0 h 54947"/>
                  <a:gd name="connsiteX4" fmla="*/ 38021 w 39852"/>
                  <a:gd name="connsiteY4" fmla="*/ 0 h 54947"/>
                  <a:gd name="connsiteX5" fmla="*/ 18821 w 39852"/>
                  <a:gd name="connsiteY5" fmla="*/ 24505 h 54947"/>
                  <a:gd name="connsiteX6" fmla="*/ 39853 w 39852"/>
                  <a:gd name="connsiteY6" fmla="*/ 54947 h 54947"/>
                  <a:gd name="connsiteX7" fmla="*/ 27474 w 39852"/>
                  <a:gd name="connsiteY7" fmla="*/ 54947 h 54947"/>
                  <a:gd name="connsiteX8" fmla="*/ 10547 w 39852"/>
                  <a:gd name="connsiteY8" fmla="*/ 30568 h 54947"/>
                  <a:gd name="connsiteX9" fmla="*/ 10547 w 39852"/>
                  <a:gd name="connsiteY9" fmla="*/ 54947 h 54947"/>
                  <a:gd name="connsiteX10" fmla="*/ 0 w 39852"/>
                  <a:gd name="connsiteY10" fmla="*/ 54947 h 54947"/>
                  <a:gd name="connsiteX11" fmla="*/ 0 w 39852"/>
                  <a:gd name="connsiteY11" fmla="*/ 0 h 5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9852" h="54947">
                    <a:moveTo>
                      <a:pt x="0" y="0"/>
                    </a:moveTo>
                    <a:lnTo>
                      <a:pt x="10547" y="0"/>
                    </a:lnTo>
                    <a:lnTo>
                      <a:pt x="10547" y="18947"/>
                    </a:lnTo>
                    <a:lnTo>
                      <a:pt x="25453" y="0"/>
                    </a:lnTo>
                    <a:lnTo>
                      <a:pt x="38021" y="0"/>
                    </a:lnTo>
                    <a:lnTo>
                      <a:pt x="18821" y="24505"/>
                    </a:lnTo>
                    <a:lnTo>
                      <a:pt x="39853" y="54947"/>
                    </a:lnTo>
                    <a:lnTo>
                      <a:pt x="27474" y="54947"/>
                    </a:lnTo>
                    <a:lnTo>
                      <a:pt x="10547" y="30568"/>
                    </a:lnTo>
                    <a:lnTo>
                      <a:pt x="10547" y="54947"/>
                    </a:lnTo>
                    <a:lnTo>
                      <a:pt x="0" y="549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16" name="Полилиния: фигура 115">
                <a:extLst>
                  <a:ext uri="{FF2B5EF4-FFF2-40B4-BE49-F238E27FC236}">
                    <a16:creationId xmlns:a16="http://schemas.microsoft.com/office/drawing/2014/main" id="{78DB764F-6D83-DA10-5A62-742EA0E9F12C}"/>
                  </a:ext>
                </a:extLst>
              </p:cNvPr>
              <p:cNvSpPr/>
              <p:nvPr/>
            </p:nvSpPr>
            <p:spPr>
              <a:xfrm>
                <a:off x="2425883" y="917515"/>
                <a:ext cx="34421" cy="54947"/>
              </a:xfrm>
              <a:custGeom>
                <a:avLst/>
                <a:gdLst>
                  <a:gd name="connsiteX0" fmla="*/ 0 w 34421"/>
                  <a:gd name="connsiteY0" fmla="*/ 54947 h 54947"/>
                  <a:gd name="connsiteX1" fmla="*/ 0 w 34421"/>
                  <a:gd name="connsiteY1" fmla="*/ 0 h 54947"/>
                  <a:gd name="connsiteX2" fmla="*/ 8653 w 34421"/>
                  <a:gd name="connsiteY2" fmla="*/ 0 h 54947"/>
                  <a:gd name="connsiteX3" fmla="*/ 19642 w 34421"/>
                  <a:gd name="connsiteY3" fmla="*/ 947 h 54947"/>
                  <a:gd name="connsiteX4" fmla="*/ 27474 w 34421"/>
                  <a:gd name="connsiteY4" fmla="*/ 5811 h 54947"/>
                  <a:gd name="connsiteX5" fmla="*/ 30379 w 34421"/>
                  <a:gd name="connsiteY5" fmla="*/ 14211 h 54947"/>
                  <a:gd name="connsiteX6" fmla="*/ 29053 w 34421"/>
                  <a:gd name="connsiteY6" fmla="*/ 19895 h 54947"/>
                  <a:gd name="connsiteX7" fmla="*/ 24758 w 34421"/>
                  <a:gd name="connsiteY7" fmla="*/ 24695 h 54947"/>
                  <a:gd name="connsiteX8" fmla="*/ 32084 w 34421"/>
                  <a:gd name="connsiteY8" fmla="*/ 30568 h 54947"/>
                  <a:gd name="connsiteX9" fmla="*/ 34421 w 34421"/>
                  <a:gd name="connsiteY9" fmla="*/ 38905 h 54947"/>
                  <a:gd name="connsiteX10" fmla="*/ 32021 w 34421"/>
                  <a:gd name="connsiteY10" fmla="*/ 47368 h 54947"/>
                  <a:gd name="connsiteX11" fmla="*/ 25832 w 34421"/>
                  <a:gd name="connsiteY11" fmla="*/ 53053 h 54947"/>
                  <a:gd name="connsiteX12" fmla="*/ 15411 w 34421"/>
                  <a:gd name="connsiteY12" fmla="*/ 54947 h 54947"/>
                  <a:gd name="connsiteX13" fmla="*/ 0 w 34421"/>
                  <a:gd name="connsiteY13" fmla="*/ 54947 h 54947"/>
                  <a:gd name="connsiteX14" fmla="*/ 10484 w 34421"/>
                  <a:gd name="connsiteY14" fmla="*/ 9979 h 54947"/>
                  <a:gd name="connsiteX15" fmla="*/ 10484 w 34421"/>
                  <a:gd name="connsiteY15" fmla="*/ 21537 h 54947"/>
                  <a:gd name="connsiteX16" fmla="*/ 12758 w 34421"/>
                  <a:gd name="connsiteY16" fmla="*/ 21537 h 54947"/>
                  <a:gd name="connsiteX17" fmla="*/ 18442 w 34421"/>
                  <a:gd name="connsiteY17" fmla="*/ 19958 h 54947"/>
                  <a:gd name="connsiteX18" fmla="*/ 20274 w 34421"/>
                  <a:gd name="connsiteY18" fmla="*/ 15600 h 54947"/>
                  <a:gd name="connsiteX19" fmla="*/ 18505 w 34421"/>
                  <a:gd name="connsiteY19" fmla="*/ 11495 h 54947"/>
                  <a:gd name="connsiteX20" fmla="*/ 13137 w 34421"/>
                  <a:gd name="connsiteY20" fmla="*/ 9979 h 54947"/>
                  <a:gd name="connsiteX21" fmla="*/ 10421 w 34421"/>
                  <a:gd name="connsiteY21" fmla="*/ 9979 h 54947"/>
                  <a:gd name="connsiteX22" fmla="*/ 10484 w 34421"/>
                  <a:gd name="connsiteY22" fmla="*/ 30884 h 54947"/>
                  <a:gd name="connsiteX23" fmla="*/ 10484 w 34421"/>
                  <a:gd name="connsiteY23" fmla="*/ 44968 h 54947"/>
                  <a:gd name="connsiteX24" fmla="*/ 13137 w 34421"/>
                  <a:gd name="connsiteY24" fmla="*/ 44968 h 54947"/>
                  <a:gd name="connsiteX25" fmla="*/ 21916 w 34421"/>
                  <a:gd name="connsiteY25" fmla="*/ 43326 h 54947"/>
                  <a:gd name="connsiteX26" fmla="*/ 24189 w 34421"/>
                  <a:gd name="connsiteY26" fmla="*/ 38526 h 54947"/>
                  <a:gd name="connsiteX27" fmla="*/ 21537 w 34421"/>
                  <a:gd name="connsiteY27" fmla="*/ 32905 h 54947"/>
                  <a:gd name="connsiteX28" fmla="*/ 12695 w 34421"/>
                  <a:gd name="connsiteY28" fmla="*/ 30821 h 54947"/>
                  <a:gd name="connsiteX29" fmla="*/ 10547 w 34421"/>
                  <a:gd name="connsiteY29" fmla="*/ 30821 h 5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4421" h="54947">
                    <a:moveTo>
                      <a:pt x="0" y="54947"/>
                    </a:moveTo>
                    <a:lnTo>
                      <a:pt x="0" y="0"/>
                    </a:lnTo>
                    <a:lnTo>
                      <a:pt x="8653" y="0"/>
                    </a:lnTo>
                    <a:cubicBezTo>
                      <a:pt x="13642" y="0"/>
                      <a:pt x="17305" y="316"/>
                      <a:pt x="19642" y="947"/>
                    </a:cubicBezTo>
                    <a:cubicBezTo>
                      <a:pt x="22926" y="1832"/>
                      <a:pt x="25579" y="3411"/>
                      <a:pt x="27474" y="5811"/>
                    </a:cubicBezTo>
                    <a:cubicBezTo>
                      <a:pt x="29431" y="8211"/>
                      <a:pt x="30379" y="10989"/>
                      <a:pt x="30379" y="14211"/>
                    </a:cubicBezTo>
                    <a:cubicBezTo>
                      <a:pt x="30379" y="16295"/>
                      <a:pt x="29937" y="18189"/>
                      <a:pt x="29053" y="19895"/>
                    </a:cubicBezTo>
                    <a:cubicBezTo>
                      <a:pt x="28168" y="21600"/>
                      <a:pt x="26716" y="23179"/>
                      <a:pt x="24758" y="24695"/>
                    </a:cubicBezTo>
                    <a:cubicBezTo>
                      <a:pt x="28105" y="26274"/>
                      <a:pt x="30568" y="28232"/>
                      <a:pt x="32084" y="30568"/>
                    </a:cubicBezTo>
                    <a:cubicBezTo>
                      <a:pt x="33600" y="32905"/>
                      <a:pt x="34421" y="35684"/>
                      <a:pt x="34421" y="38905"/>
                    </a:cubicBezTo>
                    <a:cubicBezTo>
                      <a:pt x="34421" y="42126"/>
                      <a:pt x="33600" y="44779"/>
                      <a:pt x="32021" y="47368"/>
                    </a:cubicBezTo>
                    <a:cubicBezTo>
                      <a:pt x="30442" y="49895"/>
                      <a:pt x="28358" y="51789"/>
                      <a:pt x="25832" y="53053"/>
                    </a:cubicBezTo>
                    <a:cubicBezTo>
                      <a:pt x="23305" y="54316"/>
                      <a:pt x="19832" y="54947"/>
                      <a:pt x="15411" y="54947"/>
                    </a:cubicBezTo>
                    <a:lnTo>
                      <a:pt x="0" y="54947"/>
                    </a:lnTo>
                    <a:close/>
                    <a:moveTo>
                      <a:pt x="10484" y="9979"/>
                    </a:moveTo>
                    <a:lnTo>
                      <a:pt x="10484" y="21537"/>
                    </a:lnTo>
                    <a:lnTo>
                      <a:pt x="12758" y="21537"/>
                    </a:lnTo>
                    <a:cubicBezTo>
                      <a:pt x="15284" y="21537"/>
                      <a:pt x="17179" y="21032"/>
                      <a:pt x="18442" y="19958"/>
                    </a:cubicBezTo>
                    <a:cubicBezTo>
                      <a:pt x="19705" y="18884"/>
                      <a:pt x="20274" y="17432"/>
                      <a:pt x="20274" y="15600"/>
                    </a:cubicBezTo>
                    <a:cubicBezTo>
                      <a:pt x="20274" y="13895"/>
                      <a:pt x="19705" y="12505"/>
                      <a:pt x="18505" y="11495"/>
                    </a:cubicBezTo>
                    <a:cubicBezTo>
                      <a:pt x="17305" y="10484"/>
                      <a:pt x="15537" y="9979"/>
                      <a:pt x="13137" y="9979"/>
                    </a:cubicBezTo>
                    <a:lnTo>
                      <a:pt x="10421" y="9979"/>
                    </a:lnTo>
                    <a:close/>
                    <a:moveTo>
                      <a:pt x="10484" y="30884"/>
                    </a:moveTo>
                    <a:lnTo>
                      <a:pt x="10484" y="44968"/>
                    </a:lnTo>
                    <a:lnTo>
                      <a:pt x="13137" y="44968"/>
                    </a:lnTo>
                    <a:cubicBezTo>
                      <a:pt x="17495" y="44968"/>
                      <a:pt x="20400" y="44400"/>
                      <a:pt x="21916" y="43326"/>
                    </a:cubicBezTo>
                    <a:cubicBezTo>
                      <a:pt x="23432" y="42253"/>
                      <a:pt x="24189" y="40611"/>
                      <a:pt x="24189" y="38526"/>
                    </a:cubicBezTo>
                    <a:cubicBezTo>
                      <a:pt x="24189" y="36189"/>
                      <a:pt x="23305" y="34295"/>
                      <a:pt x="21537" y="32905"/>
                    </a:cubicBezTo>
                    <a:cubicBezTo>
                      <a:pt x="19768" y="31516"/>
                      <a:pt x="16800" y="30821"/>
                      <a:pt x="12695" y="30821"/>
                    </a:cubicBezTo>
                    <a:lnTo>
                      <a:pt x="10547" y="30821"/>
                    </a:ln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17" name="Полилиния: фигура 116">
                <a:extLst>
                  <a:ext uri="{FF2B5EF4-FFF2-40B4-BE49-F238E27FC236}">
                    <a16:creationId xmlns:a16="http://schemas.microsoft.com/office/drawing/2014/main" id="{39F31386-9E7B-3951-3AC3-765DE07A4ED4}"/>
                  </a:ext>
                </a:extLst>
              </p:cNvPr>
              <p:cNvSpPr/>
              <p:nvPr/>
            </p:nvSpPr>
            <p:spPr>
              <a:xfrm>
                <a:off x="2470219" y="917515"/>
                <a:ext cx="52231" cy="54947"/>
              </a:xfrm>
              <a:custGeom>
                <a:avLst/>
                <a:gdLst>
                  <a:gd name="connsiteX0" fmla="*/ 0 w 52231"/>
                  <a:gd name="connsiteY0" fmla="*/ 54947 h 54947"/>
                  <a:gd name="connsiteX1" fmla="*/ 0 w 52231"/>
                  <a:gd name="connsiteY1" fmla="*/ 0 h 54947"/>
                  <a:gd name="connsiteX2" fmla="*/ 10484 w 52231"/>
                  <a:gd name="connsiteY2" fmla="*/ 0 h 54947"/>
                  <a:gd name="connsiteX3" fmla="*/ 10484 w 52231"/>
                  <a:gd name="connsiteY3" fmla="*/ 20716 h 54947"/>
                  <a:gd name="connsiteX4" fmla="*/ 12758 w 52231"/>
                  <a:gd name="connsiteY4" fmla="*/ 20716 h 54947"/>
                  <a:gd name="connsiteX5" fmla="*/ 23621 w 52231"/>
                  <a:gd name="connsiteY5" fmla="*/ 22232 h 54947"/>
                  <a:gd name="connsiteX6" fmla="*/ 31137 w 52231"/>
                  <a:gd name="connsiteY6" fmla="*/ 27979 h 54947"/>
                  <a:gd name="connsiteX7" fmla="*/ 34295 w 52231"/>
                  <a:gd name="connsiteY7" fmla="*/ 38211 h 54947"/>
                  <a:gd name="connsiteX8" fmla="*/ 31579 w 52231"/>
                  <a:gd name="connsiteY8" fmla="*/ 47747 h 54947"/>
                  <a:gd name="connsiteX9" fmla="*/ 25263 w 52231"/>
                  <a:gd name="connsiteY9" fmla="*/ 53305 h 54947"/>
                  <a:gd name="connsiteX10" fmla="*/ 15411 w 52231"/>
                  <a:gd name="connsiteY10" fmla="*/ 54947 h 54947"/>
                  <a:gd name="connsiteX11" fmla="*/ 63 w 52231"/>
                  <a:gd name="connsiteY11" fmla="*/ 54947 h 54947"/>
                  <a:gd name="connsiteX12" fmla="*/ 10484 w 52231"/>
                  <a:gd name="connsiteY12" fmla="*/ 30063 h 54947"/>
                  <a:gd name="connsiteX13" fmla="*/ 10484 w 52231"/>
                  <a:gd name="connsiteY13" fmla="*/ 44968 h 54947"/>
                  <a:gd name="connsiteX14" fmla="*/ 13074 w 52231"/>
                  <a:gd name="connsiteY14" fmla="*/ 44968 h 54947"/>
                  <a:gd name="connsiteX15" fmla="*/ 21726 w 52231"/>
                  <a:gd name="connsiteY15" fmla="*/ 43389 h 54947"/>
                  <a:gd name="connsiteX16" fmla="*/ 23937 w 52231"/>
                  <a:gd name="connsiteY16" fmla="*/ 37895 h 54947"/>
                  <a:gd name="connsiteX17" fmla="*/ 12632 w 52231"/>
                  <a:gd name="connsiteY17" fmla="*/ 30063 h 54947"/>
                  <a:gd name="connsiteX18" fmla="*/ 10484 w 52231"/>
                  <a:gd name="connsiteY18" fmla="*/ 30063 h 54947"/>
                  <a:gd name="connsiteX19" fmla="*/ 41874 w 52231"/>
                  <a:gd name="connsiteY19" fmla="*/ 0 h 54947"/>
                  <a:gd name="connsiteX20" fmla="*/ 52232 w 52231"/>
                  <a:gd name="connsiteY20" fmla="*/ 0 h 54947"/>
                  <a:gd name="connsiteX21" fmla="*/ 52232 w 52231"/>
                  <a:gd name="connsiteY21" fmla="*/ 54947 h 54947"/>
                  <a:gd name="connsiteX22" fmla="*/ 41874 w 52231"/>
                  <a:gd name="connsiteY22" fmla="*/ 54947 h 54947"/>
                  <a:gd name="connsiteX23" fmla="*/ 41874 w 52231"/>
                  <a:gd name="connsiteY23" fmla="*/ 0 h 54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52231" h="54947">
                    <a:moveTo>
                      <a:pt x="0" y="54947"/>
                    </a:moveTo>
                    <a:lnTo>
                      <a:pt x="0" y="0"/>
                    </a:lnTo>
                    <a:lnTo>
                      <a:pt x="10484" y="0"/>
                    </a:lnTo>
                    <a:lnTo>
                      <a:pt x="10484" y="20716"/>
                    </a:lnTo>
                    <a:lnTo>
                      <a:pt x="12758" y="20716"/>
                    </a:lnTo>
                    <a:cubicBezTo>
                      <a:pt x="17116" y="20716"/>
                      <a:pt x="20716" y="21221"/>
                      <a:pt x="23621" y="22232"/>
                    </a:cubicBezTo>
                    <a:cubicBezTo>
                      <a:pt x="26526" y="23242"/>
                      <a:pt x="29053" y="25137"/>
                      <a:pt x="31137" y="27979"/>
                    </a:cubicBezTo>
                    <a:cubicBezTo>
                      <a:pt x="33221" y="30821"/>
                      <a:pt x="34295" y="34232"/>
                      <a:pt x="34295" y="38211"/>
                    </a:cubicBezTo>
                    <a:cubicBezTo>
                      <a:pt x="34295" y="41937"/>
                      <a:pt x="33411" y="45158"/>
                      <a:pt x="31579" y="47747"/>
                    </a:cubicBezTo>
                    <a:cubicBezTo>
                      <a:pt x="29747" y="50337"/>
                      <a:pt x="27663" y="52232"/>
                      <a:pt x="25263" y="53305"/>
                    </a:cubicBezTo>
                    <a:cubicBezTo>
                      <a:pt x="22863" y="54379"/>
                      <a:pt x="19579" y="54947"/>
                      <a:pt x="15411" y="54947"/>
                    </a:cubicBezTo>
                    <a:lnTo>
                      <a:pt x="63" y="54947"/>
                    </a:lnTo>
                    <a:close/>
                    <a:moveTo>
                      <a:pt x="10484" y="30063"/>
                    </a:moveTo>
                    <a:lnTo>
                      <a:pt x="10484" y="44968"/>
                    </a:lnTo>
                    <a:lnTo>
                      <a:pt x="13074" y="44968"/>
                    </a:lnTo>
                    <a:cubicBezTo>
                      <a:pt x="17368" y="44968"/>
                      <a:pt x="20274" y="44463"/>
                      <a:pt x="21726" y="43389"/>
                    </a:cubicBezTo>
                    <a:cubicBezTo>
                      <a:pt x="23179" y="42316"/>
                      <a:pt x="23937" y="40484"/>
                      <a:pt x="23937" y="37895"/>
                    </a:cubicBezTo>
                    <a:cubicBezTo>
                      <a:pt x="23937" y="32716"/>
                      <a:pt x="20147" y="30063"/>
                      <a:pt x="12632" y="30063"/>
                    </a:cubicBezTo>
                    <a:lnTo>
                      <a:pt x="10484" y="30063"/>
                    </a:lnTo>
                    <a:close/>
                    <a:moveTo>
                      <a:pt x="41874" y="0"/>
                    </a:moveTo>
                    <a:lnTo>
                      <a:pt x="52232" y="0"/>
                    </a:lnTo>
                    <a:lnTo>
                      <a:pt x="52232" y="54947"/>
                    </a:lnTo>
                    <a:lnTo>
                      <a:pt x="41874" y="54947"/>
                    </a:lnTo>
                    <a:lnTo>
                      <a:pt x="41874" y="0"/>
                    </a:lnTo>
                    <a:close/>
                  </a:path>
                </a:pathLst>
              </a:custGeom>
              <a:solidFill>
                <a:srgbClr val="1D1D1B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</p:grpSp>
        <p:grpSp>
          <p:nvGrpSpPr>
            <p:cNvPr id="38" name="Рисунок 2">
              <a:extLst>
                <a:ext uri="{FF2B5EF4-FFF2-40B4-BE49-F238E27FC236}">
                  <a16:creationId xmlns:a16="http://schemas.microsoft.com/office/drawing/2014/main" id="{A156CDDA-2945-973B-86BB-D9823FF181F2}"/>
                </a:ext>
              </a:extLst>
            </p:cNvPr>
            <p:cNvGrpSpPr/>
            <p:nvPr/>
          </p:nvGrpSpPr>
          <p:grpSpPr>
            <a:xfrm>
              <a:off x="2516446" y="1017471"/>
              <a:ext cx="1080128" cy="1080000"/>
              <a:chOff x="1314114" y="719705"/>
              <a:chExt cx="358105" cy="358105"/>
            </a:xfrm>
            <a:solidFill>
              <a:srgbClr val="AA141E"/>
            </a:solidFill>
          </p:grpSpPr>
          <p:sp>
            <p:nvSpPr>
              <p:cNvPr id="39" name="Полилиния: фигура 38">
                <a:extLst>
                  <a:ext uri="{FF2B5EF4-FFF2-40B4-BE49-F238E27FC236}">
                    <a16:creationId xmlns:a16="http://schemas.microsoft.com/office/drawing/2014/main" id="{8A2F0FCD-0E78-1050-2B63-A612FA744E95}"/>
                  </a:ext>
                </a:extLst>
              </p:cNvPr>
              <p:cNvSpPr/>
              <p:nvPr/>
            </p:nvSpPr>
            <p:spPr>
              <a:xfrm>
                <a:off x="1404683" y="816968"/>
                <a:ext cx="136294" cy="193578"/>
              </a:xfrm>
              <a:custGeom>
                <a:avLst/>
                <a:gdLst>
                  <a:gd name="connsiteX0" fmla="*/ 89747 w 136294"/>
                  <a:gd name="connsiteY0" fmla="*/ 30505 h 193578"/>
                  <a:gd name="connsiteX1" fmla="*/ 130989 w 136294"/>
                  <a:gd name="connsiteY1" fmla="*/ 30505 h 193578"/>
                  <a:gd name="connsiteX2" fmla="*/ 131305 w 136294"/>
                  <a:gd name="connsiteY2" fmla="*/ 30253 h 193578"/>
                  <a:gd name="connsiteX3" fmla="*/ 131495 w 136294"/>
                  <a:gd name="connsiteY3" fmla="*/ 28674 h 193578"/>
                  <a:gd name="connsiteX4" fmla="*/ 131242 w 136294"/>
                  <a:gd name="connsiteY4" fmla="*/ 28295 h 193578"/>
                  <a:gd name="connsiteX5" fmla="*/ 29558 w 136294"/>
                  <a:gd name="connsiteY5" fmla="*/ 0 h 193578"/>
                  <a:gd name="connsiteX6" fmla="*/ 29368 w 136294"/>
                  <a:gd name="connsiteY6" fmla="*/ 0 h 193578"/>
                  <a:gd name="connsiteX7" fmla="*/ 28611 w 136294"/>
                  <a:gd name="connsiteY7" fmla="*/ 126 h 193578"/>
                  <a:gd name="connsiteX8" fmla="*/ 126 w 136294"/>
                  <a:gd name="connsiteY8" fmla="*/ 23053 h 193578"/>
                  <a:gd name="connsiteX9" fmla="*/ 0 w 136294"/>
                  <a:gd name="connsiteY9" fmla="*/ 23305 h 193578"/>
                  <a:gd name="connsiteX10" fmla="*/ 0 w 136294"/>
                  <a:gd name="connsiteY10" fmla="*/ 30568 h 193578"/>
                  <a:gd name="connsiteX11" fmla="*/ 316 w 136294"/>
                  <a:gd name="connsiteY11" fmla="*/ 30884 h 193578"/>
                  <a:gd name="connsiteX12" fmla="*/ 7642 w 136294"/>
                  <a:gd name="connsiteY12" fmla="*/ 30884 h 193578"/>
                  <a:gd name="connsiteX13" fmla="*/ 7958 w 136294"/>
                  <a:gd name="connsiteY13" fmla="*/ 30568 h 193578"/>
                  <a:gd name="connsiteX14" fmla="*/ 7958 w 136294"/>
                  <a:gd name="connsiteY14" fmla="*/ 27600 h 193578"/>
                  <a:gd name="connsiteX15" fmla="*/ 23053 w 136294"/>
                  <a:gd name="connsiteY15" fmla="*/ 27600 h 193578"/>
                  <a:gd name="connsiteX16" fmla="*/ 23053 w 136294"/>
                  <a:gd name="connsiteY16" fmla="*/ 39537 h 193578"/>
                  <a:gd name="connsiteX17" fmla="*/ 19895 w 136294"/>
                  <a:gd name="connsiteY17" fmla="*/ 39537 h 193578"/>
                  <a:gd name="connsiteX18" fmla="*/ 19579 w 136294"/>
                  <a:gd name="connsiteY18" fmla="*/ 39853 h 193578"/>
                  <a:gd name="connsiteX19" fmla="*/ 19579 w 136294"/>
                  <a:gd name="connsiteY19" fmla="*/ 46737 h 193578"/>
                  <a:gd name="connsiteX20" fmla="*/ 19895 w 136294"/>
                  <a:gd name="connsiteY20" fmla="*/ 47053 h 193578"/>
                  <a:gd name="connsiteX21" fmla="*/ 22989 w 136294"/>
                  <a:gd name="connsiteY21" fmla="*/ 47053 h 193578"/>
                  <a:gd name="connsiteX22" fmla="*/ 22863 w 136294"/>
                  <a:gd name="connsiteY22" fmla="*/ 178547 h 193578"/>
                  <a:gd name="connsiteX23" fmla="*/ 34232 w 136294"/>
                  <a:gd name="connsiteY23" fmla="*/ 185432 h 193578"/>
                  <a:gd name="connsiteX24" fmla="*/ 34421 w 136294"/>
                  <a:gd name="connsiteY24" fmla="*/ 46926 h 193578"/>
                  <a:gd name="connsiteX25" fmla="*/ 42884 w 136294"/>
                  <a:gd name="connsiteY25" fmla="*/ 46926 h 193578"/>
                  <a:gd name="connsiteX26" fmla="*/ 42884 w 136294"/>
                  <a:gd name="connsiteY26" fmla="*/ 49074 h 193578"/>
                  <a:gd name="connsiteX27" fmla="*/ 43200 w 136294"/>
                  <a:gd name="connsiteY27" fmla="*/ 49389 h 193578"/>
                  <a:gd name="connsiteX28" fmla="*/ 43958 w 136294"/>
                  <a:gd name="connsiteY28" fmla="*/ 49389 h 193578"/>
                  <a:gd name="connsiteX29" fmla="*/ 43832 w 136294"/>
                  <a:gd name="connsiteY29" fmla="*/ 189979 h 193578"/>
                  <a:gd name="connsiteX30" fmla="*/ 53621 w 136294"/>
                  <a:gd name="connsiteY30" fmla="*/ 193579 h 193578"/>
                  <a:gd name="connsiteX31" fmla="*/ 53747 w 136294"/>
                  <a:gd name="connsiteY31" fmla="*/ 49389 h 193578"/>
                  <a:gd name="connsiteX32" fmla="*/ 54442 w 136294"/>
                  <a:gd name="connsiteY32" fmla="*/ 49389 h 193578"/>
                  <a:gd name="connsiteX33" fmla="*/ 54758 w 136294"/>
                  <a:gd name="connsiteY33" fmla="*/ 49074 h 193578"/>
                  <a:gd name="connsiteX34" fmla="*/ 54758 w 136294"/>
                  <a:gd name="connsiteY34" fmla="*/ 46737 h 193578"/>
                  <a:gd name="connsiteX35" fmla="*/ 135789 w 136294"/>
                  <a:gd name="connsiteY35" fmla="*/ 46800 h 193578"/>
                  <a:gd name="connsiteX36" fmla="*/ 136105 w 136294"/>
                  <a:gd name="connsiteY36" fmla="*/ 46484 h 193578"/>
                  <a:gd name="connsiteX37" fmla="*/ 136295 w 136294"/>
                  <a:gd name="connsiteY37" fmla="*/ 44968 h 193578"/>
                  <a:gd name="connsiteX38" fmla="*/ 136042 w 136294"/>
                  <a:gd name="connsiteY38" fmla="*/ 44589 h 193578"/>
                  <a:gd name="connsiteX39" fmla="*/ 89495 w 136294"/>
                  <a:gd name="connsiteY39" fmla="*/ 30253 h 193578"/>
                  <a:gd name="connsiteX40" fmla="*/ 24126 w 136294"/>
                  <a:gd name="connsiteY40" fmla="*/ 21221 h 193578"/>
                  <a:gd name="connsiteX41" fmla="*/ 12758 w 136294"/>
                  <a:gd name="connsiteY41" fmla="*/ 21221 h 193578"/>
                  <a:gd name="connsiteX42" fmla="*/ 24505 w 136294"/>
                  <a:gd name="connsiteY42" fmla="*/ 11242 h 193578"/>
                  <a:gd name="connsiteX43" fmla="*/ 24189 w 136294"/>
                  <a:gd name="connsiteY43" fmla="*/ 21221 h 193578"/>
                  <a:gd name="connsiteX44" fmla="*/ 44084 w 136294"/>
                  <a:gd name="connsiteY44" fmla="*/ 39726 h 193578"/>
                  <a:gd name="connsiteX45" fmla="*/ 43326 w 136294"/>
                  <a:gd name="connsiteY45" fmla="*/ 39726 h 193578"/>
                  <a:gd name="connsiteX46" fmla="*/ 43326 w 136294"/>
                  <a:gd name="connsiteY46" fmla="*/ 39726 h 193578"/>
                  <a:gd name="connsiteX47" fmla="*/ 34547 w 136294"/>
                  <a:gd name="connsiteY47" fmla="*/ 39726 h 193578"/>
                  <a:gd name="connsiteX48" fmla="*/ 34547 w 136294"/>
                  <a:gd name="connsiteY48" fmla="*/ 33726 h 193578"/>
                  <a:gd name="connsiteX49" fmla="*/ 38147 w 136294"/>
                  <a:gd name="connsiteY49" fmla="*/ 30505 h 193578"/>
                  <a:gd name="connsiteX50" fmla="*/ 45663 w 136294"/>
                  <a:gd name="connsiteY50" fmla="*/ 30505 h 193578"/>
                  <a:gd name="connsiteX51" fmla="*/ 44084 w 136294"/>
                  <a:gd name="connsiteY51" fmla="*/ 39726 h 193578"/>
                  <a:gd name="connsiteX52" fmla="*/ 47621 w 136294"/>
                  <a:gd name="connsiteY52" fmla="*/ 19074 h 193578"/>
                  <a:gd name="connsiteX53" fmla="*/ 44589 w 136294"/>
                  <a:gd name="connsiteY53" fmla="*/ 21158 h 193578"/>
                  <a:gd name="connsiteX54" fmla="*/ 34358 w 136294"/>
                  <a:gd name="connsiteY54" fmla="*/ 21158 h 193578"/>
                  <a:gd name="connsiteX55" fmla="*/ 33726 w 136294"/>
                  <a:gd name="connsiteY55" fmla="*/ 8589 h 193578"/>
                  <a:gd name="connsiteX56" fmla="*/ 88421 w 136294"/>
                  <a:gd name="connsiteY56" fmla="*/ 22737 h 193578"/>
                  <a:gd name="connsiteX57" fmla="*/ 63474 w 136294"/>
                  <a:gd name="connsiteY57" fmla="*/ 22421 h 193578"/>
                  <a:gd name="connsiteX58" fmla="*/ 52547 w 136294"/>
                  <a:gd name="connsiteY58" fmla="*/ 19074 h 193578"/>
                  <a:gd name="connsiteX59" fmla="*/ 47684 w 136294"/>
                  <a:gd name="connsiteY59" fmla="*/ 19074 h 193578"/>
                  <a:gd name="connsiteX60" fmla="*/ 53684 w 136294"/>
                  <a:gd name="connsiteY60" fmla="*/ 39095 h 193578"/>
                  <a:gd name="connsiteX61" fmla="*/ 52611 w 136294"/>
                  <a:gd name="connsiteY61" fmla="*/ 30505 h 193578"/>
                  <a:gd name="connsiteX62" fmla="*/ 70105 w 136294"/>
                  <a:gd name="connsiteY62" fmla="*/ 30505 h 193578"/>
                  <a:gd name="connsiteX63" fmla="*/ 99410 w 136294"/>
                  <a:gd name="connsiteY63" fmla="*/ 39537 h 193578"/>
                  <a:gd name="connsiteX64" fmla="*/ 53684 w 136294"/>
                  <a:gd name="connsiteY64" fmla="*/ 39095 h 193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136294" h="193578">
                    <a:moveTo>
                      <a:pt x="89747" y="30505"/>
                    </a:moveTo>
                    <a:lnTo>
                      <a:pt x="130989" y="30505"/>
                    </a:lnTo>
                    <a:cubicBezTo>
                      <a:pt x="130989" y="30505"/>
                      <a:pt x="131305" y="30253"/>
                      <a:pt x="131305" y="30253"/>
                    </a:cubicBezTo>
                    <a:lnTo>
                      <a:pt x="131495" y="28674"/>
                    </a:lnTo>
                    <a:lnTo>
                      <a:pt x="131242" y="28295"/>
                    </a:lnTo>
                    <a:lnTo>
                      <a:pt x="29558" y="0"/>
                    </a:lnTo>
                    <a:lnTo>
                      <a:pt x="29368" y="0"/>
                    </a:lnTo>
                    <a:cubicBezTo>
                      <a:pt x="29368" y="0"/>
                      <a:pt x="28611" y="126"/>
                      <a:pt x="28611" y="126"/>
                    </a:cubicBezTo>
                    <a:lnTo>
                      <a:pt x="126" y="23053"/>
                    </a:lnTo>
                    <a:lnTo>
                      <a:pt x="0" y="23305"/>
                    </a:lnTo>
                    <a:lnTo>
                      <a:pt x="0" y="30568"/>
                    </a:lnTo>
                    <a:cubicBezTo>
                      <a:pt x="0" y="30568"/>
                      <a:pt x="316" y="30884"/>
                      <a:pt x="316" y="30884"/>
                    </a:cubicBezTo>
                    <a:lnTo>
                      <a:pt x="7642" y="30884"/>
                    </a:lnTo>
                    <a:cubicBezTo>
                      <a:pt x="7642" y="30884"/>
                      <a:pt x="7958" y="30568"/>
                      <a:pt x="7958" y="30568"/>
                    </a:cubicBezTo>
                    <a:lnTo>
                      <a:pt x="7958" y="27600"/>
                    </a:lnTo>
                    <a:cubicBezTo>
                      <a:pt x="7958" y="27600"/>
                      <a:pt x="23053" y="27600"/>
                      <a:pt x="23053" y="27600"/>
                    </a:cubicBezTo>
                    <a:lnTo>
                      <a:pt x="23053" y="39537"/>
                    </a:lnTo>
                    <a:cubicBezTo>
                      <a:pt x="23053" y="39537"/>
                      <a:pt x="19895" y="39537"/>
                      <a:pt x="19895" y="39537"/>
                    </a:cubicBezTo>
                    <a:lnTo>
                      <a:pt x="19579" y="39853"/>
                    </a:lnTo>
                    <a:lnTo>
                      <a:pt x="19579" y="46737"/>
                    </a:lnTo>
                    <a:cubicBezTo>
                      <a:pt x="19579" y="46737"/>
                      <a:pt x="19895" y="47053"/>
                      <a:pt x="19895" y="47053"/>
                    </a:cubicBezTo>
                    <a:lnTo>
                      <a:pt x="22989" y="47053"/>
                    </a:lnTo>
                    <a:cubicBezTo>
                      <a:pt x="22989" y="47053"/>
                      <a:pt x="22863" y="178547"/>
                      <a:pt x="22863" y="178547"/>
                    </a:cubicBezTo>
                    <a:cubicBezTo>
                      <a:pt x="26526" y="181074"/>
                      <a:pt x="30316" y="183347"/>
                      <a:pt x="34232" y="185432"/>
                    </a:cubicBezTo>
                    <a:lnTo>
                      <a:pt x="34421" y="46926"/>
                    </a:lnTo>
                    <a:lnTo>
                      <a:pt x="42884" y="46926"/>
                    </a:lnTo>
                    <a:cubicBezTo>
                      <a:pt x="42884" y="46926"/>
                      <a:pt x="42884" y="49074"/>
                      <a:pt x="42884" y="49074"/>
                    </a:cubicBezTo>
                    <a:lnTo>
                      <a:pt x="43200" y="49389"/>
                    </a:lnTo>
                    <a:lnTo>
                      <a:pt x="43958" y="49389"/>
                    </a:lnTo>
                    <a:cubicBezTo>
                      <a:pt x="43958" y="49389"/>
                      <a:pt x="43832" y="189979"/>
                      <a:pt x="43832" y="189979"/>
                    </a:cubicBezTo>
                    <a:cubicBezTo>
                      <a:pt x="47053" y="191305"/>
                      <a:pt x="50274" y="192505"/>
                      <a:pt x="53621" y="193579"/>
                    </a:cubicBezTo>
                    <a:lnTo>
                      <a:pt x="53747" y="49389"/>
                    </a:lnTo>
                    <a:lnTo>
                      <a:pt x="54442" y="49389"/>
                    </a:lnTo>
                    <a:cubicBezTo>
                      <a:pt x="54442" y="49389"/>
                      <a:pt x="54758" y="49074"/>
                      <a:pt x="54758" y="49074"/>
                    </a:cubicBezTo>
                    <a:lnTo>
                      <a:pt x="54758" y="46737"/>
                    </a:lnTo>
                    <a:cubicBezTo>
                      <a:pt x="54758" y="46737"/>
                      <a:pt x="135789" y="46800"/>
                      <a:pt x="135789" y="46800"/>
                    </a:cubicBezTo>
                    <a:lnTo>
                      <a:pt x="136105" y="46484"/>
                    </a:lnTo>
                    <a:lnTo>
                      <a:pt x="136295" y="44968"/>
                    </a:lnTo>
                    <a:lnTo>
                      <a:pt x="136042" y="44589"/>
                    </a:lnTo>
                    <a:lnTo>
                      <a:pt x="89495" y="30253"/>
                    </a:lnTo>
                    <a:close/>
                    <a:moveTo>
                      <a:pt x="24126" y="21221"/>
                    </a:moveTo>
                    <a:lnTo>
                      <a:pt x="12758" y="21221"/>
                    </a:lnTo>
                    <a:cubicBezTo>
                      <a:pt x="12758" y="21221"/>
                      <a:pt x="24505" y="11242"/>
                      <a:pt x="24505" y="11242"/>
                    </a:cubicBezTo>
                    <a:lnTo>
                      <a:pt x="24189" y="21221"/>
                    </a:lnTo>
                    <a:close/>
                    <a:moveTo>
                      <a:pt x="44084" y="39726"/>
                    </a:moveTo>
                    <a:lnTo>
                      <a:pt x="43326" y="39726"/>
                    </a:lnTo>
                    <a:cubicBezTo>
                      <a:pt x="43326" y="39726"/>
                      <a:pt x="43326" y="39726"/>
                      <a:pt x="43326" y="39726"/>
                    </a:cubicBezTo>
                    <a:lnTo>
                      <a:pt x="34547" y="39726"/>
                    </a:lnTo>
                    <a:cubicBezTo>
                      <a:pt x="34547" y="39726"/>
                      <a:pt x="34547" y="33726"/>
                      <a:pt x="34547" y="33726"/>
                    </a:cubicBezTo>
                    <a:lnTo>
                      <a:pt x="38147" y="30505"/>
                    </a:lnTo>
                    <a:lnTo>
                      <a:pt x="45663" y="30505"/>
                    </a:lnTo>
                    <a:cubicBezTo>
                      <a:pt x="45663" y="30505"/>
                      <a:pt x="44084" y="39726"/>
                      <a:pt x="44084" y="39726"/>
                    </a:cubicBezTo>
                    <a:close/>
                    <a:moveTo>
                      <a:pt x="47621" y="19074"/>
                    </a:moveTo>
                    <a:lnTo>
                      <a:pt x="44589" y="21158"/>
                    </a:lnTo>
                    <a:lnTo>
                      <a:pt x="34358" y="21158"/>
                    </a:lnTo>
                    <a:cubicBezTo>
                      <a:pt x="34358" y="21158"/>
                      <a:pt x="33726" y="8589"/>
                      <a:pt x="33726" y="8589"/>
                    </a:cubicBezTo>
                    <a:lnTo>
                      <a:pt x="88421" y="22737"/>
                    </a:lnTo>
                    <a:lnTo>
                      <a:pt x="63474" y="22421"/>
                    </a:lnTo>
                    <a:lnTo>
                      <a:pt x="52547" y="19074"/>
                    </a:lnTo>
                    <a:lnTo>
                      <a:pt x="47684" y="19074"/>
                    </a:lnTo>
                    <a:close/>
                    <a:moveTo>
                      <a:pt x="53684" y="39095"/>
                    </a:moveTo>
                    <a:lnTo>
                      <a:pt x="52611" y="30505"/>
                    </a:lnTo>
                    <a:lnTo>
                      <a:pt x="70105" y="30505"/>
                    </a:lnTo>
                    <a:cubicBezTo>
                      <a:pt x="70105" y="30505"/>
                      <a:pt x="99410" y="39537"/>
                      <a:pt x="99410" y="39537"/>
                    </a:cubicBezTo>
                    <a:lnTo>
                      <a:pt x="53684" y="39095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40" name="Полилиния: фигура 39">
                <a:extLst>
                  <a:ext uri="{FF2B5EF4-FFF2-40B4-BE49-F238E27FC236}">
                    <a16:creationId xmlns:a16="http://schemas.microsoft.com/office/drawing/2014/main" id="{7C1F59AA-2A61-BD90-27EC-B46FA7EE386F}"/>
                  </a:ext>
                </a:extLst>
              </p:cNvPr>
              <p:cNvSpPr/>
              <p:nvPr/>
            </p:nvSpPr>
            <p:spPr>
              <a:xfrm>
                <a:off x="1314114" y="719705"/>
                <a:ext cx="358105" cy="358105"/>
              </a:xfrm>
              <a:custGeom>
                <a:avLst/>
                <a:gdLst>
                  <a:gd name="connsiteX0" fmla="*/ 179053 w 358105"/>
                  <a:gd name="connsiteY0" fmla="*/ 0 h 358105"/>
                  <a:gd name="connsiteX1" fmla="*/ 0 w 358105"/>
                  <a:gd name="connsiteY1" fmla="*/ 179053 h 358105"/>
                  <a:gd name="connsiteX2" fmla="*/ 179053 w 358105"/>
                  <a:gd name="connsiteY2" fmla="*/ 358105 h 358105"/>
                  <a:gd name="connsiteX3" fmla="*/ 358105 w 358105"/>
                  <a:gd name="connsiteY3" fmla="*/ 179053 h 358105"/>
                  <a:gd name="connsiteX4" fmla="*/ 179053 w 358105"/>
                  <a:gd name="connsiteY4" fmla="*/ 0 h 358105"/>
                  <a:gd name="connsiteX5" fmla="*/ 179053 w 358105"/>
                  <a:gd name="connsiteY5" fmla="*/ 348379 h 358105"/>
                  <a:gd name="connsiteX6" fmla="*/ 9663 w 358105"/>
                  <a:gd name="connsiteY6" fmla="*/ 178989 h 358105"/>
                  <a:gd name="connsiteX7" fmla="*/ 179053 w 358105"/>
                  <a:gd name="connsiteY7" fmla="*/ 9600 h 358105"/>
                  <a:gd name="connsiteX8" fmla="*/ 348442 w 358105"/>
                  <a:gd name="connsiteY8" fmla="*/ 178989 h 358105"/>
                  <a:gd name="connsiteX9" fmla="*/ 179053 w 358105"/>
                  <a:gd name="connsiteY9" fmla="*/ 348379 h 358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58105" h="358105">
                    <a:moveTo>
                      <a:pt x="179053" y="0"/>
                    </a:moveTo>
                    <a:cubicBezTo>
                      <a:pt x="80147" y="0"/>
                      <a:pt x="0" y="80147"/>
                      <a:pt x="0" y="179053"/>
                    </a:cubicBezTo>
                    <a:cubicBezTo>
                      <a:pt x="0" y="277958"/>
                      <a:pt x="80147" y="358105"/>
                      <a:pt x="179053" y="358105"/>
                    </a:cubicBezTo>
                    <a:cubicBezTo>
                      <a:pt x="277958" y="358105"/>
                      <a:pt x="358105" y="277958"/>
                      <a:pt x="358105" y="179053"/>
                    </a:cubicBezTo>
                    <a:cubicBezTo>
                      <a:pt x="358042" y="80147"/>
                      <a:pt x="277895" y="0"/>
                      <a:pt x="179053" y="0"/>
                    </a:cubicBezTo>
                    <a:close/>
                    <a:moveTo>
                      <a:pt x="179053" y="348379"/>
                    </a:moveTo>
                    <a:cubicBezTo>
                      <a:pt x="85516" y="348379"/>
                      <a:pt x="9663" y="272526"/>
                      <a:pt x="9663" y="178989"/>
                    </a:cubicBezTo>
                    <a:cubicBezTo>
                      <a:pt x="9663" y="85453"/>
                      <a:pt x="85516" y="9600"/>
                      <a:pt x="179053" y="9600"/>
                    </a:cubicBezTo>
                    <a:cubicBezTo>
                      <a:pt x="272589" y="9600"/>
                      <a:pt x="348442" y="85453"/>
                      <a:pt x="348442" y="178989"/>
                    </a:cubicBezTo>
                    <a:cubicBezTo>
                      <a:pt x="348442" y="272526"/>
                      <a:pt x="272589" y="348379"/>
                      <a:pt x="179053" y="348379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 dirty="0"/>
              </a:p>
            </p:txBody>
          </p:sp>
          <p:sp>
            <p:nvSpPr>
              <p:cNvPr id="41" name="Полилиния: фигура 40">
                <a:extLst>
                  <a:ext uri="{FF2B5EF4-FFF2-40B4-BE49-F238E27FC236}">
                    <a16:creationId xmlns:a16="http://schemas.microsoft.com/office/drawing/2014/main" id="{0830A63D-79AC-3F53-DEE0-5625EB1AD14A}"/>
                  </a:ext>
                </a:extLst>
              </p:cNvPr>
              <p:cNvSpPr/>
              <p:nvPr/>
            </p:nvSpPr>
            <p:spPr>
              <a:xfrm>
                <a:off x="1467525" y="846020"/>
                <a:ext cx="135284" cy="170084"/>
              </a:xfrm>
              <a:custGeom>
                <a:avLst/>
                <a:gdLst>
                  <a:gd name="connsiteX0" fmla="*/ 134842 w 135284"/>
                  <a:gd name="connsiteY0" fmla="*/ 48505 h 170084"/>
                  <a:gd name="connsiteX1" fmla="*/ 126063 w 135284"/>
                  <a:gd name="connsiteY1" fmla="*/ 34989 h 170084"/>
                  <a:gd name="connsiteX2" fmla="*/ 126063 w 135284"/>
                  <a:gd name="connsiteY2" fmla="*/ 34989 h 170084"/>
                  <a:gd name="connsiteX3" fmla="*/ 126063 w 135284"/>
                  <a:gd name="connsiteY3" fmla="*/ 34989 h 170084"/>
                  <a:gd name="connsiteX4" fmla="*/ 121453 w 135284"/>
                  <a:gd name="connsiteY4" fmla="*/ 36505 h 170084"/>
                  <a:gd name="connsiteX5" fmla="*/ 121453 w 135284"/>
                  <a:gd name="connsiteY5" fmla="*/ 16421 h 170084"/>
                  <a:gd name="connsiteX6" fmla="*/ 110842 w 135284"/>
                  <a:gd name="connsiteY6" fmla="*/ 0 h 170084"/>
                  <a:gd name="connsiteX7" fmla="*/ 110842 w 135284"/>
                  <a:gd name="connsiteY7" fmla="*/ 0 h 170084"/>
                  <a:gd name="connsiteX8" fmla="*/ 110842 w 135284"/>
                  <a:gd name="connsiteY8" fmla="*/ 0 h 170084"/>
                  <a:gd name="connsiteX9" fmla="*/ 110842 w 135284"/>
                  <a:gd name="connsiteY9" fmla="*/ 0 h 170084"/>
                  <a:gd name="connsiteX10" fmla="*/ 110842 w 135284"/>
                  <a:gd name="connsiteY10" fmla="*/ 0 h 170084"/>
                  <a:gd name="connsiteX11" fmla="*/ 81158 w 135284"/>
                  <a:gd name="connsiteY11" fmla="*/ 6505 h 170084"/>
                  <a:gd name="connsiteX12" fmla="*/ 81284 w 135284"/>
                  <a:gd name="connsiteY12" fmla="*/ 25389 h 170084"/>
                  <a:gd name="connsiteX13" fmla="*/ 61705 w 135284"/>
                  <a:gd name="connsiteY13" fmla="*/ 30316 h 170084"/>
                  <a:gd name="connsiteX14" fmla="*/ 61832 w 135284"/>
                  <a:gd name="connsiteY14" fmla="*/ 70863 h 170084"/>
                  <a:gd name="connsiteX15" fmla="*/ 35432 w 135284"/>
                  <a:gd name="connsiteY15" fmla="*/ 76674 h 170084"/>
                  <a:gd name="connsiteX16" fmla="*/ 35432 w 135284"/>
                  <a:gd name="connsiteY16" fmla="*/ 93979 h 170084"/>
                  <a:gd name="connsiteX17" fmla="*/ 18821 w 135284"/>
                  <a:gd name="connsiteY17" fmla="*/ 97642 h 170084"/>
                  <a:gd name="connsiteX18" fmla="*/ 18821 w 135284"/>
                  <a:gd name="connsiteY18" fmla="*/ 123916 h 170084"/>
                  <a:gd name="connsiteX19" fmla="*/ 0 w 135284"/>
                  <a:gd name="connsiteY19" fmla="*/ 128084 h 170084"/>
                  <a:gd name="connsiteX20" fmla="*/ 126 w 135284"/>
                  <a:gd name="connsiteY20" fmla="*/ 167116 h 170084"/>
                  <a:gd name="connsiteX21" fmla="*/ 7263 w 135284"/>
                  <a:gd name="connsiteY21" fmla="*/ 168442 h 170084"/>
                  <a:gd name="connsiteX22" fmla="*/ 7263 w 135284"/>
                  <a:gd name="connsiteY22" fmla="*/ 133768 h 170084"/>
                  <a:gd name="connsiteX23" fmla="*/ 19389 w 135284"/>
                  <a:gd name="connsiteY23" fmla="*/ 131053 h 170084"/>
                  <a:gd name="connsiteX24" fmla="*/ 19389 w 135284"/>
                  <a:gd name="connsiteY24" fmla="*/ 169768 h 170084"/>
                  <a:gd name="connsiteX25" fmla="*/ 26084 w 135284"/>
                  <a:gd name="connsiteY25" fmla="*/ 170084 h 170084"/>
                  <a:gd name="connsiteX26" fmla="*/ 26084 w 135284"/>
                  <a:gd name="connsiteY26" fmla="*/ 103326 h 170084"/>
                  <a:gd name="connsiteX27" fmla="*/ 36000 w 135284"/>
                  <a:gd name="connsiteY27" fmla="*/ 101116 h 170084"/>
                  <a:gd name="connsiteX28" fmla="*/ 36000 w 135284"/>
                  <a:gd name="connsiteY28" fmla="*/ 169642 h 170084"/>
                  <a:gd name="connsiteX29" fmla="*/ 42695 w 135284"/>
                  <a:gd name="connsiteY29" fmla="*/ 168821 h 170084"/>
                  <a:gd name="connsiteX30" fmla="*/ 42695 w 135284"/>
                  <a:gd name="connsiteY30" fmla="*/ 82358 h 170084"/>
                  <a:gd name="connsiteX31" fmla="*/ 62337 w 135284"/>
                  <a:gd name="connsiteY31" fmla="*/ 78189 h 170084"/>
                  <a:gd name="connsiteX32" fmla="*/ 62337 w 135284"/>
                  <a:gd name="connsiteY32" fmla="*/ 164337 h 170084"/>
                  <a:gd name="connsiteX33" fmla="*/ 69032 w 135284"/>
                  <a:gd name="connsiteY33" fmla="*/ 161874 h 170084"/>
                  <a:gd name="connsiteX34" fmla="*/ 69032 w 135284"/>
                  <a:gd name="connsiteY34" fmla="*/ 72632 h 170084"/>
                  <a:gd name="connsiteX35" fmla="*/ 69032 w 135284"/>
                  <a:gd name="connsiteY35" fmla="*/ 72632 h 170084"/>
                  <a:gd name="connsiteX36" fmla="*/ 68905 w 135284"/>
                  <a:gd name="connsiteY36" fmla="*/ 35811 h 170084"/>
                  <a:gd name="connsiteX37" fmla="*/ 81789 w 135284"/>
                  <a:gd name="connsiteY37" fmla="*/ 32589 h 170084"/>
                  <a:gd name="connsiteX38" fmla="*/ 81789 w 135284"/>
                  <a:gd name="connsiteY38" fmla="*/ 156063 h 170084"/>
                  <a:gd name="connsiteX39" fmla="*/ 88484 w 135284"/>
                  <a:gd name="connsiteY39" fmla="*/ 151958 h 170084"/>
                  <a:gd name="connsiteX40" fmla="*/ 88484 w 135284"/>
                  <a:gd name="connsiteY40" fmla="*/ 30884 h 170084"/>
                  <a:gd name="connsiteX41" fmla="*/ 88484 w 135284"/>
                  <a:gd name="connsiteY41" fmla="*/ 30884 h 170084"/>
                  <a:gd name="connsiteX42" fmla="*/ 88484 w 135284"/>
                  <a:gd name="connsiteY42" fmla="*/ 29432 h 170084"/>
                  <a:gd name="connsiteX43" fmla="*/ 88484 w 135284"/>
                  <a:gd name="connsiteY43" fmla="*/ 12126 h 170084"/>
                  <a:gd name="connsiteX44" fmla="*/ 107621 w 135284"/>
                  <a:gd name="connsiteY44" fmla="*/ 7958 h 170084"/>
                  <a:gd name="connsiteX45" fmla="*/ 114316 w 135284"/>
                  <a:gd name="connsiteY45" fmla="*/ 18253 h 170084"/>
                  <a:gd name="connsiteX46" fmla="*/ 114316 w 135284"/>
                  <a:gd name="connsiteY46" fmla="*/ 129663 h 170084"/>
                  <a:gd name="connsiteX47" fmla="*/ 121011 w 135284"/>
                  <a:gd name="connsiteY47" fmla="*/ 121137 h 170084"/>
                  <a:gd name="connsiteX48" fmla="*/ 121011 w 135284"/>
                  <a:gd name="connsiteY48" fmla="*/ 44147 h 170084"/>
                  <a:gd name="connsiteX49" fmla="*/ 123095 w 135284"/>
                  <a:gd name="connsiteY49" fmla="*/ 43453 h 170084"/>
                  <a:gd name="connsiteX50" fmla="*/ 127768 w 135284"/>
                  <a:gd name="connsiteY50" fmla="*/ 50653 h 170084"/>
                  <a:gd name="connsiteX51" fmla="*/ 128274 w 135284"/>
                  <a:gd name="connsiteY51" fmla="*/ 109705 h 170084"/>
                  <a:gd name="connsiteX52" fmla="*/ 135284 w 135284"/>
                  <a:gd name="connsiteY52" fmla="*/ 94232 h 170084"/>
                  <a:gd name="connsiteX53" fmla="*/ 134905 w 135284"/>
                  <a:gd name="connsiteY53" fmla="*/ 48505 h 170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135284" h="170084">
                    <a:moveTo>
                      <a:pt x="134842" y="48505"/>
                    </a:moveTo>
                    <a:lnTo>
                      <a:pt x="126063" y="34989"/>
                    </a:lnTo>
                    <a:lnTo>
                      <a:pt x="126063" y="34989"/>
                    </a:lnTo>
                    <a:cubicBezTo>
                      <a:pt x="126063" y="34989"/>
                      <a:pt x="126063" y="34989"/>
                      <a:pt x="126063" y="34989"/>
                    </a:cubicBezTo>
                    <a:lnTo>
                      <a:pt x="121453" y="36505"/>
                    </a:lnTo>
                    <a:lnTo>
                      <a:pt x="121453" y="16421"/>
                    </a:lnTo>
                    <a:cubicBezTo>
                      <a:pt x="121453" y="16421"/>
                      <a:pt x="110842" y="0"/>
                      <a:pt x="110842" y="0"/>
                    </a:cubicBezTo>
                    <a:lnTo>
                      <a:pt x="110842" y="0"/>
                    </a:lnTo>
                    <a:cubicBezTo>
                      <a:pt x="110842" y="0"/>
                      <a:pt x="110842" y="0"/>
                      <a:pt x="110842" y="0"/>
                    </a:cubicBezTo>
                    <a:lnTo>
                      <a:pt x="110842" y="0"/>
                    </a:lnTo>
                    <a:cubicBezTo>
                      <a:pt x="110842" y="0"/>
                      <a:pt x="110842" y="0"/>
                      <a:pt x="110842" y="0"/>
                    </a:cubicBezTo>
                    <a:lnTo>
                      <a:pt x="81158" y="6505"/>
                    </a:lnTo>
                    <a:lnTo>
                      <a:pt x="81284" y="25389"/>
                    </a:lnTo>
                    <a:lnTo>
                      <a:pt x="61705" y="30316"/>
                    </a:lnTo>
                    <a:lnTo>
                      <a:pt x="61832" y="70863"/>
                    </a:lnTo>
                    <a:lnTo>
                      <a:pt x="35432" y="76674"/>
                    </a:lnTo>
                    <a:lnTo>
                      <a:pt x="35432" y="93979"/>
                    </a:lnTo>
                    <a:cubicBezTo>
                      <a:pt x="35432" y="93979"/>
                      <a:pt x="18821" y="97642"/>
                      <a:pt x="18821" y="97642"/>
                    </a:cubicBezTo>
                    <a:lnTo>
                      <a:pt x="18821" y="123916"/>
                    </a:lnTo>
                    <a:cubicBezTo>
                      <a:pt x="18821" y="123916"/>
                      <a:pt x="0" y="128084"/>
                      <a:pt x="0" y="128084"/>
                    </a:cubicBezTo>
                    <a:lnTo>
                      <a:pt x="126" y="167116"/>
                    </a:lnTo>
                    <a:cubicBezTo>
                      <a:pt x="2463" y="167684"/>
                      <a:pt x="4863" y="168063"/>
                      <a:pt x="7263" y="168442"/>
                    </a:cubicBezTo>
                    <a:lnTo>
                      <a:pt x="7263" y="133768"/>
                    </a:lnTo>
                    <a:cubicBezTo>
                      <a:pt x="7263" y="133768"/>
                      <a:pt x="19389" y="131053"/>
                      <a:pt x="19389" y="131053"/>
                    </a:cubicBezTo>
                    <a:lnTo>
                      <a:pt x="19389" y="169768"/>
                    </a:lnTo>
                    <a:cubicBezTo>
                      <a:pt x="21600" y="169895"/>
                      <a:pt x="23811" y="170084"/>
                      <a:pt x="26084" y="170084"/>
                    </a:cubicBezTo>
                    <a:lnTo>
                      <a:pt x="26084" y="103326"/>
                    </a:lnTo>
                    <a:cubicBezTo>
                      <a:pt x="26084" y="103326"/>
                      <a:pt x="36000" y="101116"/>
                      <a:pt x="36000" y="101116"/>
                    </a:cubicBezTo>
                    <a:lnTo>
                      <a:pt x="36000" y="169642"/>
                    </a:lnTo>
                    <a:cubicBezTo>
                      <a:pt x="38274" y="169453"/>
                      <a:pt x="40484" y="169137"/>
                      <a:pt x="42695" y="168821"/>
                    </a:cubicBezTo>
                    <a:lnTo>
                      <a:pt x="42695" y="82358"/>
                    </a:lnTo>
                    <a:cubicBezTo>
                      <a:pt x="42695" y="82358"/>
                      <a:pt x="62337" y="78189"/>
                      <a:pt x="62337" y="78189"/>
                    </a:cubicBezTo>
                    <a:lnTo>
                      <a:pt x="62337" y="164337"/>
                    </a:lnTo>
                    <a:cubicBezTo>
                      <a:pt x="64611" y="163579"/>
                      <a:pt x="66821" y="162758"/>
                      <a:pt x="69032" y="161874"/>
                    </a:cubicBezTo>
                    <a:lnTo>
                      <a:pt x="69032" y="72632"/>
                    </a:lnTo>
                    <a:cubicBezTo>
                      <a:pt x="69032" y="72632"/>
                      <a:pt x="69032" y="72632"/>
                      <a:pt x="69032" y="72632"/>
                    </a:cubicBezTo>
                    <a:lnTo>
                      <a:pt x="68905" y="35811"/>
                    </a:lnTo>
                    <a:lnTo>
                      <a:pt x="81789" y="32589"/>
                    </a:lnTo>
                    <a:lnTo>
                      <a:pt x="81789" y="156063"/>
                    </a:lnTo>
                    <a:cubicBezTo>
                      <a:pt x="84126" y="154800"/>
                      <a:pt x="86274" y="153411"/>
                      <a:pt x="88484" y="151958"/>
                    </a:cubicBezTo>
                    <a:lnTo>
                      <a:pt x="88484" y="30884"/>
                    </a:lnTo>
                    <a:cubicBezTo>
                      <a:pt x="88484" y="30884"/>
                      <a:pt x="88484" y="30884"/>
                      <a:pt x="88484" y="30884"/>
                    </a:cubicBezTo>
                    <a:lnTo>
                      <a:pt x="88484" y="29432"/>
                    </a:lnTo>
                    <a:cubicBezTo>
                      <a:pt x="88484" y="29432"/>
                      <a:pt x="88484" y="12126"/>
                      <a:pt x="88484" y="12126"/>
                    </a:cubicBezTo>
                    <a:lnTo>
                      <a:pt x="107621" y="7958"/>
                    </a:lnTo>
                    <a:lnTo>
                      <a:pt x="114316" y="18253"/>
                    </a:lnTo>
                    <a:lnTo>
                      <a:pt x="114316" y="129663"/>
                    </a:lnTo>
                    <a:cubicBezTo>
                      <a:pt x="116653" y="126947"/>
                      <a:pt x="118926" y="124105"/>
                      <a:pt x="121011" y="121137"/>
                    </a:cubicBezTo>
                    <a:lnTo>
                      <a:pt x="121011" y="44147"/>
                    </a:lnTo>
                    <a:cubicBezTo>
                      <a:pt x="121011" y="44147"/>
                      <a:pt x="123095" y="43453"/>
                      <a:pt x="123095" y="43453"/>
                    </a:cubicBezTo>
                    <a:lnTo>
                      <a:pt x="127768" y="50653"/>
                    </a:lnTo>
                    <a:lnTo>
                      <a:pt x="128274" y="109705"/>
                    </a:lnTo>
                    <a:cubicBezTo>
                      <a:pt x="130989" y="104779"/>
                      <a:pt x="133263" y="99537"/>
                      <a:pt x="135284" y="94232"/>
                    </a:cubicBezTo>
                    <a:lnTo>
                      <a:pt x="134905" y="48505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42" name="Полилиния: фигура 41">
                <a:extLst>
                  <a:ext uri="{FF2B5EF4-FFF2-40B4-BE49-F238E27FC236}">
                    <a16:creationId xmlns:a16="http://schemas.microsoft.com/office/drawing/2014/main" id="{3612D618-9DE6-1F5F-6F5A-8A2C96189CA5}"/>
                  </a:ext>
                </a:extLst>
              </p:cNvPr>
              <p:cNvSpPr/>
              <p:nvPr/>
            </p:nvSpPr>
            <p:spPr>
              <a:xfrm>
                <a:off x="1339567" y="745157"/>
                <a:ext cx="307199" cy="307199"/>
              </a:xfrm>
              <a:custGeom>
                <a:avLst/>
                <a:gdLst>
                  <a:gd name="connsiteX0" fmla="*/ 153600 w 307199"/>
                  <a:gd name="connsiteY0" fmla="*/ 0 h 307199"/>
                  <a:gd name="connsiteX1" fmla="*/ 0 w 307199"/>
                  <a:gd name="connsiteY1" fmla="*/ 153600 h 307199"/>
                  <a:gd name="connsiteX2" fmla="*/ 153600 w 307199"/>
                  <a:gd name="connsiteY2" fmla="*/ 307200 h 307199"/>
                  <a:gd name="connsiteX3" fmla="*/ 307200 w 307199"/>
                  <a:gd name="connsiteY3" fmla="*/ 153600 h 307199"/>
                  <a:gd name="connsiteX4" fmla="*/ 153600 w 307199"/>
                  <a:gd name="connsiteY4" fmla="*/ 0 h 307199"/>
                  <a:gd name="connsiteX5" fmla="*/ 153600 w 307199"/>
                  <a:gd name="connsiteY5" fmla="*/ 282758 h 307199"/>
                  <a:gd name="connsiteX6" fmla="*/ 24442 w 307199"/>
                  <a:gd name="connsiteY6" fmla="*/ 153600 h 307199"/>
                  <a:gd name="connsiteX7" fmla="*/ 153600 w 307199"/>
                  <a:gd name="connsiteY7" fmla="*/ 24442 h 307199"/>
                  <a:gd name="connsiteX8" fmla="*/ 282758 w 307199"/>
                  <a:gd name="connsiteY8" fmla="*/ 153600 h 307199"/>
                  <a:gd name="connsiteX9" fmla="*/ 153600 w 307199"/>
                  <a:gd name="connsiteY9" fmla="*/ 282758 h 307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7199" h="307199">
                    <a:moveTo>
                      <a:pt x="153600" y="0"/>
                    </a:moveTo>
                    <a:cubicBezTo>
                      <a:pt x="68779" y="0"/>
                      <a:pt x="0" y="68779"/>
                      <a:pt x="0" y="153600"/>
                    </a:cubicBezTo>
                    <a:cubicBezTo>
                      <a:pt x="0" y="238421"/>
                      <a:pt x="68779" y="307200"/>
                      <a:pt x="153600" y="307200"/>
                    </a:cubicBezTo>
                    <a:cubicBezTo>
                      <a:pt x="238421" y="307200"/>
                      <a:pt x="307200" y="238421"/>
                      <a:pt x="307200" y="153600"/>
                    </a:cubicBezTo>
                    <a:cubicBezTo>
                      <a:pt x="307200" y="68779"/>
                      <a:pt x="238421" y="0"/>
                      <a:pt x="153600" y="0"/>
                    </a:cubicBezTo>
                    <a:close/>
                    <a:moveTo>
                      <a:pt x="153600" y="282758"/>
                    </a:moveTo>
                    <a:cubicBezTo>
                      <a:pt x="82232" y="282758"/>
                      <a:pt x="24442" y="224905"/>
                      <a:pt x="24442" y="153600"/>
                    </a:cubicBezTo>
                    <a:cubicBezTo>
                      <a:pt x="24442" y="82232"/>
                      <a:pt x="82295" y="24442"/>
                      <a:pt x="153600" y="24442"/>
                    </a:cubicBezTo>
                    <a:cubicBezTo>
                      <a:pt x="224968" y="24442"/>
                      <a:pt x="282758" y="82295"/>
                      <a:pt x="282758" y="153600"/>
                    </a:cubicBezTo>
                    <a:cubicBezTo>
                      <a:pt x="282758" y="224968"/>
                      <a:pt x="224905" y="282758"/>
                      <a:pt x="153600" y="28275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 dirty="0"/>
              </a:p>
            </p:txBody>
          </p:sp>
        </p:grpSp>
        <p:grpSp>
          <p:nvGrpSpPr>
            <p:cNvPr id="118" name="Рисунок 2">
              <a:extLst>
                <a:ext uri="{FF2B5EF4-FFF2-40B4-BE49-F238E27FC236}">
                  <a16:creationId xmlns:a16="http://schemas.microsoft.com/office/drawing/2014/main" id="{87B02E0B-BE7A-FB8B-F2D0-6EB1EF8EFB49}"/>
                </a:ext>
              </a:extLst>
            </p:cNvPr>
            <p:cNvGrpSpPr/>
            <p:nvPr userDrawn="1"/>
          </p:nvGrpSpPr>
          <p:grpSpPr>
            <a:xfrm>
              <a:off x="1273204" y="1017471"/>
              <a:ext cx="910202" cy="1080000"/>
              <a:chOff x="900494" y="719705"/>
              <a:chExt cx="301768" cy="358105"/>
            </a:xfrm>
            <a:solidFill>
              <a:srgbClr val="AA141E"/>
            </a:solidFill>
          </p:grpSpPr>
          <p:grpSp>
            <p:nvGrpSpPr>
              <p:cNvPr id="119" name="Рисунок 2">
                <a:extLst>
                  <a:ext uri="{FF2B5EF4-FFF2-40B4-BE49-F238E27FC236}">
                    <a16:creationId xmlns:a16="http://schemas.microsoft.com/office/drawing/2014/main" id="{5C8BFDF0-4951-5F93-D56D-95D9AAD73B4E}"/>
                  </a:ext>
                </a:extLst>
              </p:cNvPr>
              <p:cNvGrpSpPr/>
              <p:nvPr/>
            </p:nvGrpSpPr>
            <p:grpSpPr>
              <a:xfrm>
                <a:off x="900494" y="719705"/>
                <a:ext cx="301768" cy="358105"/>
                <a:chOff x="900494" y="719705"/>
                <a:chExt cx="301768" cy="358105"/>
              </a:xfrm>
              <a:grpFill/>
            </p:grpSpPr>
            <p:sp>
              <p:nvSpPr>
                <p:cNvPr id="151" name="Полилиния: фигура 150">
                  <a:extLst>
                    <a:ext uri="{FF2B5EF4-FFF2-40B4-BE49-F238E27FC236}">
                      <a16:creationId xmlns:a16="http://schemas.microsoft.com/office/drawing/2014/main" id="{D140591B-6834-6C81-0477-DAA49BF472A2}"/>
                    </a:ext>
                  </a:extLst>
                </p:cNvPr>
                <p:cNvSpPr/>
                <p:nvPr/>
              </p:nvSpPr>
              <p:spPr>
                <a:xfrm>
                  <a:off x="900494" y="719705"/>
                  <a:ext cx="301768" cy="358105"/>
                </a:xfrm>
                <a:custGeom>
                  <a:avLst/>
                  <a:gdLst>
                    <a:gd name="connsiteX0" fmla="*/ 292610 w 301768"/>
                    <a:gd name="connsiteY0" fmla="*/ 9158 h 358105"/>
                    <a:gd name="connsiteX1" fmla="*/ 292610 w 301768"/>
                    <a:gd name="connsiteY1" fmla="*/ 280358 h 358105"/>
                    <a:gd name="connsiteX2" fmla="*/ 241579 w 301768"/>
                    <a:gd name="connsiteY2" fmla="*/ 326084 h 358105"/>
                    <a:gd name="connsiteX3" fmla="*/ 207095 w 301768"/>
                    <a:gd name="connsiteY3" fmla="*/ 326084 h 358105"/>
                    <a:gd name="connsiteX4" fmla="*/ 151010 w 301768"/>
                    <a:gd name="connsiteY4" fmla="*/ 345789 h 358105"/>
                    <a:gd name="connsiteX5" fmla="*/ 94926 w 301768"/>
                    <a:gd name="connsiteY5" fmla="*/ 326084 h 358105"/>
                    <a:gd name="connsiteX6" fmla="*/ 60442 w 301768"/>
                    <a:gd name="connsiteY6" fmla="*/ 326084 h 358105"/>
                    <a:gd name="connsiteX7" fmla="*/ 9221 w 301768"/>
                    <a:gd name="connsiteY7" fmla="*/ 280358 h 358105"/>
                    <a:gd name="connsiteX8" fmla="*/ 9221 w 301768"/>
                    <a:gd name="connsiteY8" fmla="*/ 9158 h 358105"/>
                    <a:gd name="connsiteX9" fmla="*/ 292674 w 301768"/>
                    <a:gd name="connsiteY9" fmla="*/ 9158 h 358105"/>
                    <a:gd name="connsiteX10" fmla="*/ 301768 w 301768"/>
                    <a:gd name="connsiteY10" fmla="*/ 0 h 358105"/>
                    <a:gd name="connsiteX11" fmla="*/ 0 w 301768"/>
                    <a:gd name="connsiteY11" fmla="*/ 0 h 358105"/>
                    <a:gd name="connsiteX12" fmla="*/ 0 w 301768"/>
                    <a:gd name="connsiteY12" fmla="*/ 280358 h 358105"/>
                    <a:gd name="connsiteX13" fmla="*/ 60379 w 301768"/>
                    <a:gd name="connsiteY13" fmla="*/ 335305 h 358105"/>
                    <a:gd name="connsiteX14" fmla="*/ 94863 w 301768"/>
                    <a:gd name="connsiteY14" fmla="*/ 335305 h 358105"/>
                    <a:gd name="connsiteX15" fmla="*/ 144884 w 301768"/>
                    <a:gd name="connsiteY15" fmla="*/ 352737 h 358105"/>
                    <a:gd name="connsiteX16" fmla="*/ 150947 w 301768"/>
                    <a:gd name="connsiteY16" fmla="*/ 358105 h 358105"/>
                    <a:gd name="connsiteX17" fmla="*/ 157010 w 301768"/>
                    <a:gd name="connsiteY17" fmla="*/ 352737 h 358105"/>
                    <a:gd name="connsiteX18" fmla="*/ 207032 w 301768"/>
                    <a:gd name="connsiteY18" fmla="*/ 335305 h 358105"/>
                    <a:gd name="connsiteX19" fmla="*/ 241516 w 301768"/>
                    <a:gd name="connsiteY19" fmla="*/ 335305 h 358105"/>
                    <a:gd name="connsiteX20" fmla="*/ 285347 w 301768"/>
                    <a:gd name="connsiteY20" fmla="*/ 320968 h 358105"/>
                    <a:gd name="connsiteX21" fmla="*/ 301768 w 301768"/>
                    <a:gd name="connsiteY21" fmla="*/ 280358 h 358105"/>
                    <a:gd name="connsiteX22" fmla="*/ 301768 w 301768"/>
                    <a:gd name="connsiteY22" fmla="*/ 0 h 3581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01768" h="358105">
                      <a:moveTo>
                        <a:pt x="292610" y="9158"/>
                      </a:moveTo>
                      <a:lnTo>
                        <a:pt x="292610" y="280358"/>
                      </a:lnTo>
                      <a:cubicBezTo>
                        <a:pt x="292610" y="309411"/>
                        <a:pt x="273979" y="326084"/>
                        <a:pt x="241579" y="326084"/>
                      </a:cubicBezTo>
                      <a:lnTo>
                        <a:pt x="207095" y="326084"/>
                      </a:lnTo>
                      <a:cubicBezTo>
                        <a:pt x="184421" y="326084"/>
                        <a:pt x="166042" y="332589"/>
                        <a:pt x="151010" y="345789"/>
                      </a:cubicBezTo>
                      <a:cubicBezTo>
                        <a:pt x="135979" y="332526"/>
                        <a:pt x="117537" y="326084"/>
                        <a:pt x="94926" y="326084"/>
                      </a:cubicBezTo>
                      <a:lnTo>
                        <a:pt x="60442" y="326084"/>
                      </a:lnTo>
                      <a:cubicBezTo>
                        <a:pt x="28358" y="326084"/>
                        <a:pt x="9221" y="308968"/>
                        <a:pt x="9221" y="280358"/>
                      </a:cubicBezTo>
                      <a:lnTo>
                        <a:pt x="9221" y="9158"/>
                      </a:lnTo>
                      <a:lnTo>
                        <a:pt x="292674" y="9158"/>
                      </a:lnTo>
                      <a:close/>
                      <a:moveTo>
                        <a:pt x="301768" y="0"/>
                      </a:moveTo>
                      <a:lnTo>
                        <a:pt x="0" y="0"/>
                      </a:lnTo>
                      <a:lnTo>
                        <a:pt x="0" y="280358"/>
                      </a:lnTo>
                      <a:cubicBezTo>
                        <a:pt x="0" y="314211"/>
                        <a:pt x="23179" y="335305"/>
                        <a:pt x="60379" y="335305"/>
                      </a:cubicBezTo>
                      <a:lnTo>
                        <a:pt x="94863" y="335305"/>
                      </a:lnTo>
                      <a:cubicBezTo>
                        <a:pt x="115200" y="335305"/>
                        <a:pt x="131558" y="340989"/>
                        <a:pt x="144884" y="352737"/>
                      </a:cubicBezTo>
                      <a:lnTo>
                        <a:pt x="150947" y="358105"/>
                      </a:lnTo>
                      <a:lnTo>
                        <a:pt x="157010" y="352737"/>
                      </a:lnTo>
                      <a:cubicBezTo>
                        <a:pt x="170274" y="340989"/>
                        <a:pt x="186632" y="335305"/>
                        <a:pt x="207032" y="335305"/>
                      </a:cubicBezTo>
                      <a:lnTo>
                        <a:pt x="241516" y="335305"/>
                      </a:lnTo>
                      <a:cubicBezTo>
                        <a:pt x="260021" y="335305"/>
                        <a:pt x="274737" y="330442"/>
                        <a:pt x="285347" y="320968"/>
                      </a:cubicBezTo>
                      <a:cubicBezTo>
                        <a:pt x="296084" y="311368"/>
                        <a:pt x="301768" y="297284"/>
                        <a:pt x="301768" y="280358"/>
                      </a:cubicBezTo>
                      <a:lnTo>
                        <a:pt x="301768" y="0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sz="2209"/>
                </a:p>
              </p:txBody>
            </p:sp>
            <p:sp>
              <p:nvSpPr>
                <p:cNvPr id="152" name="Полилиния: фигура 151">
                  <a:extLst>
                    <a:ext uri="{FF2B5EF4-FFF2-40B4-BE49-F238E27FC236}">
                      <a16:creationId xmlns:a16="http://schemas.microsoft.com/office/drawing/2014/main" id="{B7D56251-554B-3D22-E6AD-8A180DEEAB27}"/>
                    </a:ext>
                  </a:extLst>
                </p:cNvPr>
                <p:cNvSpPr/>
                <p:nvPr/>
              </p:nvSpPr>
              <p:spPr>
                <a:xfrm>
                  <a:off x="923254" y="737364"/>
                  <a:ext cx="260188" cy="301288"/>
                </a:xfrm>
                <a:custGeom>
                  <a:avLst/>
                  <a:gdLst>
                    <a:gd name="connsiteX0" fmla="*/ 258860 w 260188"/>
                    <a:gd name="connsiteY0" fmla="*/ 176425 h 301288"/>
                    <a:gd name="connsiteX1" fmla="*/ 257344 w 260188"/>
                    <a:gd name="connsiteY1" fmla="*/ 171309 h 301288"/>
                    <a:gd name="connsiteX2" fmla="*/ 257471 w 260188"/>
                    <a:gd name="connsiteY2" fmla="*/ 166004 h 301288"/>
                    <a:gd name="connsiteX3" fmla="*/ 253681 w 260188"/>
                    <a:gd name="connsiteY3" fmla="*/ 156656 h 301288"/>
                    <a:gd name="connsiteX4" fmla="*/ 239913 w 260188"/>
                    <a:gd name="connsiteY4" fmla="*/ 139414 h 301288"/>
                    <a:gd name="connsiteX5" fmla="*/ 228923 w 260188"/>
                    <a:gd name="connsiteY5" fmla="*/ 138025 h 301288"/>
                    <a:gd name="connsiteX6" fmla="*/ 220586 w 260188"/>
                    <a:gd name="connsiteY6" fmla="*/ 143899 h 301288"/>
                    <a:gd name="connsiteX7" fmla="*/ 217113 w 260188"/>
                    <a:gd name="connsiteY7" fmla="*/ 140804 h 301288"/>
                    <a:gd name="connsiteX8" fmla="*/ 201386 w 260188"/>
                    <a:gd name="connsiteY8" fmla="*/ 113962 h 301288"/>
                    <a:gd name="connsiteX9" fmla="*/ 189450 w 260188"/>
                    <a:gd name="connsiteY9" fmla="*/ 80993 h 301288"/>
                    <a:gd name="connsiteX10" fmla="*/ 205744 w 260188"/>
                    <a:gd name="connsiteY10" fmla="*/ 85667 h 301288"/>
                    <a:gd name="connsiteX11" fmla="*/ 214776 w 260188"/>
                    <a:gd name="connsiteY11" fmla="*/ 88699 h 301288"/>
                    <a:gd name="connsiteX12" fmla="*/ 211492 w 260188"/>
                    <a:gd name="connsiteY12" fmla="*/ 85099 h 301288"/>
                    <a:gd name="connsiteX13" fmla="*/ 216608 w 260188"/>
                    <a:gd name="connsiteY13" fmla="*/ 88320 h 301288"/>
                    <a:gd name="connsiteX14" fmla="*/ 220208 w 260188"/>
                    <a:gd name="connsiteY14" fmla="*/ 82067 h 301288"/>
                    <a:gd name="connsiteX15" fmla="*/ 219260 w 260188"/>
                    <a:gd name="connsiteY15" fmla="*/ 75941 h 301288"/>
                    <a:gd name="connsiteX16" fmla="*/ 216355 w 260188"/>
                    <a:gd name="connsiteY16" fmla="*/ 74235 h 301288"/>
                    <a:gd name="connsiteX17" fmla="*/ 204102 w 260188"/>
                    <a:gd name="connsiteY17" fmla="*/ 57814 h 301288"/>
                    <a:gd name="connsiteX18" fmla="*/ 203534 w 260188"/>
                    <a:gd name="connsiteY18" fmla="*/ 55983 h 301288"/>
                    <a:gd name="connsiteX19" fmla="*/ 200502 w 260188"/>
                    <a:gd name="connsiteY19" fmla="*/ 49414 h 301288"/>
                    <a:gd name="connsiteX20" fmla="*/ 201639 w 260188"/>
                    <a:gd name="connsiteY20" fmla="*/ 48846 h 301288"/>
                    <a:gd name="connsiteX21" fmla="*/ 201513 w 260188"/>
                    <a:gd name="connsiteY21" fmla="*/ 48025 h 301288"/>
                    <a:gd name="connsiteX22" fmla="*/ 203976 w 260188"/>
                    <a:gd name="connsiteY22" fmla="*/ 48593 h 301288"/>
                    <a:gd name="connsiteX23" fmla="*/ 201513 w 260188"/>
                    <a:gd name="connsiteY23" fmla="*/ 44425 h 301288"/>
                    <a:gd name="connsiteX24" fmla="*/ 188313 w 260188"/>
                    <a:gd name="connsiteY24" fmla="*/ 40509 h 301288"/>
                    <a:gd name="connsiteX25" fmla="*/ 184839 w 260188"/>
                    <a:gd name="connsiteY25" fmla="*/ 38299 h 301288"/>
                    <a:gd name="connsiteX26" fmla="*/ 177323 w 260188"/>
                    <a:gd name="connsiteY26" fmla="*/ 34825 h 301288"/>
                    <a:gd name="connsiteX27" fmla="*/ 177450 w 260188"/>
                    <a:gd name="connsiteY27" fmla="*/ 36783 h 301288"/>
                    <a:gd name="connsiteX28" fmla="*/ 169808 w 260188"/>
                    <a:gd name="connsiteY28" fmla="*/ 35520 h 301288"/>
                    <a:gd name="connsiteX29" fmla="*/ 168292 w 260188"/>
                    <a:gd name="connsiteY29" fmla="*/ 36656 h 301288"/>
                    <a:gd name="connsiteX30" fmla="*/ 171639 w 260188"/>
                    <a:gd name="connsiteY30" fmla="*/ 41267 h 301288"/>
                    <a:gd name="connsiteX31" fmla="*/ 161913 w 260188"/>
                    <a:gd name="connsiteY31" fmla="*/ 41835 h 301288"/>
                    <a:gd name="connsiteX32" fmla="*/ 156481 w 260188"/>
                    <a:gd name="connsiteY32" fmla="*/ 42656 h 301288"/>
                    <a:gd name="connsiteX33" fmla="*/ 137850 w 260188"/>
                    <a:gd name="connsiteY33" fmla="*/ 46699 h 301288"/>
                    <a:gd name="connsiteX34" fmla="*/ 136902 w 260188"/>
                    <a:gd name="connsiteY34" fmla="*/ 46256 h 301288"/>
                    <a:gd name="connsiteX35" fmla="*/ 136776 w 260188"/>
                    <a:gd name="connsiteY35" fmla="*/ 38362 h 301288"/>
                    <a:gd name="connsiteX36" fmla="*/ 137597 w 260188"/>
                    <a:gd name="connsiteY36" fmla="*/ 38362 h 301288"/>
                    <a:gd name="connsiteX37" fmla="*/ 136902 w 260188"/>
                    <a:gd name="connsiteY37" fmla="*/ 33183 h 301288"/>
                    <a:gd name="connsiteX38" fmla="*/ 137471 w 260188"/>
                    <a:gd name="connsiteY38" fmla="*/ 33183 h 301288"/>
                    <a:gd name="connsiteX39" fmla="*/ 133555 w 260188"/>
                    <a:gd name="connsiteY39" fmla="*/ 16888 h 301288"/>
                    <a:gd name="connsiteX40" fmla="*/ 135892 w 260188"/>
                    <a:gd name="connsiteY40" fmla="*/ 14109 h 301288"/>
                    <a:gd name="connsiteX41" fmla="*/ 137976 w 260188"/>
                    <a:gd name="connsiteY41" fmla="*/ 6467 h 301288"/>
                    <a:gd name="connsiteX42" fmla="*/ 134755 w 260188"/>
                    <a:gd name="connsiteY42" fmla="*/ 3120 h 301288"/>
                    <a:gd name="connsiteX43" fmla="*/ 132797 w 260188"/>
                    <a:gd name="connsiteY43" fmla="*/ 3120 h 301288"/>
                    <a:gd name="connsiteX44" fmla="*/ 128186 w 260188"/>
                    <a:gd name="connsiteY44" fmla="*/ 1162 h 301288"/>
                    <a:gd name="connsiteX45" fmla="*/ 121808 w 260188"/>
                    <a:gd name="connsiteY45" fmla="*/ 972 h 301288"/>
                    <a:gd name="connsiteX46" fmla="*/ 97744 w 260188"/>
                    <a:gd name="connsiteY46" fmla="*/ 6025 h 301288"/>
                    <a:gd name="connsiteX47" fmla="*/ 96671 w 260188"/>
                    <a:gd name="connsiteY47" fmla="*/ 7541 h 301288"/>
                    <a:gd name="connsiteX48" fmla="*/ 104881 w 260188"/>
                    <a:gd name="connsiteY48" fmla="*/ 13541 h 301288"/>
                    <a:gd name="connsiteX49" fmla="*/ 97934 w 260188"/>
                    <a:gd name="connsiteY49" fmla="*/ 14172 h 301288"/>
                    <a:gd name="connsiteX50" fmla="*/ 110313 w 260188"/>
                    <a:gd name="connsiteY50" fmla="*/ 18214 h 301288"/>
                    <a:gd name="connsiteX51" fmla="*/ 118523 w 260188"/>
                    <a:gd name="connsiteY51" fmla="*/ 17835 h 301288"/>
                    <a:gd name="connsiteX52" fmla="*/ 119218 w 260188"/>
                    <a:gd name="connsiteY52" fmla="*/ 19667 h 301288"/>
                    <a:gd name="connsiteX53" fmla="*/ 113408 w 260188"/>
                    <a:gd name="connsiteY53" fmla="*/ 36783 h 301288"/>
                    <a:gd name="connsiteX54" fmla="*/ 111008 w 260188"/>
                    <a:gd name="connsiteY54" fmla="*/ 43162 h 301288"/>
                    <a:gd name="connsiteX55" fmla="*/ 100713 w 260188"/>
                    <a:gd name="connsiteY55" fmla="*/ 42467 h 301288"/>
                    <a:gd name="connsiteX56" fmla="*/ 98881 w 260188"/>
                    <a:gd name="connsiteY56" fmla="*/ 42341 h 301288"/>
                    <a:gd name="connsiteX57" fmla="*/ 87765 w 260188"/>
                    <a:gd name="connsiteY57" fmla="*/ 41520 h 301288"/>
                    <a:gd name="connsiteX58" fmla="*/ 80629 w 260188"/>
                    <a:gd name="connsiteY58" fmla="*/ 46951 h 301288"/>
                    <a:gd name="connsiteX59" fmla="*/ 75386 w 260188"/>
                    <a:gd name="connsiteY59" fmla="*/ 46635 h 301288"/>
                    <a:gd name="connsiteX60" fmla="*/ 72481 w 260188"/>
                    <a:gd name="connsiteY60" fmla="*/ 40383 h 301288"/>
                    <a:gd name="connsiteX61" fmla="*/ 67871 w 260188"/>
                    <a:gd name="connsiteY61" fmla="*/ 33562 h 301288"/>
                    <a:gd name="connsiteX62" fmla="*/ 65218 w 260188"/>
                    <a:gd name="connsiteY62" fmla="*/ 29078 h 301288"/>
                    <a:gd name="connsiteX63" fmla="*/ 63134 w 260188"/>
                    <a:gd name="connsiteY63" fmla="*/ 26425 h 301288"/>
                    <a:gd name="connsiteX64" fmla="*/ 61176 w 260188"/>
                    <a:gd name="connsiteY64" fmla="*/ 23204 h 301288"/>
                    <a:gd name="connsiteX65" fmla="*/ 56692 w 260188"/>
                    <a:gd name="connsiteY65" fmla="*/ 22193 h 301288"/>
                    <a:gd name="connsiteX66" fmla="*/ 42229 w 260188"/>
                    <a:gd name="connsiteY66" fmla="*/ 4383 h 301288"/>
                    <a:gd name="connsiteX67" fmla="*/ 40018 w 260188"/>
                    <a:gd name="connsiteY67" fmla="*/ 7983 h 301288"/>
                    <a:gd name="connsiteX68" fmla="*/ 52397 w 260188"/>
                    <a:gd name="connsiteY68" fmla="*/ 25541 h 301288"/>
                    <a:gd name="connsiteX69" fmla="*/ 53534 w 260188"/>
                    <a:gd name="connsiteY69" fmla="*/ 27878 h 301288"/>
                    <a:gd name="connsiteX70" fmla="*/ 54229 w 260188"/>
                    <a:gd name="connsiteY70" fmla="*/ 33878 h 301288"/>
                    <a:gd name="connsiteX71" fmla="*/ 58397 w 260188"/>
                    <a:gd name="connsiteY71" fmla="*/ 37920 h 301288"/>
                    <a:gd name="connsiteX72" fmla="*/ 60355 w 260188"/>
                    <a:gd name="connsiteY72" fmla="*/ 44046 h 301288"/>
                    <a:gd name="connsiteX73" fmla="*/ 62313 w 260188"/>
                    <a:gd name="connsiteY73" fmla="*/ 49604 h 301288"/>
                    <a:gd name="connsiteX74" fmla="*/ 63576 w 260188"/>
                    <a:gd name="connsiteY74" fmla="*/ 51435 h 301288"/>
                    <a:gd name="connsiteX75" fmla="*/ 64271 w 260188"/>
                    <a:gd name="connsiteY75" fmla="*/ 57372 h 301288"/>
                    <a:gd name="connsiteX76" fmla="*/ 54923 w 260188"/>
                    <a:gd name="connsiteY76" fmla="*/ 68109 h 301288"/>
                    <a:gd name="connsiteX77" fmla="*/ 55239 w 260188"/>
                    <a:gd name="connsiteY77" fmla="*/ 71014 h 301288"/>
                    <a:gd name="connsiteX78" fmla="*/ 63450 w 260188"/>
                    <a:gd name="connsiteY78" fmla="*/ 70193 h 301288"/>
                    <a:gd name="connsiteX79" fmla="*/ 65218 w 260188"/>
                    <a:gd name="connsiteY79" fmla="*/ 71330 h 301288"/>
                    <a:gd name="connsiteX80" fmla="*/ 60355 w 260188"/>
                    <a:gd name="connsiteY80" fmla="*/ 79414 h 301288"/>
                    <a:gd name="connsiteX81" fmla="*/ 45765 w 260188"/>
                    <a:gd name="connsiteY81" fmla="*/ 92235 h 301288"/>
                    <a:gd name="connsiteX82" fmla="*/ 41155 w 260188"/>
                    <a:gd name="connsiteY82" fmla="*/ 105309 h 301288"/>
                    <a:gd name="connsiteX83" fmla="*/ 39197 w 260188"/>
                    <a:gd name="connsiteY83" fmla="*/ 110867 h 301288"/>
                    <a:gd name="connsiteX84" fmla="*/ 34776 w 260188"/>
                    <a:gd name="connsiteY84" fmla="*/ 117372 h 301288"/>
                    <a:gd name="connsiteX85" fmla="*/ 35723 w 260188"/>
                    <a:gd name="connsiteY85" fmla="*/ 121162 h 301288"/>
                    <a:gd name="connsiteX86" fmla="*/ 73681 w 260188"/>
                    <a:gd name="connsiteY86" fmla="*/ 122678 h 301288"/>
                    <a:gd name="connsiteX87" fmla="*/ 85429 w 260188"/>
                    <a:gd name="connsiteY87" fmla="*/ 129246 h 301288"/>
                    <a:gd name="connsiteX88" fmla="*/ 88208 w 260188"/>
                    <a:gd name="connsiteY88" fmla="*/ 134804 h 301288"/>
                    <a:gd name="connsiteX89" fmla="*/ 88650 w 260188"/>
                    <a:gd name="connsiteY89" fmla="*/ 138404 h 301288"/>
                    <a:gd name="connsiteX90" fmla="*/ 79050 w 260188"/>
                    <a:gd name="connsiteY90" fmla="*/ 139920 h 301288"/>
                    <a:gd name="connsiteX91" fmla="*/ 69197 w 260188"/>
                    <a:gd name="connsiteY91" fmla="*/ 142130 h 301288"/>
                    <a:gd name="connsiteX92" fmla="*/ 60986 w 260188"/>
                    <a:gd name="connsiteY92" fmla="*/ 137267 h 301288"/>
                    <a:gd name="connsiteX93" fmla="*/ 28144 w 260188"/>
                    <a:gd name="connsiteY93" fmla="*/ 139730 h 301288"/>
                    <a:gd name="connsiteX94" fmla="*/ 15197 w 260188"/>
                    <a:gd name="connsiteY94" fmla="*/ 165246 h 301288"/>
                    <a:gd name="connsiteX95" fmla="*/ 9513 w 260188"/>
                    <a:gd name="connsiteY95" fmla="*/ 166193 h 301288"/>
                    <a:gd name="connsiteX96" fmla="*/ 4902 w 260188"/>
                    <a:gd name="connsiteY96" fmla="*/ 152741 h 301288"/>
                    <a:gd name="connsiteX97" fmla="*/ 8944 w 260188"/>
                    <a:gd name="connsiteY97" fmla="*/ 153309 h 301288"/>
                    <a:gd name="connsiteX98" fmla="*/ 9071 w 260188"/>
                    <a:gd name="connsiteY98" fmla="*/ 153878 h 301288"/>
                    <a:gd name="connsiteX99" fmla="*/ 15450 w 260188"/>
                    <a:gd name="connsiteY99" fmla="*/ 159056 h 301288"/>
                    <a:gd name="connsiteX100" fmla="*/ 12544 w 260188"/>
                    <a:gd name="connsiteY100" fmla="*/ 141372 h 301288"/>
                    <a:gd name="connsiteX101" fmla="*/ 11597 w 260188"/>
                    <a:gd name="connsiteY101" fmla="*/ 141246 h 301288"/>
                    <a:gd name="connsiteX102" fmla="*/ 12039 w 260188"/>
                    <a:gd name="connsiteY102" fmla="*/ 148067 h 301288"/>
                    <a:gd name="connsiteX103" fmla="*/ 39 w 260188"/>
                    <a:gd name="connsiteY103" fmla="*/ 157541 h 301288"/>
                    <a:gd name="connsiteX104" fmla="*/ 8629 w 260188"/>
                    <a:gd name="connsiteY104" fmla="*/ 171183 h 301288"/>
                    <a:gd name="connsiteX105" fmla="*/ 10587 w 260188"/>
                    <a:gd name="connsiteY105" fmla="*/ 181035 h 301288"/>
                    <a:gd name="connsiteX106" fmla="*/ 10965 w 260188"/>
                    <a:gd name="connsiteY106" fmla="*/ 217351 h 301288"/>
                    <a:gd name="connsiteX107" fmla="*/ 11787 w 260188"/>
                    <a:gd name="connsiteY107" fmla="*/ 216909 h 301288"/>
                    <a:gd name="connsiteX108" fmla="*/ 21829 w 260188"/>
                    <a:gd name="connsiteY108" fmla="*/ 191456 h 301288"/>
                    <a:gd name="connsiteX109" fmla="*/ 26439 w 260188"/>
                    <a:gd name="connsiteY109" fmla="*/ 187983 h 301288"/>
                    <a:gd name="connsiteX110" fmla="*/ 29913 w 260188"/>
                    <a:gd name="connsiteY110" fmla="*/ 188425 h 301288"/>
                    <a:gd name="connsiteX111" fmla="*/ 28523 w 260188"/>
                    <a:gd name="connsiteY111" fmla="*/ 207878 h 301288"/>
                    <a:gd name="connsiteX112" fmla="*/ 31997 w 260188"/>
                    <a:gd name="connsiteY112" fmla="*/ 243246 h 301288"/>
                    <a:gd name="connsiteX113" fmla="*/ 32376 w 260188"/>
                    <a:gd name="connsiteY113" fmla="*/ 244320 h 301288"/>
                    <a:gd name="connsiteX114" fmla="*/ 28902 w 260188"/>
                    <a:gd name="connsiteY114" fmla="*/ 248804 h 301288"/>
                    <a:gd name="connsiteX115" fmla="*/ 31681 w 260188"/>
                    <a:gd name="connsiteY115" fmla="*/ 255372 h 301288"/>
                    <a:gd name="connsiteX116" fmla="*/ 35723 w 260188"/>
                    <a:gd name="connsiteY116" fmla="*/ 267751 h 301288"/>
                    <a:gd name="connsiteX117" fmla="*/ 35155 w 260188"/>
                    <a:gd name="connsiteY117" fmla="*/ 273878 h 301288"/>
                    <a:gd name="connsiteX118" fmla="*/ 48481 w 260188"/>
                    <a:gd name="connsiteY118" fmla="*/ 277478 h 301288"/>
                    <a:gd name="connsiteX119" fmla="*/ 49050 w 260188"/>
                    <a:gd name="connsiteY119" fmla="*/ 276088 h 301288"/>
                    <a:gd name="connsiteX120" fmla="*/ 45260 w 260188"/>
                    <a:gd name="connsiteY120" fmla="*/ 267056 h 301288"/>
                    <a:gd name="connsiteX121" fmla="*/ 39386 w 260188"/>
                    <a:gd name="connsiteY121" fmla="*/ 250193 h 301288"/>
                    <a:gd name="connsiteX122" fmla="*/ 40334 w 260188"/>
                    <a:gd name="connsiteY122" fmla="*/ 248677 h 301288"/>
                    <a:gd name="connsiteX123" fmla="*/ 58018 w 260188"/>
                    <a:gd name="connsiteY123" fmla="*/ 253351 h 301288"/>
                    <a:gd name="connsiteX124" fmla="*/ 58018 w 260188"/>
                    <a:gd name="connsiteY124" fmla="*/ 268699 h 301288"/>
                    <a:gd name="connsiteX125" fmla="*/ 75134 w 260188"/>
                    <a:gd name="connsiteY125" fmla="*/ 278551 h 301288"/>
                    <a:gd name="connsiteX126" fmla="*/ 87829 w 260188"/>
                    <a:gd name="connsiteY126" fmla="*/ 255625 h 301288"/>
                    <a:gd name="connsiteX127" fmla="*/ 95913 w 260188"/>
                    <a:gd name="connsiteY127" fmla="*/ 256067 h 301288"/>
                    <a:gd name="connsiteX128" fmla="*/ 98376 w 260188"/>
                    <a:gd name="connsiteY128" fmla="*/ 265478 h 301288"/>
                    <a:gd name="connsiteX129" fmla="*/ 96481 w 260188"/>
                    <a:gd name="connsiteY129" fmla="*/ 279562 h 301288"/>
                    <a:gd name="connsiteX130" fmla="*/ 93260 w 260188"/>
                    <a:gd name="connsiteY130" fmla="*/ 284993 h 301288"/>
                    <a:gd name="connsiteX131" fmla="*/ 83660 w 260188"/>
                    <a:gd name="connsiteY131" fmla="*/ 288214 h 301288"/>
                    <a:gd name="connsiteX132" fmla="*/ 77723 w 260188"/>
                    <a:gd name="connsiteY132" fmla="*/ 295730 h 301288"/>
                    <a:gd name="connsiteX133" fmla="*/ 83155 w 260188"/>
                    <a:gd name="connsiteY133" fmla="*/ 292951 h 301288"/>
                    <a:gd name="connsiteX134" fmla="*/ 90544 w 260188"/>
                    <a:gd name="connsiteY134" fmla="*/ 292509 h 301288"/>
                    <a:gd name="connsiteX135" fmla="*/ 97618 w 260188"/>
                    <a:gd name="connsiteY135" fmla="*/ 292635 h 301288"/>
                    <a:gd name="connsiteX136" fmla="*/ 100713 w 260188"/>
                    <a:gd name="connsiteY136" fmla="*/ 294341 h 301288"/>
                    <a:gd name="connsiteX137" fmla="*/ 111008 w 260188"/>
                    <a:gd name="connsiteY137" fmla="*/ 298383 h 301288"/>
                    <a:gd name="connsiteX138" fmla="*/ 116439 w 260188"/>
                    <a:gd name="connsiteY138" fmla="*/ 301288 h 301288"/>
                    <a:gd name="connsiteX139" fmla="*/ 117134 w 260188"/>
                    <a:gd name="connsiteY139" fmla="*/ 298635 h 301288"/>
                    <a:gd name="connsiteX140" fmla="*/ 116250 w 260188"/>
                    <a:gd name="connsiteY140" fmla="*/ 295604 h 301288"/>
                    <a:gd name="connsiteX141" fmla="*/ 124208 w 260188"/>
                    <a:gd name="connsiteY141" fmla="*/ 293962 h 301288"/>
                    <a:gd name="connsiteX142" fmla="*/ 133429 w 260188"/>
                    <a:gd name="connsiteY142" fmla="*/ 295793 h 301288"/>
                    <a:gd name="connsiteX143" fmla="*/ 137534 w 260188"/>
                    <a:gd name="connsiteY143" fmla="*/ 298572 h 301288"/>
                    <a:gd name="connsiteX144" fmla="*/ 132544 w 260188"/>
                    <a:gd name="connsiteY144" fmla="*/ 289478 h 301288"/>
                    <a:gd name="connsiteX145" fmla="*/ 136081 w 260188"/>
                    <a:gd name="connsiteY145" fmla="*/ 287267 h 301288"/>
                    <a:gd name="connsiteX146" fmla="*/ 141513 w 260188"/>
                    <a:gd name="connsiteY146" fmla="*/ 289099 h 301288"/>
                    <a:gd name="connsiteX147" fmla="*/ 136650 w 260188"/>
                    <a:gd name="connsiteY147" fmla="*/ 283793 h 301288"/>
                    <a:gd name="connsiteX148" fmla="*/ 131534 w 260188"/>
                    <a:gd name="connsiteY148" fmla="*/ 283604 h 301288"/>
                    <a:gd name="connsiteX149" fmla="*/ 125850 w 260188"/>
                    <a:gd name="connsiteY149" fmla="*/ 273183 h 301288"/>
                    <a:gd name="connsiteX150" fmla="*/ 132797 w 260188"/>
                    <a:gd name="connsiteY150" fmla="*/ 276656 h 301288"/>
                    <a:gd name="connsiteX151" fmla="*/ 138355 w 260188"/>
                    <a:gd name="connsiteY151" fmla="*/ 277351 h 301288"/>
                    <a:gd name="connsiteX152" fmla="*/ 145744 w 260188"/>
                    <a:gd name="connsiteY152" fmla="*/ 279246 h 301288"/>
                    <a:gd name="connsiteX153" fmla="*/ 147829 w 260188"/>
                    <a:gd name="connsiteY153" fmla="*/ 279941 h 301288"/>
                    <a:gd name="connsiteX154" fmla="*/ 151429 w 260188"/>
                    <a:gd name="connsiteY154" fmla="*/ 280509 h 301288"/>
                    <a:gd name="connsiteX155" fmla="*/ 155850 w 260188"/>
                    <a:gd name="connsiteY155" fmla="*/ 281204 h 301288"/>
                    <a:gd name="connsiteX156" fmla="*/ 165892 w 260188"/>
                    <a:gd name="connsiteY156" fmla="*/ 279941 h 301288"/>
                    <a:gd name="connsiteX157" fmla="*/ 167408 w 260188"/>
                    <a:gd name="connsiteY157" fmla="*/ 283856 h 301288"/>
                    <a:gd name="connsiteX158" fmla="*/ 168797 w 260188"/>
                    <a:gd name="connsiteY158" fmla="*/ 287456 h 301288"/>
                    <a:gd name="connsiteX159" fmla="*/ 161976 w 260188"/>
                    <a:gd name="connsiteY159" fmla="*/ 290930 h 301288"/>
                    <a:gd name="connsiteX160" fmla="*/ 160018 w 260188"/>
                    <a:gd name="connsiteY160" fmla="*/ 298193 h 301288"/>
                    <a:gd name="connsiteX161" fmla="*/ 170881 w 260188"/>
                    <a:gd name="connsiteY161" fmla="*/ 293330 h 301288"/>
                    <a:gd name="connsiteX162" fmla="*/ 174797 w 260188"/>
                    <a:gd name="connsiteY162" fmla="*/ 292951 h 301288"/>
                    <a:gd name="connsiteX163" fmla="*/ 180481 w 260188"/>
                    <a:gd name="connsiteY163" fmla="*/ 295604 h 301288"/>
                    <a:gd name="connsiteX164" fmla="*/ 184965 w 260188"/>
                    <a:gd name="connsiteY164" fmla="*/ 294783 h 301288"/>
                    <a:gd name="connsiteX165" fmla="*/ 201260 w 260188"/>
                    <a:gd name="connsiteY165" fmla="*/ 298951 h 301288"/>
                    <a:gd name="connsiteX166" fmla="*/ 200881 w 260188"/>
                    <a:gd name="connsiteY166" fmla="*/ 293835 h 301288"/>
                    <a:gd name="connsiteX167" fmla="*/ 207702 w 260188"/>
                    <a:gd name="connsiteY167" fmla="*/ 296993 h 301288"/>
                    <a:gd name="connsiteX168" fmla="*/ 209660 w 260188"/>
                    <a:gd name="connsiteY168" fmla="*/ 288656 h 301288"/>
                    <a:gd name="connsiteX169" fmla="*/ 215660 w 260188"/>
                    <a:gd name="connsiteY169" fmla="*/ 290993 h 301288"/>
                    <a:gd name="connsiteX170" fmla="*/ 215534 w 260188"/>
                    <a:gd name="connsiteY170" fmla="*/ 284867 h 301288"/>
                    <a:gd name="connsiteX171" fmla="*/ 209660 w 260188"/>
                    <a:gd name="connsiteY171" fmla="*/ 282783 h 301288"/>
                    <a:gd name="connsiteX172" fmla="*/ 201892 w 260188"/>
                    <a:gd name="connsiteY172" fmla="*/ 282214 h 301288"/>
                    <a:gd name="connsiteX173" fmla="*/ 194186 w 260188"/>
                    <a:gd name="connsiteY173" fmla="*/ 281646 h 301288"/>
                    <a:gd name="connsiteX174" fmla="*/ 195323 w 260188"/>
                    <a:gd name="connsiteY174" fmla="*/ 278299 h 301288"/>
                    <a:gd name="connsiteX175" fmla="*/ 198671 w 260188"/>
                    <a:gd name="connsiteY175" fmla="*/ 274256 h 301288"/>
                    <a:gd name="connsiteX176" fmla="*/ 201197 w 260188"/>
                    <a:gd name="connsiteY176" fmla="*/ 270341 h 301288"/>
                    <a:gd name="connsiteX177" fmla="*/ 211492 w 260188"/>
                    <a:gd name="connsiteY177" fmla="*/ 260172 h 301288"/>
                    <a:gd name="connsiteX178" fmla="*/ 215534 w 260188"/>
                    <a:gd name="connsiteY178" fmla="*/ 245709 h 301288"/>
                    <a:gd name="connsiteX179" fmla="*/ 219829 w 260188"/>
                    <a:gd name="connsiteY179" fmla="*/ 244699 h 301288"/>
                    <a:gd name="connsiteX180" fmla="*/ 217997 w 260188"/>
                    <a:gd name="connsiteY180" fmla="*/ 240972 h 301288"/>
                    <a:gd name="connsiteX181" fmla="*/ 221471 w 260188"/>
                    <a:gd name="connsiteY181" fmla="*/ 240972 h 301288"/>
                    <a:gd name="connsiteX182" fmla="*/ 223302 w 260188"/>
                    <a:gd name="connsiteY182" fmla="*/ 239141 h 301288"/>
                    <a:gd name="connsiteX183" fmla="*/ 220902 w 260188"/>
                    <a:gd name="connsiteY183" fmla="*/ 237183 h 301288"/>
                    <a:gd name="connsiteX184" fmla="*/ 217302 w 260188"/>
                    <a:gd name="connsiteY184" fmla="*/ 231309 h 301288"/>
                    <a:gd name="connsiteX185" fmla="*/ 213955 w 260188"/>
                    <a:gd name="connsiteY185" fmla="*/ 225878 h 301288"/>
                    <a:gd name="connsiteX186" fmla="*/ 205365 w 260188"/>
                    <a:gd name="connsiteY186" fmla="*/ 216846 h 301288"/>
                    <a:gd name="connsiteX187" fmla="*/ 204418 w 260188"/>
                    <a:gd name="connsiteY187" fmla="*/ 216278 h 301288"/>
                    <a:gd name="connsiteX188" fmla="*/ 198292 w 260188"/>
                    <a:gd name="connsiteY188" fmla="*/ 205162 h 301288"/>
                    <a:gd name="connsiteX189" fmla="*/ 189955 w 260188"/>
                    <a:gd name="connsiteY189" fmla="*/ 204593 h 301288"/>
                    <a:gd name="connsiteX190" fmla="*/ 189134 w 260188"/>
                    <a:gd name="connsiteY190" fmla="*/ 200425 h 301288"/>
                    <a:gd name="connsiteX191" fmla="*/ 187744 w 260188"/>
                    <a:gd name="connsiteY191" fmla="*/ 202635 h 301288"/>
                    <a:gd name="connsiteX192" fmla="*/ 178965 w 260188"/>
                    <a:gd name="connsiteY192" fmla="*/ 190004 h 301288"/>
                    <a:gd name="connsiteX193" fmla="*/ 182565 w 260188"/>
                    <a:gd name="connsiteY193" fmla="*/ 188741 h 301288"/>
                    <a:gd name="connsiteX194" fmla="*/ 214965 w 260188"/>
                    <a:gd name="connsiteY194" fmla="*/ 178572 h 301288"/>
                    <a:gd name="connsiteX195" fmla="*/ 222734 w 260188"/>
                    <a:gd name="connsiteY195" fmla="*/ 176235 h 301288"/>
                    <a:gd name="connsiteX196" fmla="*/ 229176 w 260188"/>
                    <a:gd name="connsiteY196" fmla="*/ 177814 h 301288"/>
                    <a:gd name="connsiteX197" fmla="*/ 237071 w 260188"/>
                    <a:gd name="connsiteY197" fmla="*/ 186025 h 301288"/>
                    <a:gd name="connsiteX198" fmla="*/ 237765 w 260188"/>
                    <a:gd name="connsiteY198" fmla="*/ 190888 h 301288"/>
                    <a:gd name="connsiteX199" fmla="*/ 241618 w 260188"/>
                    <a:gd name="connsiteY199" fmla="*/ 197204 h 301288"/>
                    <a:gd name="connsiteX200" fmla="*/ 242186 w 260188"/>
                    <a:gd name="connsiteY200" fmla="*/ 208446 h 301288"/>
                    <a:gd name="connsiteX201" fmla="*/ 243071 w 260188"/>
                    <a:gd name="connsiteY201" fmla="*/ 214446 h 301288"/>
                    <a:gd name="connsiteX202" fmla="*/ 248502 w 260188"/>
                    <a:gd name="connsiteY202" fmla="*/ 218362 h 301288"/>
                    <a:gd name="connsiteX203" fmla="*/ 253744 w 260188"/>
                    <a:gd name="connsiteY203" fmla="*/ 215204 h 301288"/>
                    <a:gd name="connsiteX204" fmla="*/ 251092 w 260188"/>
                    <a:gd name="connsiteY204" fmla="*/ 207435 h 301288"/>
                    <a:gd name="connsiteX205" fmla="*/ 247934 w 260188"/>
                    <a:gd name="connsiteY205" fmla="*/ 197962 h 301288"/>
                    <a:gd name="connsiteX206" fmla="*/ 244334 w 260188"/>
                    <a:gd name="connsiteY206" fmla="*/ 185962 h 301288"/>
                    <a:gd name="connsiteX207" fmla="*/ 236565 w 260188"/>
                    <a:gd name="connsiteY207" fmla="*/ 176109 h 301288"/>
                    <a:gd name="connsiteX208" fmla="*/ 234165 w 260188"/>
                    <a:gd name="connsiteY208" fmla="*/ 172193 h 301288"/>
                    <a:gd name="connsiteX209" fmla="*/ 225955 w 260188"/>
                    <a:gd name="connsiteY209" fmla="*/ 163983 h 301288"/>
                    <a:gd name="connsiteX210" fmla="*/ 218060 w 260188"/>
                    <a:gd name="connsiteY210" fmla="*/ 164425 h 301288"/>
                    <a:gd name="connsiteX211" fmla="*/ 218060 w 260188"/>
                    <a:gd name="connsiteY211" fmla="*/ 162909 h 301288"/>
                    <a:gd name="connsiteX212" fmla="*/ 233534 w 260188"/>
                    <a:gd name="connsiteY212" fmla="*/ 148193 h 301288"/>
                    <a:gd name="connsiteX213" fmla="*/ 239092 w 260188"/>
                    <a:gd name="connsiteY213" fmla="*/ 148762 h 301288"/>
                    <a:gd name="connsiteX214" fmla="*/ 247744 w 260188"/>
                    <a:gd name="connsiteY214" fmla="*/ 157856 h 301288"/>
                    <a:gd name="connsiteX215" fmla="*/ 251218 w 260188"/>
                    <a:gd name="connsiteY215" fmla="*/ 164930 h 301288"/>
                    <a:gd name="connsiteX216" fmla="*/ 252355 w 260188"/>
                    <a:gd name="connsiteY216" fmla="*/ 173583 h 301288"/>
                    <a:gd name="connsiteX217" fmla="*/ 248881 w 260188"/>
                    <a:gd name="connsiteY217" fmla="*/ 178699 h 301288"/>
                    <a:gd name="connsiteX218" fmla="*/ 257786 w 260188"/>
                    <a:gd name="connsiteY218" fmla="*/ 187478 h 301288"/>
                    <a:gd name="connsiteX219" fmla="*/ 259176 w 260188"/>
                    <a:gd name="connsiteY219" fmla="*/ 186783 h 301288"/>
                    <a:gd name="connsiteX220" fmla="*/ 259302 w 260188"/>
                    <a:gd name="connsiteY220" fmla="*/ 176488 h 301288"/>
                    <a:gd name="connsiteX221" fmla="*/ 249260 w 260188"/>
                    <a:gd name="connsiteY221" fmla="*/ 210656 h 301288"/>
                    <a:gd name="connsiteX222" fmla="*/ 245913 w 260188"/>
                    <a:gd name="connsiteY222" fmla="*/ 211604 h 301288"/>
                    <a:gd name="connsiteX223" fmla="*/ 247050 w 260188"/>
                    <a:gd name="connsiteY223" fmla="*/ 213435 h 301288"/>
                    <a:gd name="connsiteX224" fmla="*/ 245913 w 260188"/>
                    <a:gd name="connsiteY224" fmla="*/ 214004 h 301288"/>
                    <a:gd name="connsiteX225" fmla="*/ 245471 w 260188"/>
                    <a:gd name="connsiteY225" fmla="*/ 215520 h 301288"/>
                    <a:gd name="connsiteX226" fmla="*/ 242818 w 260188"/>
                    <a:gd name="connsiteY226" fmla="*/ 210656 h 301288"/>
                    <a:gd name="connsiteX227" fmla="*/ 244208 w 260188"/>
                    <a:gd name="connsiteY227" fmla="*/ 207688 h 301288"/>
                    <a:gd name="connsiteX228" fmla="*/ 245850 w 260188"/>
                    <a:gd name="connsiteY228" fmla="*/ 207562 h 301288"/>
                    <a:gd name="connsiteX229" fmla="*/ 249197 w 260188"/>
                    <a:gd name="connsiteY229" fmla="*/ 210656 h 301288"/>
                    <a:gd name="connsiteX230" fmla="*/ 246608 w 260188"/>
                    <a:gd name="connsiteY230" fmla="*/ 203267 h 301288"/>
                    <a:gd name="connsiteX231" fmla="*/ 245786 w 260188"/>
                    <a:gd name="connsiteY231" fmla="*/ 205920 h 301288"/>
                    <a:gd name="connsiteX232" fmla="*/ 244902 w 260188"/>
                    <a:gd name="connsiteY232" fmla="*/ 203267 h 301288"/>
                    <a:gd name="connsiteX233" fmla="*/ 245786 w 260188"/>
                    <a:gd name="connsiteY233" fmla="*/ 200614 h 301288"/>
                    <a:gd name="connsiteX234" fmla="*/ 246608 w 260188"/>
                    <a:gd name="connsiteY234" fmla="*/ 203267 h 301288"/>
                    <a:gd name="connsiteX235" fmla="*/ 243829 w 260188"/>
                    <a:gd name="connsiteY235" fmla="*/ 189372 h 301288"/>
                    <a:gd name="connsiteX236" fmla="*/ 245218 w 260188"/>
                    <a:gd name="connsiteY236" fmla="*/ 190320 h 301288"/>
                    <a:gd name="connsiteX237" fmla="*/ 245597 w 260188"/>
                    <a:gd name="connsiteY237" fmla="*/ 192151 h 301288"/>
                    <a:gd name="connsiteX238" fmla="*/ 244208 w 260188"/>
                    <a:gd name="connsiteY238" fmla="*/ 191014 h 301288"/>
                    <a:gd name="connsiteX239" fmla="*/ 243829 w 260188"/>
                    <a:gd name="connsiteY239" fmla="*/ 189372 h 301288"/>
                    <a:gd name="connsiteX240" fmla="*/ 213513 w 260188"/>
                    <a:gd name="connsiteY240" fmla="*/ 148320 h 301288"/>
                    <a:gd name="connsiteX241" fmla="*/ 214713 w 260188"/>
                    <a:gd name="connsiteY241" fmla="*/ 149456 h 301288"/>
                    <a:gd name="connsiteX242" fmla="*/ 214713 w 260188"/>
                    <a:gd name="connsiteY242" fmla="*/ 150972 h 301288"/>
                    <a:gd name="connsiteX243" fmla="*/ 213639 w 260188"/>
                    <a:gd name="connsiteY243" fmla="*/ 149962 h 301288"/>
                    <a:gd name="connsiteX244" fmla="*/ 213513 w 260188"/>
                    <a:gd name="connsiteY244" fmla="*/ 148320 h 301288"/>
                    <a:gd name="connsiteX245" fmla="*/ 212629 w 260188"/>
                    <a:gd name="connsiteY245" fmla="*/ 161393 h 301288"/>
                    <a:gd name="connsiteX246" fmla="*/ 213071 w 260188"/>
                    <a:gd name="connsiteY246" fmla="*/ 161962 h 301288"/>
                    <a:gd name="connsiteX247" fmla="*/ 212629 w 260188"/>
                    <a:gd name="connsiteY247" fmla="*/ 162530 h 301288"/>
                    <a:gd name="connsiteX248" fmla="*/ 212186 w 260188"/>
                    <a:gd name="connsiteY248" fmla="*/ 161962 h 301288"/>
                    <a:gd name="connsiteX249" fmla="*/ 212629 w 260188"/>
                    <a:gd name="connsiteY249" fmla="*/ 161393 h 301288"/>
                    <a:gd name="connsiteX250" fmla="*/ 209723 w 260188"/>
                    <a:gd name="connsiteY250" fmla="*/ 162783 h 301288"/>
                    <a:gd name="connsiteX251" fmla="*/ 207955 w 260188"/>
                    <a:gd name="connsiteY251" fmla="*/ 163035 h 301288"/>
                    <a:gd name="connsiteX252" fmla="*/ 206250 w 260188"/>
                    <a:gd name="connsiteY252" fmla="*/ 149520 h 301288"/>
                    <a:gd name="connsiteX253" fmla="*/ 207513 w 260188"/>
                    <a:gd name="connsiteY253" fmla="*/ 148951 h 301288"/>
                    <a:gd name="connsiteX254" fmla="*/ 209723 w 260188"/>
                    <a:gd name="connsiteY254" fmla="*/ 162783 h 301288"/>
                    <a:gd name="connsiteX255" fmla="*/ 205429 w 260188"/>
                    <a:gd name="connsiteY255" fmla="*/ 123246 h 301288"/>
                    <a:gd name="connsiteX256" fmla="*/ 206692 w 260188"/>
                    <a:gd name="connsiteY256" fmla="*/ 123499 h 301288"/>
                    <a:gd name="connsiteX257" fmla="*/ 205871 w 260188"/>
                    <a:gd name="connsiteY257" fmla="*/ 137709 h 301288"/>
                    <a:gd name="connsiteX258" fmla="*/ 204671 w 260188"/>
                    <a:gd name="connsiteY258" fmla="*/ 138088 h 301288"/>
                    <a:gd name="connsiteX259" fmla="*/ 205492 w 260188"/>
                    <a:gd name="connsiteY259" fmla="*/ 123183 h 301288"/>
                    <a:gd name="connsiteX260" fmla="*/ 204481 w 260188"/>
                    <a:gd name="connsiteY260" fmla="*/ 140362 h 301288"/>
                    <a:gd name="connsiteX261" fmla="*/ 207008 w 260188"/>
                    <a:gd name="connsiteY261" fmla="*/ 142825 h 301288"/>
                    <a:gd name="connsiteX262" fmla="*/ 205744 w 260188"/>
                    <a:gd name="connsiteY262" fmla="*/ 146172 h 301288"/>
                    <a:gd name="connsiteX263" fmla="*/ 203092 w 260188"/>
                    <a:gd name="connsiteY263" fmla="*/ 143646 h 301288"/>
                    <a:gd name="connsiteX264" fmla="*/ 204481 w 260188"/>
                    <a:gd name="connsiteY264" fmla="*/ 140299 h 301288"/>
                    <a:gd name="connsiteX265" fmla="*/ 201765 w 260188"/>
                    <a:gd name="connsiteY265" fmla="*/ 156530 h 301288"/>
                    <a:gd name="connsiteX266" fmla="*/ 195386 w 260188"/>
                    <a:gd name="connsiteY266" fmla="*/ 145793 h 301288"/>
                    <a:gd name="connsiteX267" fmla="*/ 196902 w 260188"/>
                    <a:gd name="connsiteY267" fmla="*/ 145414 h 301288"/>
                    <a:gd name="connsiteX268" fmla="*/ 202776 w 260188"/>
                    <a:gd name="connsiteY268" fmla="*/ 155962 h 301288"/>
                    <a:gd name="connsiteX269" fmla="*/ 201765 w 260188"/>
                    <a:gd name="connsiteY269" fmla="*/ 156530 h 301288"/>
                    <a:gd name="connsiteX270" fmla="*/ 200565 w 260188"/>
                    <a:gd name="connsiteY270" fmla="*/ 158993 h 301288"/>
                    <a:gd name="connsiteX271" fmla="*/ 191092 w 260188"/>
                    <a:gd name="connsiteY271" fmla="*/ 144404 h 301288"/>
                    <a:gd name="connsiteX272" fmla="*/ 193618 w 260188"/>
                    <a:gd name="connsiteY272" fmla="*/ 144530 h 301288"/>
                    <a:gd name="connsiteX273" fmla="*/ 201829 w 260188"/>
                    <a:gd name="connsiteY273" fmla="*/ 158046 h 301288"/>
                    <a:gd name="connsiteX274" fmla="*/ 200629 w 260188"/>
                    <a:gd name="connsiteY274" fmla="*/ 158993 h 301288"/>
                    <a:gd name="connsiteX275" fmla="*/ 202081 w 260188"/>
                    <a:gd name="connsiteY275" fmla="*/ 149835 h 301288"/>
                    <a:gd name="connsiteX276" fmla="*/ 200818 w 260188"/>
                    <a:gd name="connsiteY276" fmla="*/ 148699 h 301288"/>
                    <a:gd name="connsiteX277" fmla="*/ 200692 w 260188"/>
                    <a:gd name="connsiteY277" fmla="*/ 147183 h 301288"/>
                    <a:gd name="connsiteX278" fmla="*/ 201955 w 260188"/>
                    <a:gd name="connsiteY278" fmla="*/ 148130 h 301288"/>
                    <a:gd name="connsiteX279" fmla="*/ 202081 w 260188"/>
                    <a:gd name="connsiteY279" fmla="*/ 149772 h 301288"/>
                    <a:gd name="connsiteX280" fmla="*/ 202081 w 260188"/>
                    <a:gd name="connsiteY280" fmla="*/ 143141 h 301288"/>
                    <a:gd name="connsiteX281" fmla="*/ 202081 w 260188"/>
                    <a:gd name="connsiteY281" fmla="*/ 143709 h 301288"/>
                    <a:gd name="connsiteX282" fmla="*/ 201513 w 260188"/>
                    <a:gd name="connsiteY282" fmla="*/ 144088 h 301288"/>
                    <a:gd name="connsiteX283" fmla="*/ 200944 w 260188"/>
                    <a:gd name="connsiteY283" fmla="*/ 143962 h 301288"/>
                    <a:gd name="connsiteX284" fmla="*/ 198734 w 260188"/>
                    <a:gd name="connsiteY284" fmla="*/ 141309 h 301288"/>
                    <a:gd name="connsiteX285" fmla="*/ 198860 w 260188"/>
                    <a:gd name="connsiteY285" fmla="*/ 140741 h 301288"/>
                    <a:gd name="connsiteX286" fmla="*/ 199429 w 260188"/>
                    <a:gd name="connsiteY286" fmla="*/ 140362 h 301288"/>
                    <a:gd name="connsiteX287" fmla="*/ 199997 w 260188"/>
                    <a:gd name="connsiteY287" fmla="*/ 140488 h 301288"/>
                    <a:gd name="connsiteX288" fmla="*/ 202081 w 260188"/>
                    <a:gd name="connsiteY288" fmla="*/ 143078 h 301288"/>
                    <a:gd name="connsiteX289" fmla="*/ 213071 w 260188"/>
                    <a:gd name="connsiteY289" fmla="*/ 87941 h 301288"/>
                    <a:gd name="connsiteX290" fmla="*/ 209850 w 260188"/>
                    <a:gd name="connsiteY290" fmla="*/ 87372 h 301288"/>
                    <a:gd name="connsiteX291" fmla="*/ 210229 w 260188"/>
                    <a:gd name="connsiteY291" fmla="*/ 85099 h 301288"/>
                    <a:gd name="connsiteX292" fmla="*/ 213008 w 260188"/>
                    <a:gd name="connsiteY292" fmla="*/ 87877 h 301288"/>
                    <a:gd name="connsiteX293" fmla="*/ 186797 w 260188"/>
                    <a:gd name="connsiteY293" fmla="*/ 41456 h 301288"/>
                    <a:gd name="connsiteX294" fmla="*/ 197786 w 260188"/>
                    <a:gd name="connsiteY294" fmla="*/ 41583 h 301288"/>
                    <a:gd name="connsiteX295" fmla="*/ 199744 w 260188"/>
                    <a:gd name="connsiteY295" fmla="*/ 43793 h 301288"/>
                    <a:gd name="connsiteX296" fmla="*/ 198229 w 260188"/>
                    <a:gd name="connsiteY296" fmla="*/ 46004 h 301288"/>
                    <a:gd name="connsiteX297" fmla="*/ 196018 w 260188"/>
                    <a:gd name="connsiteY297" fmla="*/ 42656 h 301288"/>
                    <a:gd name="connsiteX298" fmla="*/ 197976 w 260188"/>
                    <a:gd name="connsiteY298" fmla="*/ 49225 h 301288"/>
                    <a:gd name="connsiteX299" fmla="*/ 197408 w 260188"/>
                    <a:gd name="connsiteY299" fmla="*/ 50993 h 301288"/>
                    <a:gd name="connsiteX300" fmla="*/ 196144 w 260188"/>
                    <a:gd name="connsiteY300" fmla="*/ 45309 h 301288"/>
                    <a:gd name="connsiteX301" fmla="*/ 196144 w 260188"/>
                    <a:gd name="connsiteY301" fmla="*/ 50172 h 301288"/>
                    <a:gd name="connsiteX302" fmla="*/ 195323 w 260188"/>
                    <a:gd name="connsiteY302" fmla="*/ 45878 h 301288"/>
                    <a:gd name="connsiteX303" fmla="*/ 194186 w 260188"/>
                    <a:gd name="connsiteY303" fmla="*/ 42972 h 301288"/>
                    <a:gd name="connsiteX304" fmla="*/ 187808 w 260188"/>
                    <a:gd name="connsiteY304" fmla="*/ 42972 h 301288"/>
                    <a:gd name="connsiteX305" fmla="*/ 193681 w 260188"/>
                    <a:gd name="connsiteY305" fmla="*/ 43793 h 301288"/>
                    <a:gd name="connsiteX306" fmla="*/ 194376 w 260188"/>
                    <a:gd name="connsiteY306" fmla="*/ 48151 h 301288"/>
                    <a:gd name="connsiteX307" fmla="*/ 193302 w 260188"/>
                    <a:gd name="connsiteY307" fmla="*/ 47583 h 301288"/>
                    <a:gd name="connsiteX308" fmla="*/ 192860 w 260188"/>
                    <a:gd name="connsiteY308" fmla="*/ 45751 h 301288"/>
                    <a:gd name="connsiteX309" fmla="*/ 190081 w 260188"/>
                    <a:gd name="connsiteY309" fmla="*/ 44804 h 301288"/>
                    <a:gd name="connsiteX310" fmla="*/ 186923 w 260188"/>
                    <a:gd name="connsiteY310" fmla="*/ 44488 h 301288"/>
                    <a:gd name="connsiteX311" fmla="*/ 186797 w 260188"/>
                    <a:gd name="connsiteY311" fmla="*/ 43541 h 301288"/>
                    <a:gd name="connsiteX312" fmla="*/ 186923 w 260188"/>
                    <a:gd name="connsiteY312" fmla="*/ 41456 h 301288"/>
                    <a:gd name="connsiteX313" fmla="*/ 173281 w 260188"/>
                    <a:gd name="connsiteY313" fmla="*/ 37035 h 301288"/>
                    <a:gd name="connsiteX314" fmla="*/ 183702 w 260188"/>
                    <a:gd name="connsiteY314" fmla="*/ 40383 h 301288"/>
                    <a:gd name="connsiteX315" fmla="*/ 183008 w 260188"/>
                    <a:gd name="connsiteY315" fmla="*/ 41646 h 301288"/>
                    <a:gd name="connsiteX316" fmla="*/ 180102 w 260188"/>
                    <a:gd name="connsiteY316" fmla="*/ 40130 h 301288"/>
                    <a:gd name="connsiteX317" fmla="*/ 177450 w 260188"/>
                    <a:gd name="connsiteY317" fmla="*/ 39435 h 301288"/>
                    <a:gd name="connsiteX318" fmla="*/ 173408 w 260188"/>
                    <a:gd name="connsiteY318" fmla="*/ 38299 h 301288"/>
                    <a:gd name="connsiteX319" fmla="*/ 174418 w 260188"/>
                    <a:gd name="connsiteY319" fmla="*/ 41078 h 301288"/>
                    <a:gd name="connsiteX320" fmla="*/ 173723 w 260188"/>
                    <a:gd name="connsiteY320" fmla="*/ 41204 h 301288"/>
                    <a:gd name="connsiteX321" fmla="*/ 171892 w 260188"/>
                    <a:gd name="connsiteY321" fmla="*/ 38867 h 301288"/>
                    <a:gd name="connsiteX322" fmla="*/ 173281 w 260188"/>
                    <a:gd name="connsiteY322" fmla="*/ 37035 h 301288"/>
                    <a:gd name="connsiteX323" fmla="*/ 178397 w 260188"/>
                    <a:gd name="connsiteY323" fmla="*/ 42846 h 301288"/>
                    <a:gd name="connsiteX324" fmla="*/ 177829 w 260188"/>
                    <a:gd name="connsiteY324" fmla="*/ 41014 h 301288"/>
                    <a:gd name="connsiteX325" fmla="*/ 179344 w 260188"/>
                    <a:gd name="connsiteY325" fmla="*/ 42278 h 301288"/>
                    <a:gd name="connsiteX326" fmla="*/ 178334 w 260188"/>
                    <a:gd name="connsiteY326" fmla="*/ 42846 h 301288"/>
                    <a:gd name="connsiteX327" fmla="*/ 178144 w 260188"/>
                    <a:gd name="connsiteY327" fmla="*/ 44804 h 301288"/>
                    <a:gd name="connsiteX328" fmla="*/ 178397 w 260188"/>
                    <a:gd name="connsiteY328" fmla="*/ 44930 h 301288"/>
                    <a:gd name="connsiteX329" fmla="*/ 179786 w 260188"/>
                    <a:gd name="connsiteY329" fmla="*/ 53014 h 301288"/>
                    <a:gd name="connsiteX330" fmla="*/ 179218 w 260188"/>
                    <a:gd name="connsiteY330" fmla="*/ 47330 h 301288"/>
                    <a:gd name="connsiteX331" fmla="*/ 179218 w 260188"/>
                    <a:gd name="connsiteY331" fmla="*/ 45246 h 301288"/>
                    <a:gd name="connsiteX332" fmla="*/ 180292 w 260188"/>
                    <a:gd name="connsiteY332" fmla="*/ 45499 h 301288"/>
                    <a:gd name="connsiteX333" fmla="*/ 182629 w 260188"/>
                    <a:gd name="connsiteY333" fmla="*/ 51183 h 301288"/>
                    <a:gd name="connsiteX334" fmla="*/ 181492 w 260188"/>
                    <a:gd name="connsiteY334" fmla="*/ 46004 h 301288"/>
                    <a:gd name="connsiteX335" fmla="*/ 183008 w 260188"/>
                    <a:gd name="connsiteY335" fmla="*/ 46383 h 301288"/>
                    <a:gd name="connsiteX336" fmla="*/ 185344 w 260188"/>
                    <a:gd name="connsiteY336" fmla="*/ 52699 h 301288"/>
                    <a:gd name="connsiteX337" fmla="*/ 184271 w 260188"/>
                    <a:gd name="connsiteY337" fmla="*/ 47014 h 301288"/>
                    <a:gd name="connsiteX338" fmla="*/ 184523 w 260188"/>
                    <a:gd name="connsiteY338" fmla="*/ 47141 h 301288"/>
                    <a:gd name="connsiteX339" fmla="*/ 185786 w 260188"/>
                    <a:gd name="connsiteY339" fmla="*/ 49920 h 301288"/>
                    <a:gd name="connsiteX340" fmla="*/ 185660 w 260188"/>
                    <a:gd name="connsiteY340" fmla="*/ 46256 h 301288"/>
                    <a:gd name="connsiteX341" fmla="*/ 190965 w 260188"/>
                    <a:gd name="connsiteY341" fmla="*/ 46825 h 301288"/>
                    <a:gd name="connsiteX342" fmla="*/ 190397 w 260188"/>
                    <a:gd name="connsiteY342" fmla="*/ 48088 h 301288"/>
                    <a:gd name="connsiteX343" fmla="*/ 189450 w 260188"/>
                    <a:gd name="connsiteY343" fmla="*/ 48088 h 301288"/>
                    <a:gd name="connsiteX344" fmla="*/ 191660 w 260188"/>
                    <a:gd name="connsiteY344" fmla="*/ 49035 h 301288"/>
                    <a:gd name="connsiteX345" fmla="*/ 190965 w 260188"/>
                    <a:gd name="connsiteY345" fmla="*/ 49730 h 301288"/>
                    <a:gd name="connsiteX346" fmla="*/ 190144 w 260188"/>
                    <a:gd name="connsiteY346" fmla="*/ 50425 h 301288"/>
                    <a:gd name="connsiteX347" fmla="*/ 193050 w 260188"/>
                    <a:gd name="connsiteY347" fmla="*/ 50678 h 301288"/>
                    <a:gd name="connsiteX348" fmla="*/ 193618 w 260188"/>
                    <a:gd name="connsiteY348" fmla="*/ 51814 h 301288"/>
                    <a:gd name="connsiteX349" fmla="*/ 192923 w 260188"/>
                    <a:gd name="connsiteY349" fmla="*/ 52635 h 301288"/>
                    <a:gd name="connsiteX350" fmla="*/ 201260 w 260188"/>
                    <a:gd name="connsiteY350" fmla="*/ 54846 h 301288"/>
                    <a:gd name="connsiteX351" fmla="*/ 197534 w 260188"/>
                    <a:gd name="connsiteY351" fmla="*/ 54593 h 301288"/>
                    <a:gd name="connsiteX352" fmla="*/ 200186 w 260188"/>
                    <a:gd name="connsiteY352" fmla="*/ 56930 h 301288"/>
                    <a:gd name="connsiteX353" fmla="*/ 195008 w 260188"/>
                    <a:gd name="connsiteY353" fmla="*/ 59014 h 301288"/>
                    <a:gd name="connsiteX354" fmla="*/ 198734 w 260188"/>
                    <a:gd name="connsiteY354" fmla="*/ 59141 h 301288"/>
                    <a:gd name="connsiteX355" fmla="*/ 198039 w 260188"/>
                    <a:gd name="connsiteY355" fmla="*/ 60088 h 301288"/>
                    <a:gd name="connsiteX356" fmla="*/ 202081 w 260188"/>
                    <a:gd name="connsiteY356" fmla="*/ 61478 h 301288"/>
                    <a:gd name="connsiteX357" fmla="*/ 203723 w 260188"/>
                    <a:gd name="connsiteY357" fmla="*/ 61478 h 301288"/>
                    <a:gd name="connsiteX358" fmla="*/ 205113 w 260188"/>
                    <a:gd name="connsiteY358" fmla="*/ 63309 h 301288"/>
                    <a:gd name="connsiteX359" fmla="*/ 202902 w 260188"/>
                    <a:gd name="connsiteY359" fmla="*/ 63751 h 301288"/>
                    <a:gd name="connsiteX360" fmla="*/ 205555 w 260188"/>
                    <a:gd name="connsiteY360" fmla="*/ 64193 h 301288"/>
                    <a:gd name="connsiteX361" fmla="*/ 205808 w 260188"/>
                    <a:gd name="connsiteY361" fmla="*/ 65456 h 301288"/>
                    <a:gd name="connsiteX362" fmla="*/ 207197 w 260188"/>
                    <a:gd name="connsiteY362" fmla="*/ 66151 h 301288"/>
                    <a:gd name="connsiteX363" fmla="*/ 208586 w 260188"/>
                    <a:gd name="connsiteY363" fmla="*/ 68109 h 301288"/>
                    <a:gd name="connsiteX364" fmla="*/ 209281 w 260188"/>
                    <a:gd name="connsiteY364" fmla="*/ 68930 h 301288"/>
                    <a:gd name="connsiteX365" fmla="*/ 210229 w 260188"/>
                    <a:gd name="connsiteY365" fmla="*/ 70320 h 301288"/>
                    <a:gd name="connsiteX366" fmla="*/ 210923 w 260188"/>
                    <a:gd name="connsiteY366" fmla="*/ 71141 h 301288"/>
                    <a:gd name="connsiteX367" fmla="*/ 211050 w 260188"/>
                    <a:gd name="connsiteY367" fmla="*/ 72278 h 301288"/>
                    <a:gd name="connsiteX368" fmla="*/ 211934 w 260188"/>
                    <a:gd name="connsiteY368" fmla="*/ 73099 h 301288"/>
                    <a:gd name="connsiteX369" fmla="*/ 214144 w 260188"/>
                    <a:gd name="connsiteY369" fmla="*/ 75183 h 301288"/>
                    <a:gd name="connsiteX370" fmla="*/ 215408 w 260188"/>
                    <a:gd name="connsiteY370" fmla="*/ 76320 h 301288"/>
                    <a:gd name="connsiteX371" fmla="*/ 215281 w 260188"/>
                    <a:gd name="connsiteY371" fmla="*/ 76699 h 301288"/>
                    <a:gd name="connsiteX372" fmla="*/ 219450 w 260188"/>
                    <a:gd name="connsiteY372" fmla="*/ 79604 h 301288"/>
                    <a:gd name="connsiteX373" fmla="*/ 216671 w 260188"/>
                    <a:gd name="connsiteY373" fmla="*/ 84593 h 301288"/>
                    <a:gd name="connsiteX374" fmla="*/ 217365 w 260188"/>
                    <a:gd name="connsiteY374" fmla="*/ 85288 h 301288"/>
                    <a:gd name="connsiteX375" fmla="*/ 219323 w 260188"/>
                    <a:gd name="connsiteY375" fmla="*/ 82509 h 301288"/>
                    <a:gd name="connsiteX376" fmla="*/ 219450 w 260188"/>
                    <a:gd name="connsiteY376" fmla="*/ 85288 h 301288"/>
                    <a:gd name="connsiteX377" fmla="*/ 216544 w 260188"/>
                    <a:gd name="connsiteY377" fmla="*/ 86551 h 301288"/>
                    <a:gd name="connsiteX378" fmla="*/ 214460 w 260188"/>
                    <a:gd name="connsiteY378" fmla="*/ 83520 h 301288"/>
                    <a:gd name="connsiteX379" fmla="*/ 214586 w 260188"/>
                    <a:gd name="connsiteY379" fmla="*/ 81435 h 301288"/>
                    <a:gd name="connsiteX380" fmla="*/ 212629 w 260188"/>
                    <a:gd name="connsiteY380" fmla="*/ 79099 h 301288"/>
                    <a:gd name="connsiteX381" fmla="*/ 212250 w 260188"/>
                    <a:gd name="connsiteY381" fmla="*/ 78530 h 301288"/>
                    <a:gd name="connsiteX382" fmla="*/ 207955 w 260188"/>
                    <a:gd name="connsiteY382" fmla="*/ 80741 h 301288"/>
                    <a:gd name="connsiteX383" fmla="*/ 207008 w 260188"/>
                    <a:gd name="connsiteY383" fmla="*/ 80172 h 301288"/>
                    <a:gd name="connsiteX384" fmla="*/ 205618 w 260188"/>
                    <a:gd name="connsiteY384" fmla="*/ 80046 h 301288"/>
                    <a:gd name="connsiteX385" fmla="*/ 204923 w 260188"/>
                    <a:gd name="connsiteY385" fmla="*/ 79225 h 301288"/>
                    <a:gd name="connsiteX386" fmla="*/ 204102 w 260188"/>
                    <a:gd name="connsiteY386" fmla="*/ 79604 h 301288"/>
                    <a:gd name="connsiteX387" fmla="*/ 202965 w 260188"/>
                    <a:gd name="connsiteY387" fmla="*/ 79351 h 301288"/>
                    <a:gd name="connsiteX388" fmla="*/ 202144 w 260188"/>
                    <a:gd name="connsiteY388" fmla="*/ 79099 h 301288"/>
                    <a:gd name="connsiteX389" fmla="*/ 201323 w 260188"/>
                    <a:gd name="connsiteY389" fmla="*/ 78972 h 301288"/>
                    <a:gd name="connsiteX390" fmla="*/ 200376 w 260188"/>
                    <a:gd name="connsiteY390" fmla="*/ 78593 h 301288"/>
                    <a:gd name="connsiteX391" fmla="*/ 198734 w 260188"/>
                    <a:gd name="connsiteY391" fmla="*/ 78151 h 301288"/>
                    <a:gd name="connsiteX392" fmla="*/ 197913 w 260188"/>
                    <a:gd name="connsiteY392" fmla="*/ 77899 h 301288"/>
                    <a:gd name="connsiteX393" fmla="*/ 197218 w 260188"/>
                    <a:gd name="connsiteY393" fmla="*/ 77772 h 301288"/>
                    <a:gd name="connsiteX394" fmla="*/ 195829 w 260188"/>
                    <a:gd name="connsiteY394" fmla="*/ 77330 h 301288"/>
                    <a:gd name="connsiteX395" fmla="*/ 193744 w 260188"/>
                    <a:gd name="connsiteY395" fmla="*/ 76193 h 301288"/>
                    <a:gd name="connsiteX396" fmla="*/ 191786 w 260188"/>
                    <a:gd name="connsiteY396" fmla="*/ 71456 h 301288"/>
                    <a:gd name="connsiteX397" fmla="*/ 192734 w 260188"/>
                    <a:gd name="connsiteY397" fmla="*/ 76320 h 301288"/>
                    <a:gd name="connsiteX398" fmla="*/ 191471 w 260188"/>
                    <a:gd name="connsiteY398" fmla="*/ 76004 h 301288"/>
                    <a:gd name="connsiteX399" fmla="*/ 189260 w 260188"/>
                    <a:gd name="connsiteY399" fmla="*/ 69056 h 301288"/>
                    <a:gd name="connsiteX400" fmla="*/ 190523 w 260188"/>
                    <a:gd name="connsiteY400" fmla="*/ 75751 h 301288"/>
                    <a:gd name="connsiteX401" fmla="*/ 188818 w 260188"/>
                    <a:gd name="connsiteY401" fmla="*/ 75183 h 301288"/>
                    <a:gd name="connsiteX402" fmla="*/ 187176 w 260188"/>
                    <a:gd name="connsiteY402" fmla="*/ 66846 h 301288"/>
                    <a:gd name="connsiteX403" fmla="*/ 187744 w 260188"/>
                    <a:gd name="connsiteY403" fmla="*/ 74235 h 301288"/>
                    <a:gd name="connsiteX404" fmla="*/ 186734 w 260188"/>
                    <a:gd name="connsiteY404" fmla="*/ 74109 h 301288"/>
                    <a:gd name="connsiteX405" fmla="*/ 185092 w 260188"/>
                    <a:gd name="connsiteY405" fmla="*/ 65899 h 301288"/>
                    <a:gd name="connsiteX406" fmla="*/ 184650 w 260188"/>
                    <a:gd name="connsiteY406" fmla="*/ 73541 h 301288"/>
                    <a:gd name="connsiteX407" fmla="*/ 183386 w 260188"/>
                    <a:gd name="connsiteY407" fmla="*/ 65330 h 301288"/>
                    <a:gd name="connsiteX408" fmla="*/ 183134 w 260188"/>
                    <a:gd name="connsiteY408" fmla="*/ 72846 h 301288"/>
                    <a:gd name="connsiteX409" fmla="*/ 181744 w 260188"/>
                    <a:gd name="connsiteY409" fmla="*/ 62109 h 301288"/>
                    <a:gd name="connsiteX410" fmla="*/ 180481 w 260188"/>
                    <a:gd name="connsiteY410" fmla="*/ 71014 h 301288"/>
                    <a:gd name="connsiteX411" fmla="*/ 186734 w 260188"/>
                    <a:gd name="connsiteY411" fmla="*/ 80488 h 301288"/>
                    <a:gd name="connsiteX412" fmla="*/ 182692 w 260188"/>
                    <a:gd name="connsiteY412" fmla="*/ 78404 h 301288"/>
                    <a:gd name="connsiteX413" fmla="*/ 186608 w 260188"/>
                    <a:gd name="connsiteY413" fmla="*/ 85099 h 301288"/>
                    <a:gd name="connsiteX414" fmla="*/ 187555 w 260188"/>
                    <a:gd name="connsiteY414" fmla="*/ 88004 h 301288"/>
                    <a:gd name="connsiteX415" fmla="*/ 188944 w 260188"/>
                    <a:gd name="connsiteY415" fmla="*/ 90909 h 301288"/>
                    <a:gd name="connsiteX416" fmla="*/ 189513 w 260188"/>
                    <a:gd name="connsiteY416" fmla="*/ 92172 h 301288"/>
                    <a:gd name="connsiteX417" fmla="*/ 191029 w 260188"/>
                    <a:gd name="connsiteY417" fmla="*/ 95267 h 301288"/>
                    <a:gd name="connsiteX418" fmla="*/ 191281 w 260188"/>
                    <a:gd name="connsiteY418" fmla="*/ 97351 h 301288"/>
                    <a:gd name="connsiteX419" fmla="*/ 192671 w 260188"/>
                    <a:gd name="connsiteY419" fmla="*/ 99435 h 301288"/>
                    <a:gd name="connsiteX420" fmla="*/ 191976 w 260188"/>
                    <a:gd name="connsiteY420" fmla="*/ 99688 h 301288"/>
                    <a:gd name="connsiteX421" fmla="*/ 190271 w 260188"/>
                    <a:gd name="connsiteY421" fmla="*/ 98678 h 301288"/>
                    <a:gd name="connsiteX422" fmla="*/ 193871 w 260188"/>
                    <a:gd name="connsiteY422" fmla="*/ 102593 h 301288"/>
                    <a:gd name="connsiteX423" fmla="*/ 194565 w 260188"/>
                    <a:gd name="connsiteY423" fmla="*/ 104425 h 301288"/>
                    <a:gd name="connsiteX424" fmla="*/ 195260 w 260188"/>
                    <a:gd name="connsiteY424" fmla="*/ 106635 h 301288"/>
                    <a:gd name="connsiteX425" fmla="*/ 196208 w 260188"/>
                    <a:gd name="connsiteY425" fmla="*/ 109730 h 301288"/>
                    <a:gd name="connsiteX426" fmla="*/ 196523 w 260188"/>
                    <a:gd name="connsiteY426" fmla="*/ 111246 h 301288"/>
                    <a:gd name="connsiteX427" fmla="*/ 197092 w 260188"/>
                    <a:gd name="connsiteY427" fmla="*/ 113456 h 301288"/>
                    <a:gd name="connsiteX428" fmla="*/ 198608 w 260188"/>
                    <a:gd name="connsiteY428" fmla="*/ 116678 h 301288"/>
                    <a:gd name="connsiteX429" fmla="*/ 198292 w 260188"/>
                    <a:gd name="connsiteY429" fmla="*/ 117183 h 301288"/>
                    <a:gd name="connsiteX430" fmla="*/ 198418 w 260188"/>
                    <a:gd name="connsiteY430" fmla="*/ 120972 h 301288"/>
                    <a:gd name="connsiteX431" fmla="*/ 198860 w 260188"/>
                    <a:gd name="connsiteY431" fmla="*/ 122804 h 301288"/>
                    <a:gd name="connsiteX432" fmla="*/ 197850 w 260188"/>
                    <a:gd name="connsiteY432" fmla="*/ 122678 h 301288"/>
                    <a:gd name="connsiteX433" fmla="*/ 198986 w 260188"/>
                    <a:gd name="connsiteY433" fmla="*/ 126720 h 301288"/>
                    <a:gd name="connsiteX434" fmla="*/ 198860 w 260188"/>
                    <a:gd name="connsiteY434" fmla="*/ 128362 h 301288"/>
                    <a:gd name="connsiteX435" fmla="*/ 198671 w 260188"/>
                    <a:gd name="connsiteY435" fmla="*/ 130572 h 301288"/>
                    <a:gd name="connsiteX436" fmla="*/ 198544 w 260188"/>
                    <a:gd name="connsiteY436" fmla="*/ 132214 h 301288"/>
                    <a:gd name="connsiteX437" fmla="*/ 198229 w 260188"/>
                    <a:gd name="connsiteY437" fmla="*/ 133730 h 301288"/>
                    <a:gd name="connsiteX438" fmla="*/ 198229 w 260188"/>
                    <a:gd name="connsiteY438" fmla="*/ 134678 h 301288"/>
                    <a:gd name="connsiteX439" fmla="*/ 197976 w 260188"/>
                    <a:gd name="connsiteY439" fmla="*/ 136067 h 301288"/>
                    <a:gd name="connsiteX440" fmla="*/ 197850 w 260188"/>
                    <a:gd name="connsiteY440" fmla="*/ 137204 h 301288"/>
                    <a:gd name="connsiteX441" fmla="*/ 197534 w 260188"/>
                    <a:gd name="connsiteY441" fmla="*/ 138467 h 301288"/>
                    <a:gd name="connsiteX442" fmla="*/ 197408 w 260188"/>
                    <a:gd name="connsiteY442" fmla="*/ 139604 h 301288"/>
                    <a:gd name="connsiteX443" fmla="*/ 197155 w 260188"/>
                    <a:gd name="connsiteY443" fmla="*/ 140551 h 301288"/>
                    <a:gd name="connsiteX444" fmla="*/ 195892 w 260188"/>
                    <a:gd name="connsiteY444" fmla="*/ 141499 h 301288"/>
                    <a:gd name="connsiteX445" fmla="*/ 194502 w 260188"/>
                    <a:gd name="connsiteY445" fmla="*/ 139288 h 301288"/>
                    <a:gd name="connsiteX446" fmla="*/ 194755 w 260188"/>
                    <a:gd name="connsiteY446" fmla="*/ 141246 h 301288"/>
                    <a:gd name="connsiteX447" fmla="*/ 192671 w 260188"/>
                    <a:gd name="connsiteY447" fmla="*/ 141120 h 301288"/>
                    <a:gd name="connsiteX448" fmla="*/ 191281 w 260188"/>
                    <a:gd name="connsiteY448" fmla="*/ 140867 h 301288"/>
                    <a:gd name="connsiteX449" fmla="*/ 188818 w 260188"/>
                    <a:gd name="connsiteY449" fmla="*/ 140488 h 301288"/>
                    <a:gd name="connsiteX450" fmla="*/ 187429 w 260188"/>
                    <a:gd name="connsiteY450" fmla="*/ 138656 h 301288"/>
                    <a:gd name="connsiteX451" fmla="*/ 185913 w 260188"/>
                    <a:gd name="connsiteY451" fmla="*/ 139478 h 301288"/>
                    <a:gd name="connsiteX452" fmla="*/ 185786 w 260188"/>
                    <a:gd name="connsiteY452" fmla="*/ 139856 h 301288"/>
                    <a:gd name="connsiteX453" fmla="*/ 180923 w 260188"/>
                    <a:gd name="connsiteY453" fmla="*/ 139035 h 301288"/>
                    <a:gd name="connsiteX454" fmla="*/ 179155 w 260188"/>
                    <a:gd name="connsiteY454" fmla="*/ 138025 h 301288"/>
                    <a:gd name="connsiteX455" fmla="*/ 172334 w 260188"/>
                    <a:gd name="connsiteY455" fmla="*/ 129688 h 301288"/>
                    <a:gd name="connsiteX456" fmla="*/ 177323 w 260188"/>
                    <a:gd name="connsiteY456" fmla="*/ 136635 h 301288"/>
                    <a:gd name="connsiteX457" fmla="*/ 174544 w 260188"/>
                    <a:gd name="connsiteY457" fmla="*/ 137456 h 301288"/>
                    <a:gd name="connsiteX458" fmla="*/ 170250 w 260188"/>
                    <a:gd name="connsiteY458" fmla="*/ 132467 h 301288"/>
                    <a:gd name="connsiteX459" fmla="*/ 151871 w 260188"/>
                    <a:gd name="connsiteY459" fmla="*/ 110930 h 301288"/>
                    <a:gd name="connsiteX460" fmla="*/ 152250 w 260188"/>
                    <a:gd name="connsiteY460" fmla="*/ 107835 h 301288"/>
                    <a:gd name="connsiteX461" fmla="*/ 170250 w 260188"/>
                    <a:gd name="connsiteY461" fmla="*/ 128741 h 301288"/>
                    <a:gd name="connsiteX462" fmla="*/ 155344 w 260188"/>
                    <a:gd name="connsiteY462" fmla="*/ 111056 h 301288"/>
                    <a:gd name="connsiteX463" fmla="*/ 152565 w 260188"/>
                    <a:gd name="connsiteY463" fmla="*/ 105751 h 301288"/>
                    <a:gd name="connsiteX464" fmla="*/ 152881 w 260188"/>
                    <a:gd name="connsiteY464" fmla="*/ 103288 h 301288"/>
                    <a:gd name="connsiteX465" fmla="*/ 170944 w 260188"/>
                    <a:gd name="connsiteY465" fmla="*/ 125267 h 301288"/>
                    <a:gd name="connsiteX466" fmla="*/ 156734 w 260188"/>
                    <a:gd name="connsiteY466" fmla="*/ 108404 h 301288"/>
                    <a:gd name="connsiteX467" fmla="*/ 153134 w 260188"/>
                    <a:gd name="connsiteY467" fmla="*/ 101204 h 301288"/>
                    <a:gd name="connsiteX468" fmla="*/ 153134 w 260188"/>
                    <a:gd name="connsiteY468" fmla="*/ 99941 h 301288"/>
                    <a:gd name="connsiteX469" fmla="*/ 171260 w 260188"/>
                    <a:gd name="connsiteY469" fmla="*/ 121920 h 301288"/>
                    <a:gd name="connsiteX470" fmla="*/ 157176 w 260188"/>
                    <a:gd name="connsiteY470" fmla="*/ 105120 h 301288"/>
                    <a:gd name="connsiteX471" fmla="*/ 153450 w 260188"/>
                    <a:gd name="connsiteY471" fmla="*/ 97730 h 301288"/>
                    <a:gd name="connsiteX472" fmla="*/ 153450 w 260188"/>
                    <a:gd name="connsiteY472" fmla="*/ 96341 h 301288"/>
                    <a:gd name="connsiteX473" fmla="*/ 172523 w 260188"/>
                    <a:gd name="connsiteY473" fmla="*/ 119709 h 301288"/>
                    <a:gd name="connsiteX474" fmla="*/ 157492 w 260188"/>
                    <a:gd name="connsiteY474" fmla="*/ 101772 h 301288"/>
                    <a:gd name="connsiteX475" fmla="*/ 153702 w 260188"/>
                    <a:gd name="connsiteY475" fmla="*/ 94130 h 301288"/>
                    <a:gd name="connsiteX476" fmla="*/ 153702 w 260188"/>
                    <a:gd name="connsiteY476" fmla="*/ 92172 h 301288"/>
                    <a:gd name="connsiteX477" fmla="*/ 172208 w 260188"/>
                    <a:gd name="connsiteY477" fmla="*/ 115288 h 301288"/>
                    <a:gd name="connsiteX478" fmla="*/ 157871 w 260188"/>
                    <a:gd name="connsiteY478" fmla="*/ 98425 h 301288"/>
                    <a:gd name="connsiteX479" fmla="*/ 154018 w 260188"/>
                    <a:gd name="connsiteY479" fmla="*/ 90341 h 301288"/>
                    <a:gd name="connsiteX480" fmla="*/ 154144 w 260188"/>
                    <a:gd name="connsiteY480" fmla="*/ 88256 h 301288"/>
                    <a:gd name="connsiteX481" fmla="*/ 171955 w 260188"/>
                    <a:gd name="connsiteY481" fmla="*/ 110488 h 301288"/>
                    <a:gd name="connsiteX482" fmla="*/ 158565 w 260188"/>
                    <a:gd name="connsiteY482" fmla="*/ 95078 h 301288"/>
                    <a:gd name="connsiteX483" fmla="*/ 154271 w 260188"/>
                    <a:gd name="connsiteY483" fmla="*/ 86488 h 301288"/>
                    <a:gd name="connsiteX484" fmla="*/ 154397 w 260188"/>
                    <a:gd name="connsiteY484" fmla="*/ 84088 h 301288"/>
                    <a:gd name="connsiteX485" fmla="*/ 171386 w 260188"/>
                    <a:gd name="connsiteY485" fmla="*/ 106193 h 301288"/>
                    <a:gd name="connsiteX486" fmla="*/ 158881 w 260188"/>
                    <a:gd name="connsiteY486" fmla="*/ 91730 h 301288"/>
                    <a:gd name="connsiteX487" fmla="*/ 154523 w 260188"/>
                    <a:gd name="connsiteY487" fmla="*/ 82383 h 301288"/>
                    <a:gd name="connsiteX488" fmla="*/ 154523 w 260188"/>
                    <a:gd name="connsiteY488" fmla="*/ 81941 h 301288"/>
                    <a:gd name="connsiteX489" fmla="*/ 154839 w 260188"/>
                    <a:gd name="connsiteY489" fmla="*/ 79288 h 301288"/>
                    <a:gd name="connsiteX490" fmla="*/ 170944 w 260188"/>
                    <a:gd name="connsiteY490" fmla="*/ 102278 h 301288"/>
                    <a:gd name="connsiteX491" fmla="*/ 159576 w 260188"/>
                    <a:gd name="connsiteY491" fmla="*/ 88446 h 301288"/>
                    <a:gd name="connsiteX492" fmla="*/ 154839 w 260188"/>
                    <a:gd name="connsiteY492" fmla="*/ 78530 h 301288"/>
                    <a:gd name="connsiteX493" fmla="*/ 178081 w 260188"/>
                    <a:gd name="connsiteY493" fmla="*/ 44614 h 301288"/>
                    <a:gd name="connsiteX494" fmla="*/ 149092 w 260188"/>
                    <a:gd name="connsiteY494" fmla="*/ 132025 h 301288"/>
                    <a:gd name="connsiteX495" fmla="*/ 148650 w 260188"/>
                    <a:gd name="connsiteY495" fmla="*/ 129372 h 301288"/>
                    <a:gd name="connsiteX496" fmla="*/ 155344 w 260188"/>
                    <a:gd name="connsiteY496" fmla="*/ 135499 h 301288"/>
                    <a:gd name="connsiteX497" fmla="*/ 153260 w 260188"/>
                    <a:gd name="connsiteY497" fmla="*/ 135814 h 301288"/>
                    <a:gd name="connsiteX498" fmla="*/ 149092 w 260188"/>
                    <a:gd name="connsiteY498" fmla="*/ 132025 h 301288"/>
                    <a:gd name="connsiteX499" fmla="*/ 151871 w 260188"/>
                    <a:gd name="connsiteY499" fmla="*/ 135625 h 301288"/>
                    <a:gd name="connsiteX500" fmla="*/ 149218 w 260188"/>
                    <a:gd name="connsiteY500" fmla="*/ 133288 h 301288"/>
                    <a:gd name="connsiteX501" fmla="*/ 151871 w 260188"/>
                    <a:gd name="connsiteY501" fmla="*/ 135625 h 301288"/>
                    <a:gd name="connsiteX502" fmla="*/ 148523 w 260188"/>
                    <a:gd name="connsiteY502" fmla="*/ 128172 h 301288"/>
                    <a:gd name="connsiteX503" fmla="*/ 148776 w 260188"/>
                    <a:gd name="connsiteY503" fmla="*/ 124509 h 301288"/>
                    <a:gd name="connsiteX504" fmla="*/ 158123 w 260188"/>
                    <a:gd name="connsiteY504" fmla="*/ 135625 h 301288"/>
                    <a:gd name="connsiteX505" fmla="*/ 156292 w 260188"/>
                    <a:gd name="connsiteY505" fmla="*/ 135625 h 301288"/>
                    <a:gd name="connsiteX506" fmla="*/ 148523 w 260188"/>
                    <a:gd name="connsiteY506" fmla="*/ 128109 h 301288"/>
                    <a:gd name="connsiteX507" fmla="*/ 142523 w 260188"/>
                    <a:gd name="connsiteY507" fmla="*/ 119646 h 301288"/>
                    <a:gd name="connsiteX508" fmla="*/ 141702 w 260188"/>
                    <a:gd name="connsiteY508" fmla="*/ 119078 h 301288"/>
                    <a:gd name="connsiteX509" fmla="*/ 146123 w 260188"/>
                    <a:gd name="connsiteY509" fmla="*/ 115288 h 301288"/>
                    <a:gd name="connsiteX510" fmla="*/ 146692 w 260188"/>
                    <a:gd name="connsiteY510" fmla="*/ 116235 h 301288"/>
                    <a:gd name="connsiteX511" fmla="*/ 142523 w 260188"/>
                    <a:gd name="connsiteY511" fmla="*/ 119583 h 301288"/>
                    <a:gd name="connsiteX512" fmla="*/ 145050 w 260188"/>
                    <a:gd name="connsiteY512" fmla="*/ 120341 h 301288"/>
                    <a:gd name="connsiteX513" fmla="*/ 141702 w 260188"/>
                    <a:gd name="connsiteY513" fmla="*/ 126341 h 301288"/>
                    <a:gd name="connsiteX514" fmla="*/ 140313 w 260188"/>
                    <a:gd name="connsiteY514" fmla="*/ 125962 h 301288"/>
                    <a:gd name="connsiteX515" fmla="*/ 144165 w 260188"/>
                    <a:gd name="connsiteY515" fmla="*/ 119393 h 301288"/>
                    <a:gd name="connsiteX516" fmla="*/ 144986 w 260188"/>
                    <a:gd name="connsiteY516" fmla="*/ 120341 h 301288"/>
                    <a:gd name="connsiteX517" fmla="*/ 145744 w 260188"/>
                    <a:gd name="connsiteY517" fmla="*/ 113962 h 301288"/>
                    <a:gd name="connsiteX518" fmla="*/ 141008 w 260188"/>
                    <a:gd name="connsiteY518" fmla="*/ 118130 h 301288"/>
                    <a:gd name="connsiteX519" fmla="*/ 135008 w 260188"/>
                    <a:gd name="connsiteY519" fmla="*/ 125646 h 301288"/>
                    <a:gd name="connsiteX520" fmla="*/ 134186 w 260188"/>
                    <a:gd name="connsiteY520" fmla="*/ 124699 h 301288"/>
                    <a:gd name="connsiteX521" fmla="*/ 137092 w 260188"/>
                    <a:gd name="connsiteY521" fmla="*/ 121225 h 301288"/>
                    <a:gd name="connsiteX522" fmla="*/ 138608 w 260188"/>
                    <a:gd name="connsiteY522" fmla="*/ 118320 h 301288"/>
                    <a:gd name="connsiteX523" fmla="*/ 145113 w 260188"/>
                    <a:gd name="connsiteY523" fmla="*/ 111625 h 301288"/>
                    <a:gd name="connsiteX524" fmla="*/ 151808 w 260188"/>
                    <a:gd name="connsiteY524" fmla="*/ 101899 h 301288"/>
                    <a:gd name="connsiteX525" fmla="*/ 152060 w 260188"/>
                    <a:gd name="connsiteY525" fmla="*/ 102720 h 301288"/>
                    <a:gd name="connsiteX526" fmla="*/ 145681 w 260188"/>
                    <a:gd name="connsiteY526" fmla="*/ 114025 h 301288"/>
                    <a:gd name="connsiteX527" fmla="*/ 139871 w 260188"/>
                    <a:gd name="connsiteY527" fmla="*/ 122425 h 301288"/>
                    <a:gd name="connsiteX528" fmla="*/ 139492 w 260188"/>
                    <a:gd name="connsiteY528" fmla="*/ 123814 h 301288"/>
                    <a:gd name="connsiteX529" fmla="*/ 139113 w 260188"/>
                    <a:gd name="connsiteY529" fmla="*/ 122425 h 301288"/>
                    <a:gd name="connsiteX530" fmla="*/ 139492 w 260188"/>
                    <a:gd name="connsiteY530" fmla="*/ 121035 h 301288"/>
                    <a:gd name="connsiteX531" fmla="*/ 139871 w 260188"/>
                    <a:gd name="connsiteY531" fmla="*/ 122425 h 301288"/>
                    <a:gd name="connsiteX532" fmla="*/ 130713 w 260188"/>
                    <a:gd name="connsiteY532" fmla="*/ 117941 h 301288"/>
                    <a:gd name="connsiteX533" fmla="*/ 135892 w 260188"/>
                    <a:gd name="connsiteY533" fmla="*/ 109793 h 301288"/>
                    <a:gd name="connsiteX534" fmla="*/ 145744 w 260188"/>
                    <a:gd name="connsiteY534" fmla="*/ 104109 h 301288"/>
                    <a:gd name="connsiteX535" fmla="*/ 146439 w 260188"/>
                    <a:gd name="connsiteY535" fmla="*/ 105309 h 301288"/>
                    <a:gd name="connsiteX536" fmla="*/ 141008 w 260188"/>
                    <a:gd name="connsiteY536" fmla="*/ 108214 h 301288"/>
                    <a:gd name="connsiteX537" fmla="*/ 133808 w 260188"/>
                    <a:gd name="connsiteY537" fmla="*/ 114909 h 301288"/>
                    <a:gd name="connsiteX538" fmla="*/ 139934 w 260188"/>
                    <a:gd name="connsiteY538" fmla="*/ 110425 h 301288"/>
                    <a:gd name="connsiteX539" fmla="*/ 140755 w 260188"/>
                    <a:gd name="connsiteY539" fmla="*/ 111562 h 301288"/>
                    <a:gd name="connsiteX540" fmla="*/ 132418 w 260188"/>
                    <a:gd name="connsiteY540" fmla="*/ 120088 h 301288"/>
                    <a:gd name="connsiteX541" fmla="*/ 132734 w 260188"/>
                    <a:gd name="connsiteY541" fmla="*/ 117183 h 301288"/>
                    <a:gd name="connsiteX542" fmla="*/ 130776 w 260188"/>
                    <a:gd name="connsiteY542" fmla="*/ 118004 h 301288"/>
                    <a:gd name="connsiteX543" fmla="*/ 130018 w 260188"/>
                    <a:gd name="connsiteY543" fmla="*/ 65709 h 301288"/>
                    <a:gd name="connsiteX544" fmla="*/ 131408 w 260188"/>
                    <a:gd name="connsiteY544" fmla="*/ 66909 h 301288"/>
                    <a:gd name="connsiteX545" fmla="*/ 130839 w 260188"/>
                    <a:gd name="connsiteY545" fmla="*/ 63562 h 301288"/>
                    <a:gd name="connsiteX546" fmla="*/ 133239 w 260188"/>
                    <a:gd name="connsiteY546" fmla="*/ 67288 h 301288"/>
                    <a:gd name="connsiteX547" fmla="*/ 132923 w 260188"/>
                    <a:gd name="connsiteY547" fmla="*/ 63372 h 301288"/>
                    <a:gd name="connsiteX548" fmla="*/ 136144 w 260188"/>
                    <a:gd name="connsiteY548" fmla="*/ 66720 h 301288"/>
                    <a:gd name="connsiteX549" fmla="*/ 135892 w 260188"/>
                    <a:gd name="connsiteY549" fmla="*/ 69499 h 301288"/>
                    <a:gd name="connsiteX550" fmla="*/ 135702 w 260188"/>
                    <a:gd name="connsiteY550" fmla="*/ 71583 h 301288"/>
                    <a:gd name="connsiteX551" fmla="*/ 133871 w 260188"/>
                    <a:gd name="connsiteY551" fmla="*/ 71014 h 301288"/>
                    <a:gd name="connsiteX552" fmla="*/ 133744 w 260188"/>
                    <a:gd name="connsiteY552" fmla="*/ 73225 h 301288"/>
                    <a:gd name="connsiteX553" fmla="*/ 132229 w 260188"/>
                    <a:gd name="connsiteY553" fmla="*/ 72846 h 301288"/>
                    <a:gd name="connsiteX554" fmla="*/ 130271 w 260188"/>
                    <a:gd name="connsiteY554" fmla="*/ 74678 h 301288"/>
                    <a:gd name="connsiteX555" fmla="*/ 129702 w 260188"/>
                    <a:gd name="connsiteY555" fmla="*/ 73414 h 301288"/>
                    <a:gd name="connsiteX556" fmla="*/ 129450 w 260188"/>
                    <a:gd name="connsiteY556" fmla="*/ 67856 h 301288"/>
                    <a:gd name="connsiteX557" fmla="*/ 130271 w 260188"/>
                    <a:gd name="connsiteY557" fmla="*/ 67288 h 301288"/>
                    <a:gd name="connsiteX558" fmla="*/ 129955 w 260188"/>
                    <a:gd name="connsiteY558" fmla="*/ 65646 h 301288"/>
                    <a:gd name="connsiteX559" fmla="*/ 130713 w 260188"/>
                    <a:gd name="connsiteY559" fmla="*/ 48151 h 301288"/>
                    <a:gd name="connsiteX560" fmla="*/ 132229 w 260188"/>
                    <a:gd name="connsiteY560" fmla="*/ 44930 h 301288"/>
                    <a:gd name="connsiteX561" fmla="*/ 132923 w 260188"/>
                    <a:gd name="connsiteY561" fmla="*/ 45941 h 301288"/>
                    <a:gd name="connsiteX562" fmla="*/ 130713 w 260188"/>
                    <a:gd name="connsiteY562" fmla="*/ 48151 h 301288"/>
                    <a:gd name="connsiteX563" fmla="*/ 146123 w 260188"/>
                    <a:gd name="connsiteY563" fmla="*/ 51878 h 301288"/>
                    <a:gd name="connsiteX564" fmla="*/ 144986 w 260188"/>
                    <a:gd name="connsiteY564" fmla="*/ 51499 h 301288"/>
                    <a:gd name="connsiteX565" fmla="*/ 142650 w 260188"/>
                    <a:gd name="connsiteY565" fmla="*/ 53583 h 301288"/>
                    <a:gd name="connsiteX566" fmla="*/ 142334 w 260188"/>
                    <a:gd name="connsiteY566" fmla="*/ 53141 h 301288"/>
                    <a:gd name="connsiteX567" fmla="*/ 143976 w 260188"/>
                    <a:gd name="connsiteY567" fmla="*/ 50930 h 301288"/>
                    <a:gd name="connsiteX568" fmla="*/ 149092 w 260188"/>
                    <a:gd name="connsiteY568" fmla="*/ 45941 h 301288"/>
                    <a:gd name="connsiteX569" fmla="*/ 149786 w 260188"/>
                    <a:gd name="connsiteY569" fmla="*/ 47204 h 301288"/>
                    <a:gd name="connsiteX570" fmla="*/ 147829 w 260188"/>
                    <a:gd name="connsiteY570" fmla="*/ 48214 h 301288"/>
                    <a:gd name="connsiteX571" fmla="*/ 145997 w 260188"/>
                    <a:gd name="connsiteY571" fmla="*/ 51941 h 301288"/>
                    <a:gd name="connsiteX572" fmla="*/ 147765 w 260188"/>
                    <a:gd name="connsiteY572" fmla="*/ 62867 h 301288"/>
                    <a:gd name="connsiteX573" fmla="*/ 158818 w 260188"/>
                    <a:gd name="connsiteY573" fmla="*/ 53141 h 301288"/>
                    <a:gd name="connsiteX574" fmla="*/ 159639 w 260188"/>
                    <a:gd name="connsiteY574" fmla="*/ 54783 h 301288"/>
                    <a:gd name="connsiteX575" fmla="*/ 150860 w 260188"/>
                    <a:gd name="connsiteY575" fmla="*/ 61730 h 301288"/>
                    <a:gd name="connsiteX576" fmla="*/ 149218 w 260188"/>
                    <a:gd name="connsiteY576" fmla="*/ 64951 h 301288"/>
                    <a:gd name="connsiteX577" fmla="*/ 145871 w 260188"/>
                    <a:gd name="connsiteY577" fmla="*/ 68299 h 301288"/>
                    <a:gd name="connsiteX578" fmla="*/ 142839 w 260188"/>
                    <a:gd name="connsiteY578" fmla="*/ 72214 h 301288"/>
                    <a:gd name="connsiteX579" fmla="*/ 140250 w 260188"/>
                    <a:gd name="connsiteY579" fmla="*/ 76951 h 301288"/>
                    <a:gd name="connsiteX580" fmla="*/ 138544 w 260188"/>
                    <a:gd name="connsiteY580" fmla="*/ 75562 h 301288"/>
                    <a:gd name="connsiteX581" fmla="*/ 144986 w 260188"/>
                    <a:gd name="connsiteY581" fmla="*/ 64320 h 301288"/>
                    <a:gd name="connsiteX582" fmla="*/ 146060 w 260188"/>
                    <a:gd name="connsiteY582" fmla="*/ 62488 h 301288"/>
                    <a:gd name="connsiteX583" fmla="*/ 147008 w 260188"/>
                    <a:gd name="connsiteY583" fmla="*/ 62488 h 301288"/>
                    <a:gd name="connsiteX584" fmla="*/ 147829 w 260188"/>
                    <a:gd name="connsiteY584" fmla="*/ 62867 h 301288"/>
                    <a:gd name="connsiteX585" fmla="*/ 149660 w 260188"/>
                    <a:gd name="connsiteY585" fmla="*/ 55667 h 301288"/>
                    <a:gd name="connsiteX586" fmla="*/ 149534 w 260188"/>
                    <a:gd name="connsiteY586" fmla="*/ 54530 h 301288"/>
                    <a:gd name="connsiteX587" fmla="*/ 164376 w 260188"/>
                    <a:gd name="connsiteY587" fmla="*/ 49793 h 301288"/>
                    <a:gd name="connsiteX588" fmla="*/ 164250 w 260188"/>
                    <a:gd name="connsiteY588" fmla="*/ 51435 h 301288"/>
                    <a:gd name="connsiteX589" fmla="*/ 160334 w 260188"/>
                    <a:gd name="connsiteY589" fmla="*/ 52130 h 301288"/>
                    <a:gd name="connsiteX590" fmla="*/ 155723 w 260188"/>
                    <a:gd name="connsiteY590" fmla="*/ 53520 h 301288"/>
                    <a:gd name="connsiteX591" fmla="*/ 148208 w 260188"/>
                    <a:gd name="connsiteY591" fmla="*/ 61035 h 301288"/>
                    <a:gd name="connsiteX592" fmla="*/ 147639 w 260188"/>
                    <a:gd name="connsiteY592" fmla="*/ 60214 h 301288"/>
                    <a:gd name="connsiteX593" fmla="*/ 157239 w 260188"/>
                    <a:gd name="connsiteY593" fmla="*/ 52320 h 301288"/>
                    <a:gd name="connsiteX594" fmla="*/ 157365 w 260188"/>
                    <a:gd name="connsiteY594" fmla="*/ 52067 h 301288"/>
                    <a:gd name="connsiteX595" fmla="*/ 149597 w 260188"/>
                    <a:gd name="connsiteY595" fmla="*/ 55667 h 301288"/>
                    <a:gd name="connsiteX596" fmla="*/ 152565 w 260188"/>
                    <a:gd name="connsiteY596" fmla="*/ 50235 h 301288"/>
                    <a:gd name="connsiteX597" fmla="*/ 163113 w 260188"/>
                    <a:gd name="connsiteY597" fmla="*/ 47772 h 301288"/>
                    <a:gd name="connsiteX598" fmla="*/ 164250 w 260188"/>
                    <a:gd name="connsiteY598" fmla="*/ 49414 h 301288"/>
                    <a:gd name="connsiteX599" fmla="*/ 152818 w 260188"/>
                    <a:gd name="connsiteY599" fmla="*/ 50804 h 301288"/>
                    <a:gd name="connsiteX600" fmla="*/ 152565 w 260188"/>
                    <a:gd name="connsiteY600" fmla="*/ 50235 h 301288"/>
                    <a:gd name="connsiteX601" fmla="*/ 159639 w 260188"/>
                    <a:gd name="connsiteY601" fmla="*/ 57183 h 301288"/>
                    <a:gd name="connsiteX602" fmla="*/ 153134 w 260188"/>
                    <a:gd name="connsiteY602" fmla="*/ 62488 h 301288"/>
                    <a:gd name="connsiteX603" fmla="*/ 152439 w 260188"/>
                    <a:gd name="connsiteY603" fmla="*/ 61225 h 301288"/>
                    <a:gd name="connsiteX604" fmla="*/ 159008 w 260188"/>
                    <a:gd name="connsiteY604" fmla="*/ 56235 h 301288"/>
                    <a:gd name="connsiteX605" fmla="*/ 159702 w 260188"/>
                    <a:gd name="connsiteY605" fmla="*/ 57183 h 301288"/>
                    <a:gd name="connsiteX606" fmla="*/ 141323 w 260188"/>
                    <a:gd name="connsiteY606" fmla="*/ 63562 h 301288"/>
                    <a:gd name="connsiteX607" fmla="*/ 142586 w 260188"/>
                    <a:gd name="connsiteY607" fmla="*/ 63562 h 301288"/>
                    <a:gd name="connsiteX608" fmla="*/ 142271 w 260188"/>
                    <a:gd name="connsiteY608" fmla="*/ 64256 h 301288"/>
                    <a:gd name="connsiteX609" fmla="*/ 141323 w 260188"/>
                    <a:gd name="connsiteY609" fmla="*/ 63562 h 301288"/>
                    <a:gd name="connsiteX610" fmla="*/ 141702 w 260188"/>
                    <a:gd name="connsiteY610" fmla="*/ 61225 h 301288"/>
                    <a:gd name="connsiteX611" fmla="*/ 142271 w 260188"/>
                    <a:gd name="connsiteY611" fmla="*/ 62867 h 301288"/>
                    <a:gd name="connsiteX612" fmla="*/ 140755 w 260188"/>
                    <a:gd name="connsiteY612" fmla="*/ 62867 h 301288"/>
                    <a:gd name="connsiteX613" fmla="*/ 139934 w 260188"/>
                    <a:gd name="connsiteY613" fmla="*/ 61478 h 301288"/>
                    <a:gd name="connsiteX614" fmla="*/ 139808 w 260188"/>
                    <a:gd name="connsiteY614" fmla="*/ 61225 h 301288"/>
                    <a:gd name="connsiteX615" fmla="*/ 141765 w 260188"/>
                    <a:gd name="connsiteY615" fmla="*/ 61225 h 301288"/>
                    <a:gd name="connsiteX616" fmla="*/ 139492 w 260188"/>
                    <a:gd name="connsiteY616" fmla="*/ 60656 h 301288"/>
                    <a:gd name="connsiteX617" fmla="*/ 139176 w 260188"/>
                    <a:gd name="connsiteY617" fmla="*/ 58572 h 301288"/>
                    <a:gd name="connsiteX618" fmla="*/ 141260 w 260188"/>
                    <a:gd name="connsiteY618" fmla="*/ 60656 h 301288"/>
                    <a:gd name="connsiteX619" fmla="*/ 139429 w 260188"/>
                    <a:gd name="connsiteY619" fmla="*/ 60656 h 301288"/>
                    <a:gd name="connsiteX620" fmla="*/ 139618 w 260188"/>
                    <a:gd name="connsiteY620" fmla="*/ 64699 h 301288"/>
                    <a:gd name="connsiteX621" fmla="*/ 139997 w 260188"/>
                    <a:gd name="connsiteY621" fmla="*/ 66341 h 301288"/>
                    <a:gd name="connsiteX622" fmla="*/ 138860 w 260188"/>
                    <a:gd name="connsiteY622" fmla="*/ 65078 h 301288"/>
                    <a:gd name="connsiteX623" fmla="*/ 138355 w 260188"/>
                    <a:gd name="connsiteY623" fmla="*/ 63372 h 301288"/>
                    <a:gd name="connsiteX624" fmla="*/ 139618 w 260188"/>
                    <a:gd name="connsiteY624" fmla="*/ 64635 h 301288"/>
                    <a:gd name="connsiteX625" fmla="*/ 147765 w 260188"/>
                    <a:gd name="connsiteY625" fmla="*/ 70509 h 301288"/>
                    <a:gd name="connsiteX626" fmla="*/ 156797 w 260188"/>
                    <a:gd name="connsiteY626" fmla="*/ 59646 h 301288"/>
                    <a:gd name="connsiteX627" fmla="*/ 158629 w 260188"/>
                    <a:gd name="connsiteY627" fmla="*/ 61162 h 301288"/>
                    <a:gd name="connsiteX628" fmla="*/ 146944 w 260188"/>
                    <a:gd name="connsiteY628" fmla="*/ 75625 h 301288"/>
                    <a:gd name="connsiteX629" fmla="*/ 143029 w 260188"/>
                    <a:gd name="connsiteY629" fmla="*/ 78278 h 301288"/>
                    <a:gd name="connsiteX630" fmla="*/ 145555 w 260188"/>
                    <a:gd name="connsiteY630" fmla="*/ 77014 h 301288"/>
                    <a:gd name="connsiteX631" fmla="*/ 146060 w 260188"/>
                    <a:gd name="connsiteY631" fmla="*/ 78088 h 301288"/>
                    <a:gd name="connsiteX632" fmla="*/ 139681 w 260188"/>
                    <a:gd name="connsiteY632" fmla="*/ 81120 h 301288"/>
                    <a:gd name="connsiteX633" fmla="*/ 135765 w 260188"/>
                    <a:gd name="connsiteY633" fmla="*/ 85983 h 301288"/>
                    <a:gd name="connsiteX634" fmla="*/ 135450 w 260188"/>
                    <a:gd name="connsiteY634" fmla="*/ 89456 h 301288"/>
                    <a:gd name="connsiteX635" fmla="*/ 133934 w 260188"/>
                    <a:gd name="connsiteY635" fmla="*/ 89456 h 301288"/>
                    <a:gd name="connsiteX636" fmla="*/ 136965 w 260188"/>
                    <a:gd name="connsiteY636" fmla="*/ 79856 h 301288"/>
                    <a:gd name="connsiteX637" fmla="*/ 147639 w 260188"/>
                    <a:gd name="connsiteY637" fmla="*/ 70383 h 301288"/>
                    <a:gd name="connsiteX638" fmla="*/ 152123 w 260188"/>
                    <a:gd name="connsiteY638" fmla="*/ 85541 h 301288"/>
                    <a:gd name="connsiteX639" fmla="*/ 151050 w 260188"/>
                    <a:gd name="connsiteY639" fmla="*/ 87941 h 301288"/>
                    <a:gd name="connsiteX640" fmla="*/ 149218 w 260188"/>
                    <a:gd name="connsiteY640" fmla="*/ 95709 h 301288"/>
                    <a:gd name="connsiteX641" fmla="*/ 147576 w 260188"/>
                    <a:gd name="connsiteY641" fmla="*/ 94762 h 301288"/>
                    <a:gd name="connsiteX642" fmla="*/ 148523 w 260188"/>
                    <a:gd name="connsiteY642" fmla="*/ 89772 h 301288"/>
                    <a:gd name="connsiteX643" fmla="*/ 150608 w 260188"/>
                    <a:gd name="connsiteY643" fmla="*/ 84467 h 301288"/>
                    <a:gd name="connsiteX644" fmla="*/ 152123 w 260188"/>
                    <a:gd name="connsiteY644" fmla="*/ 80299 h 301288"/>
                    <a:gd name="connsiteX645" fmla="*/ 153260 w 260188"/>
                    <a:gd name="connsiteY645" fmla="*/ 80867 h 301288"/>
                    <a:gd name="connsiteX646" fmla="*/ 152313 w 260188"/>
                    <a:gd name="connsiteY646" fmla="*/ 83520 h 301288"/>
                    <a:gd name="connsiteX647" fmla="*/ 152186 w 260188"/>
                    <a:gd name="connsiteY647" fmla="*/ 85604 h 301288"/>
                    <a:gd name="connsiteX648" fmla="*/ 143218 w 260188"/>
                    <a:gd name="connsiteY648" fmla="*/ 95709 h 301288"/>
                    <a:gd name="connsiteX649" fmla="*/ 142208 w 260188"/>
                    <a:gd name="connsiteY649" fmla="*/ 95393 h 301288"/>
                    <a:gd name="connsiteX650" fmla="*/ 144860 w 260188"/>
                    <a:gd name="connsiteY650" fmla="*/ 90151 h 301288"/>
                    <a:gd name="connsiteX651" fmla="*/ 141513 w 260188"/>
                    <a:gd name="connsiteY651" fmla="*/ 94762 h 301288"/>
                    <a:gd name="connsiteX652" fmla="*/ 140818 w 260188"/>
                    <a:gd name="connsiteY652" fmla="*/ 94067 h 301288"/>
                    <a:gd name="connsiteX653" fmla="*/ 143092 w 260188"/>
                    <a:gd name="connsiteY653" fmla="*/ 88635 h 301288"/>
                    <a:gd name="connsiteX654" fmla="*/ 145871 w 260188"/>
                    <a:gd name="connsiteY654" fmla="*/ 85414 h 301288"/>
                    <a:gd name="connsiteX655" fmla="*/ 148902 w 260188"/>
                    <a:gd name="connsiteY655" fmla="*/ 82509 h 301288"/>
                    <a:gd name="connsiteX656" fmla="*/ 149597 w 260188"/>
                    <a:gd name="connsiteY656" fmla="*/ 83456 h 301288"/>
                    <a:gd name="connsiteX657" fmla="*/ 147323 w 260188"/>
                    <a:gd name="connsiteY657" fmla="*/ 87056 h 301288"/>
                    <a:gd name="connsiteX658" fmla="*/ 143155 w 260188"/>
                    <a:gd name="connsiteY658" fmla="*/ 95709 h 301288"/>
                    <a:gd name="connsiteX659" fmla="*/ 146313 w 260188"/>
                    <a:gd name="connsiteY659" fmla="*/ 96530 h 301288"/>
                    <a:gd name="connsiteX660" fmla="*/ 140629 w 260188"/>
                    <a:gd name="connsiteY660" fmla="*/ 102656 h 301288"/>
                    <a:gd name="connsiteX661" fmla="*/ 138797 w 260188"/>
                    <a:gd name="connsiteY661" fmla="*/ 101141 h 301288"/>
                    <a:gd name="connsiteX662" fmla="*/ 144102 w 260188"/>
                    <a:gd name="connsiteY662" fmla="*/ 96593 h 301288"/>
                    <a:gd name="connsiteX663" fmla="*/ 146313 w 260188"/>
                    <a:gd name="connsiteY663" fmla="*/ 96593 h 301288"/>
                    <a:gd name="connsiteX664" fmla="*/ 140818 w 260188"/>
                    <a:gd name="connsiteY664" fmla="*/ 90404 h 301288"/>
                    <a:gd name="connsiteX665" fmla="*/ 139176 w 260188"/>
                    <a:gd name="connsiteY665" fmla="*/ 97225 h 301288"/>
                    <a:gd name="connsiteX666" fmla="*/ 136965 w 260188"/>
                    <a:gd name="connsiteY666" fmla="*/ 96278 h 301288"/>
                    <a:gd name="connsiteX667" fmla="*/ 139871 w 260188"/>
                    <a:gd name="connsiteY667" fmla="*/ 90025 h 301288"/>
                    <a:gd name="connsiteX668" fmla="*/ 140818 w 260188"/>
                    <a:gd name="connsiteY668" fmla="*/ 90467 h 301288"/>
                    <a:gd name="connsiteX669" fmla="*/ 140755 w 260188"/>
                    <a:gd name="connsiteY669" fmla="*/ 103793 h 301288"/>
                    <a:gd name="connsiteX670" fmla="*/ 148144 w 260188"/>
                    <a:gd name="connsiteY670" fmla="*/ 98235 h 301288"/>
                    <a:gd name="connsiteX671" fmla="*/ 149218 w 260188"/>
                    <a:gd name="connsiteY671" fmla="*/ 99562 h 301288"/>
                    <a:gd name="connsiteX672" fmla="*/ 146439 w 260188"/>
                    <a:gd name="connsiteY672" fmla="*/ 102214 h 301288"/>
                    <a:gd name="connsiteX673" fmla="*/ 140313 w 260188"/>
                    <a:gd name="connsiteY673" fmla="*/ 105688 h 301288"/>
                    <a:gd name="connsiteX674" fmla="*/ 133618 w 260188"/>
                    <a:gd name="connsiteY674" fmla="*/ 110425 h 301288"/>
                    <a:gd name="connsiteX675" fmla="*/ 132229 w 260188"/>
                    <a:gd name="connsiteY675" fmla="*/ 109035 h 301288"/>
                    <a:gd name="connsiteX676" fmla="*/ 140692 w 260188"/>
                    <a:gd name="connsiteY676" fmla="*/ 103730 h 301288"/>
                    <a:gd name="connsiteX677" fmla="*/ 148650 w 260188"/>
                    <a:gd name="connsiteY677" fmla="*/ 80425 h 301288"/>
                    <a:gd name="connsiteX678" fmla="*/ 143913 w 260188"/>
                    <a:gd name="connsiteY678" fmla="*/ 83456 h 301288"/>
                    <a:gd name="connsiteX679" fmla="*/ 138797 w 260188"/>
                    <a:gd name="connsiteY679" fmla="*/ 88320 h 301288"/>
                    <a:gd name="connsiteX680" fmla="*/ 137597 w 260188"/>
                    <a:gd name="connsiteY680" fmla="*/ 91793 h 301288"/>
                    <a:gd name="connsiteX681" fmla="*/ 136713 w 260188"/>
                    <a:gd name="connsiteY681" fmla="*/ 91793 h 301288"/>
                    <a:gd name="connsiteX682" fmla="*/ 138923 w 260188"/>
                    <a:gd name="connsiteY682" fmla="*/ 86488 h 301288"/>
                    <a:gd name="connsiteX683" fmla="*/ 140060 w 260188"/>
                    <a:gd name="connsiteY683" fmla="*/ 84025 h 301288"/>
                    <a:gd name="connsiteX684" fmla="*/ 147829 w 260188"/>
                    <a:gd name="connsiteY684" fmla="*/ 78846 h 301288"/>
                    <a:gd name="connsiteX685" fmla="*/ 152565 w 260188"/>
                    <a:gd name="connsiteY685" fmla="*/ 72720 h 301288"/>
                    <a:gd name="connsiteX686" fmla="*/ 153829 w 260188"/>
                    <a:gd name="connsiteY686" fmla="*/ 73983 h 301288"/>
                    <a:gd name="connsiteX687" fmla="*/ 148713 w 260188"/>
                    <a:gd name="connsiteY687" fmla="*/ 80362 h 301288"/>
                    <a:gd name="connsiteX688" fmla="*/ 136965 w 260188"/>
                    <a:gd name="connsiteY688" fmla="*/ 85035 h 301288"/>
                    <a:gd name="connsiteX689" fmla="*/ 138102 w 260188"/>
                    <a:gd name="connsiteY689" fmla="*/ 84593 h 301288"/>
                    <a:gd name="connsiteX690" fmla="*/ 137976 w 260188"/>
                    <a:gd name="connsiteY690" fmla="*/ 85856 h 301288"/>
                    <a:gd name="connsiteX691" fmla="*/ 136713 w 260188"/>
                    <a:gd name="connsiteY691" fmla="*/ 86299 h 301288"/>
                    <a:gd name="connsiteX692" fmla="*/ 136965 w 260188"/>
                    <a:gd name="connsiteY692" fmla="*/ 85035 h 301288"/>
                    <a:gd name="connsiteX693" fmla="*/ 137218 w 260188"/>
                    <a:gd name="connsiteY693" fmla="*/ 64383 h 301288"/>
                    <a:gd name="connsiteX694" fmla="*/ 137786 w 260188"/>
                    <a:gd name="connsiteY694" fmla="*/ 66467 h 301288"/>
                    <a:gd name="connsiteX695" fmla="*/ 136271 w 260188"/>
                    <a:gd name="connsiteY695" fmla="*/ 64951 h 301288"/>
                    <a:gd name="connsiteX696" fmla="*/ 135702 w 260188"/>
                    <a:gd name="connsiteY696" fmla="*/ 62867 h 301288"/>
                    <a:gd name="connsiteX697" fmla="*/ 137218 w 260188"/>
                    <a:gd name="connsiteY697" fmla="*/ 64383 h 301288"/>
                    <a:gd name="connsiteX698" fmla="*/ 136713 w 260188"/>
                    <a:gd name="connsiteY698" fmla="*/ 52446 h 301288"/>
                    <a:gd name="connsiteX699" fmla="*/ 137976 w 260188"/>
                    <a:gd name="connsiteY699" fmla="*/ 52067 h 301288"/>
                    <a:gd name="connsiteX700" fmla="*/ 137597 w 260188"/>
                    <a:gd name="connsiteY700" fmla="*/ 53330 h 301288"/>
                    <a:gd name="connsiteX701" fmla="*/ 136334 w 260188"/>
                    <a:gd name="connsiteY701" fmla="*/ 53772 h 301288"/>
                    <a:gd name="connsiteX702" fmla="*/ 136776 w 260188"/>
                    <a:gd name="connsiteY702" fmla="*/ 52509 h 301288"/>
                    <a:gd name="connsiteX703" fmla="*/ 133050 w 260188"/>
                    <a:gd name="connsiteY703" fmla="*/ 121730 h 301288"/>
                    <a:gd name="connsiteX704" fmla="*/ 143660 w 260188"/>
                    <a:gd name="connsiteY704" fmla="*/ 109793 h 301288"/>
                    <a:gd name="connsiteX705" fmla="*/ 150860 w 260188"/>
                    <a:gd name="connsiteY705" fmla="*/ 97667 h 301288"/>
                    <a:gd name="connsiteX706" fmla="*/ 151871 w 260188"/>
                    <a:gd name="connsiteY706" fmla="*/ 99878 h 301288"/>
                    <a:gd name="connsiteX707" fmla="*/ 142523 w 260188"/>
                    <a:gd name="connsiteY707" fmla="*/ 112256 h 301288"/>
                    <a:gd name="connsiteX708" fmla="*/ 133744 w 260188"/>
                    <a:gd name="connsiteY708" fmla="*/ 122551 h 301288"/>
                    <a:gd name="connsiteX709" fmla="*/ 133050 w 260188"/>
                    <a:gd name="connsiteY709" fmla="*/ 121730 h 301288"/>
                    <a:gd name="connsiteX710" fmla="*/ 147955 w 260188"/>
                    <a:gd name="connsiteY710" fmla="*/ 118572 h 301288"/>
                    <a:gd name="connsiteX711" fmla="*/ 149471 w 260188"/>
                    <a:gd name="connsiteY711" fmla="*/ 117056 h 301288"/>
                    <a:gd name="connsiteX712" fmla="*/ 149723 w 260188"/>
                    <a:gd name="connsiteY712" fmla="*/ 119141 h 301288"/>
                    <a:gd name="connsiteX713" fmla="*/ 148334 w 260188"/>
                    <a:gd name="connsiteY713" fmla="*/ 120530 h 301288"/>
                    <a:gd name="connsiteX714" fmla="*/ 147955 w 260188"/>
                    <a:gd name="connsiteY714" fmla="*/ 118572 h 301288"/>
                    <a:gd name="connsiteX715" fmla="*/ 149092 w 260188"/>
                    <a:gd name="connsiteY715" fmla="*/ 123688 h 301288"/>
                    <a:gd name="connsiteX716" fmla="*/ 149218 w 260188"/>
                    <a:gd name="connsiteY716" fmla="*/ 122993 h 301288"/>
                    <a:gd name="connsiteX717" fmla="*/ 149913 w 260188"/>
                    <a:gd name="connsiteY717" fmla="*/ 121225 h 301288"/>
                    <a:gd name="connsiteX718" fmla="*/ 162292 w 260188"/>
                    <a:gd name="connsiteY718" fmla="*/ 136256 h 301288"/>
                    <a:gd name="connsiteX719" fmla="*/ 159955 w 260188"/>
                    <a:gd name="connsiteY719" fmla="*/ 136130 h 301288"/>
                    <a:gd name="connsiteX720" fmla="*/ 149092 w 260188"/>
                    <a:gd name="connsiteY720" fmla="*/ 123751 h 301288"/>
                    <a:gd name="connsiteX721" fmla="*/ 150039 w 260188"/>
                    <a:gd name="connsiteY721" fmla="*/ 120214 h 301288"/>
                    <a:gd name="connsiteX722" fmla="*/ 150608 w 260188"/>
                    <a:gd name="connsiteY722" fmla="*/ 118130 h 301288"/>
                    <a:gd name="connsiteX723" fmla="*/ 161597 w 260188"/>
                    <a:gd name="connsiteY723" fmla="*/ 131330 h 301288"/>
                    <a:gd name="connsiteX724" fmla="*/ 166018 w 260188"/>
                    <a:gd name="connsiteY724" fmla="*/ 136635 h 301288"/>
                    <a:gd name="connsiteX725" fmla="*/ 164060 w 260188"/>
                    <a:gd name="connsiteY725" fmla="*/ 136509 h 301288"/>
                    <a:gd name="connsiteX726" fmla="*/ 150039 w 260188"/>
                    <a:gd name="connsiteY726" fmla="*/ 120214 h 301288"/>
                    <a:gd name="connsiteX727" fmla="*/ 163113 w 260188"/>
                    <a:gd name="connsiteY727" fmla="*/ 131772 h 301288"/>
                    <a:gd name="connsiteX728" fmla="*/ 150860 w 260188"/>
                    <a:gd name="connsiteY728" fmla="*/ 117246 h 301288"/>
                    <a:gd name="connsiteX729" fmla="*/ 151429 w 260188"/>
                    <a:gd name="connsiteY729" fmla="*/ 114593 h 301288"/>
                    <a:gd name="connsiteX730" fmla="*/ 167723 w 260188"/>
                    <a:gd name="connsiteY730" fmla="*/ 134488 h 301288"/>
                    <a:gd name="connsiteX731" fmla="*/ 169113 w 260188"/>
                    <a:gd name="connsiteY731" fmla="*/ 136572 h 301288"/>
                    <a:gd name="connsiteX732" fmla="*/ 167155 w 260188"/>
                    <a:gd name="connsiteY732" fmla="*/ 136193 h 301288"/>
                    <a:gd name="connsiteX733" fmla="*/ 163113 w 260188"/>
                    <a:gd name="connsiteY733" fmla="*/ 131772 h 301288"/>
                    <a:gd name="connsiteX734" fmla="*/ 168986 w 260188"/>
                    <a:gd name="connsiteY734" fmla="*/ 134362 h 301288"/>
                    <a:gd name="connsiteX735" fmla="*/ 151618 w 260188"/>
                    <a:gd name="connsiteY735" fmla="*/ 113962 h 301288"/>
                    <a:gd name="connsiteX736" fmla="*/ 152060 w 260188"/>
                    <a:gd name="connsiteY736" fmla="*/ 111751 h 301288"/>
                    <a:gd name="connsiteX737" fmla="*/ 169176 w 260188"/>
                    <a:gd name="connsiteY737" fmla="*/ 132720 h 301288"/>
                    <a:gd name="connsiteX738" fmla="*/ 172965 w 260188"/>
                    <a:gd name="connsiteY738" fmla="*/ 137204 h 301288"/>
                    <a:gd name="connsiteX739" fmla="*/ 171450 w 260188"/>
                    <a:gd name="connsiteY739" fmla="*/ 137330 h 301288"/>
                    <a:gd name="connsiteX740" fmla="*/ 169050 w 260188"/>
                    <a:gd name="connsiteY740" fmla="*/ 134425 h 301288"/>
                    <a:gd name="connsiteX741" fmla="*/ 169681 w 260188"/>
                    <a:gd name="connsiteY741" fmla="*/ 42720 h 301288"/>
                    <a:gd name="connsiteX742" fmla="*/ 169429 w 260188"/>
                    <a:gd name="connsiteY742" fmla="*/ 44804 h 301288"/>
                    <a:gd name="connsiteX743" fmla="*/ 155092 w 260188"/>
                    <a:gd name="connsiteY743" fmla="*/ 46762 h 301288"/>
                    <a:gd name="connsiteX744" fmla="*/ 168292 w 260188"/>
                    <a:gd name="connsiteY744" fmla="*/ 46193 h 301288"/>
                    <a:gd name="connsiteX745" fmla="*/ 168418 w 260188"/>
                    <a:gd name="connsiteY745" fmla="*/ 46888 h 301288"/>
                    <a:gd name="connsiteX746" fmla="*/ 166650 w 260188"/>
                    <a:gd name="connsiteY746" fmla="*/ 47267 h 301288"/>
                    <a:gd name="connsiteX747" fmla="*/ 162734 w 260188"/>
                    <a:gd name="connsiteY747" fmla="*/ 46888 h 301288"/>
                    <a:gd name="connsiteX748" fmla="*/ 150039 w 260188"/>
                    <a:gd name="connsiteY748" fmla="*/ 51625 h 301288"/>
                    <a:gd name="connsiteX749" fmla="*/ 151050 w 260188"/>
                    <a:gd name="connsiteY749" fmla="*/ 51625 h 301288"/>
                    <a:gd name="connsiteX750" fmla="*/ 149660 w 260188"/>
                    <a:gd name="connsiteY750" fmla="*/ 53141 h 301288"/>
                    <a:gd name="connsiteX751" fmla="*/ 148713 w 260188"/>
                    <a:gd name="connsiteY751" fmla="*/ 54656 h 301288"/>
                    <a:gd name="connsiteX752" fmla="*/ 147450 w 260188"/>
                    <a:gd name="connsiteY752" fmla="*/ 56993 h 301288"/>
                    <a:gd name="connsiteX753" fmla="*/ 148586 w 260188"/>
                    <a:gd name="connsiteY753" fmla="*/ 57435 h 301288"/>
                    <a:gd name="connsiteX754" fmla="*/ 145239 w 260188"/>
                    <a:gd name="connsiteY754" fmla="*/ 60593 h 301288"/>
                    <a:gd name="connsiteX755" fmla="*/ 149534 w 260188"/>
                    <a:gd name="connsiteY755" fmla="*/ 49288 h 301288"/>
                    <a:gd name="connsiteX756" fmla="*/ 169681 w 260188"/>
                    <a:gd name="connsiteY756" fmla="*/ 42593 h 301288"/>
                    <a:gd name="connsiteX757" fmla="*/ 143913 w 260188"/>
                    <a:gd name="connsiteY757" fmla="*/ 44488 h 301288"/>
                    <a:gd name="connsiteX758" fmla="*/ 149786 w 260188"/>
                    <a:gd name="connsiteY758" fmla="*/ 42278 h 301288"/>
                    <a:gd name="connsiteX759" fmla="*/ 152313 w 260188"/>
                    <a:gd name="connsiteY759" fmla="*/ 42404 h 301288"/>
                    <a:gd name="connsiteX760" fmla="*/ 151744 w 260188"/>
                    <a:gd name="connsiteY760" fmla="*/ 43920 h 301288"/>
                    <a:gd name="connsiteX761" fmla="*/ 150039 w 260188"/>
                    <a:gd name="connsiteY761" fmla="*/ 43604 h 301288"/>
                    <a:gd name="connsiteX762" fmla="*/ 147765 w 260188"/>
                    <a:gd name="connsiteY762" fmla="*/ 44993 h 301288"/>
                    <a:gd name="connsiteX763" fmla="*/ 147197 w 260188"/>
                    <a:gd name="connsiteY763" fmla="*/ 44172 h 301288"/>
                    <a:gd name="connsiteX764" fmla="*/ 143218 w 260188"/>
                    <a:gd name="connsiteY764" fmla="*/ 49920 h 301288"/>
                    <a:gd name="connsiteX765" fmla="*/ 142902 w 260188"/>
                    <a:gd name="connsiteY765" fmla="*/ 48404 h 301288"/>
                    <a:gd name="connsiteX766" fmla="*/ 140250 w 260188"/>
                    <a:gd name="connsiteY766" fmla="*/ 51309 h 301288"/>
                    <a:gd name="connsiteX767" fmla="*/ 139681 w 260188"/>
                    <a:gd name="connsiteY767" fmla="*/ 49667 h 301288"/>
                    <a:gd name="connsiteX768" fmla="*/ 135513 w 260188"/>
                    <a:gd name="connsiteY768" fmla="*/ 51183 h 301288"/>
                    <a:gd name="connsiteX769" fmla="*/ 143850 w 260188"/>
                    <a:gd name="connsiteY769" fmla="*/ 44488 h 301288"/>
                    <a:gd name="connsiteX770" fmla="*/ 135197 w 260188"/>
                    <a:gd name="connsiteY770" fmla="*/ 29899 h 301288"/>
                    <a:gd name="connsiteX771" fmla="*/ 135197 w 260188"/>
                    <a:gd name="connsiteY771" fmla="*/ 30720 h 301288"/>
                    <a:gd name="connsiteX772" fmla="*/ 130713 w 260188"/>
                    <a:gd name="connsiteY772" fmla="*/ 32109 h 301288"/>
                    <a:gd name="connsiteX773" fmla="*/ 130965 w 260188"/>
                    <a:gd name="connsiteY773" fmla="*/ 29330 h 301288"/>
                    <a:gd name="connsiteX774" fmla="*/ 128439 w 260188"/>
                    <a:gd name="connsiteY774" fmla="*/ 30341 h 301288"/>
                    <a:gd name="connsiteX775" fmla="*/ 128313 w 260188"/>
                    <a:gd name="connsiteY775" fmla="*/ 31288 h 301288"/>
                    <a:gd name="connsiteX776" fmla="*/ 126797 w 260188"/>
                    <a:gd name="connsiteY776" fmla="*/ 30025 h 301288"/>
                    <a:gd name="connsiteX777" fmla="*/ 123323 w 260188"/>
                    <a:gd name="connsiteY777" fmla="*/ 29899 h 301288"/>
                    <a:gd name="connsiteX778" fmla="*/ 122060 w 260188"/>
                    <a:gd name="connsiteY778" fmla="*/ 29772 h 301288"/>
                    <a:gd name="connsiteX779" fmla="*/ 122881 w 260188"/>
                    <a:gd name="connsiteY779" fmla="*/ 31035 h 301288"/>
                    <a:gd name="connsiteX780" fmla="*/ 121365 w 260188"/>
                    <a:gd name="connsiteY780" fmla="*/ 32993 h 301288"/>
                    <a:gd name="connsiteX781" fmla="*/ 123008 w 260188"/>
                    <a:gd name="connsiteY781" fmla="*/ 33246 h 301288"/>
                    <a:gd name="connsiteX782" fmla="*/ 127302 w 260188"/>
                    <a:gd name="connsiteY782" fmla="*/ 33688 h 301288"/>
                    <a:gd name="connsiteX783" fmla="*/ 127302 w 260188"/>
                    <a:gd name="connsiteY783" fmla="*/ 37414 h 301288"/>
                    <a:gd name="connsiteX784" fmla="*/ 126481 w 260188"/>
                    <a:gd name="connsiteY784" fmla="*/ 37541 h 301288"/>
                    <a:gd name="connsiteX785" fmla="*/ 126165 w 260188"/>
                    <a:gd name="connsiteY785" fmla="*/ 38930 h 301288"/>
                    <a:gd name="connsiteX786" fmla="*/ 128565 w 260188"/>
                    <a:gd name="connsiteY786" fmla="*/ 40067 h 301288"/>
                    <a:gd name="connsiteX787" fmla="*/ 129955 w 260188"/>
                    <a:gd name="connsiteY787" fmla="*/ 38425 h 301288"/>
                    <a:gd name="connsiteX788" fmla="*/ 130523 w 260188"/>
                    <a:gd name="connsiteY788" fmla="*/ 34130 h 301288"/>
                    <a:gd name="connsiteX789" fmla="*/ 132481 w 260188"/>
                    <a:gd name="connsiteY789" fmla="*/ 35014 h 301288"/>
                    <a:gd name="connsiteX790" fmla="*/ 134565 w 260188"/>
                    <a:gd name="connsiteY790" fmla="*/ 34699 h 301288"/>
                    <a:gd name="connsiteX791" fmla="*/ 134565 w 260188"/>
                    <a:gd name="connsiteY791" fmla="*/ 38046 h 301288"/>
                    <a:gd name="connsiteX792" fmla="*/ 133871 w 260188"/>
                    <a:gd name="connsiteY792" fmla="*/ 38993 h 301288"/>
                    <a:gd name="connsiteX793" fmla="*/ 132797 w 260188"/>
                    <a:gd name="connsiteY793" fmla="*/ 41078 h 301288"/>
                    <a:gd name="connsiteX794" fmla="*/ 132229 w 260188"/>
                    <a:gd name="connsiteY794" fmla="*/ 43288 h 301288"/>
                    <a:gd name="connsiteX795" fmla="*/ 128692 w 260188"/>
                    <a:gd name="connsiteY795" fmla="*/ 47204 h 301288"/>
                    <a:gd name="connsiteX796" fmla="*/ 126039 w 260188"/>
                    <a:gd name="connsiteY796" fmla="*/ 46951 h 301288"/>
                    <a:gd name="connsiteX797" fmla="*/ 123386 w 260188"/>
                    <a:gd name="connsiteY797" fmla="*/ 44741 h 301288"/>
                    <a:gd name="connsiteX798" fmla="*/ 122565 w 260188"/>
                    <a:gd name="connsiteY798" fmla="*/ 44425 h 301288"/>
                    <a:gd name="connsiteX799" fmla="*/ 122818 w 260188"/>
                    <a:gd name="connsiteY799" fmla="*/ 43288 h 301288"/>
                    <a:gd name="connsiteX800" fmla="*/ 121997 w 260188"/>
                    <a:gd name="connsiteY800" fmla="*/ 43162 h 301288"/>
                    <a:gd name="connsiteX801" fmla="*/ 122313 w 260188"/>
                    <a:gd name="connsiteY801" fmla="*/ 42025 h 301288"/>
                    <a:gd name="connsiteX802" fmla="*/ 121176 w 260188"/>
                    <a:gd name="connsiteY802" fmla="*/ 41899 h 301288"/>
                    <a:gd name="connsiteX803" fmla="*/ 121618 w 260188"/>
                    <a:gd name="connsiteY803" fmla="*/ 40762 h 301288"/>
                    <a:gd name="connsiteX804" fmla="*/ 120797 w 260188"/>
                    <a:gd name="connsiteY804" fmla="*/ 40193 h 301288"/>
                    <a:gd name="connsiteX805" fmla="*/ 121492 w 260188"/>
                    <a:gd name="connsiteY805" fmla="*/ 38362 h 301288"/>
                    <a:gd name="connsiteX806" fmla="*/ 120671 w 260188"/>
                    <a:gd name="connsiteY806" fmla="*/ 38046 h 301288"/>
                    <a:gd name="connsiteX807" fmla="*/ 121681 w 260188"/>
                    <a:gd name="connsiteY807" fmla="*/ 36656 h 301288"/>
                    <a:gd name="connsiteX808" fmla="*/ 120165 w 260188"/>
                    <a:gd name="connsiteY808" fmla="*/ 36656 h 301288"/>
                    <a:gd name="connsiteX809" fmla="*/ 121302 w 260188"/>
                    <a:gd name="connsiteY809" fmla="*/ 35835 h 301288"/>
                    <a:gd name="connsiteX810" fmla="*/ 120039 w 260188"/>
                    <a:gd name="connsiteY810" fmla="*/ 35520 h 301288"/>
                    <a:gd name="connsiteX811" fmla="*/ 121871 w 260188"/>
                    <a:gd name="connsiteY811" fmla="*/ 28004 h 301288"/>
                    <a:gd name="connsiteX812" fmla="*/ 129260 w 260188"/>
                    <a:gd name="connsiteY812" fmla="*/ 27056 h 301288"/>
                    <a:gd name="connsiteX813" fmla="*/ 135260 w 260188"/>
                    <a:gd name="connsiteY813" fmla="*/ 29835 h 301288"/>
                    <a:gd name="connsiteX814" fmla="*/ 134313 w 260188"/>
                    <a:gd name="connsiteY814" fmla="*/ 33499 h 301288"/>
                    <a:gd name="connsiteX815" fmla="*/ 133239 w 260188"/>
                    <a:gd name="connsiteY815" fmla="*/ 34067 h 301288"/>
                    <a:gd name="connsiteX816" fmla="*/ 132102 w 260188"/>
                    <a:gd name="connsiteY816" fmla="*/ 33246 h 301288"/>
                    <a:gd name="connsiteX817" fmla="*/ 133239 w 260188"/>
                    <a:gd name="connsiteY817" fmla="*/ 32678 h 301288"/>
                    <a:gd name="connsiteX818" fmla="*/ 134313 w 260188"/>
                    <a:gd name="connsiteY818" fmla="*/ 33562 h 301288"/>
                    <a:gd name="connsiteX819" fmla="*/ 129197 w 260188"/>
                    <a:gd name="connsiteY819" fmla="*/ 31604 h 301288"/>
                    <a:gd name="connsiteX820" fmla="*/ 129323 w 260188"/>
                    <a:gd name="connsiteY820" fmla="*/ 30593 h 301288"/>
                    <a:gd name="connsiteX821" fmla="*/ 130271 w 260188"/>
                    <a:gd name="connsiteY821" fmla="*/ 30214 h 301288"/>
                    <a:gd name="connsiteX822" fmla="*/ 130144 w 260188"/>
                    <a:gd name="connsiteY822" fmla="*/ 31604 h 301288"/>
                    <a:gd name="connsiteX823" fmla="*/ 129134 w 260188"/>
                    <a:gd name="connsiteY823" fmla="*/ 31604 h 301288"/>
                    <a:gd name="connsiteX824" fmla="*/ 130018 w 260188"/>
                    <a:gd name="connsiteY824" fmla="*/ 32804 h 301288"/>
                    <a:gd name="connsiteX825" fmla="*/ 129197 w 260188"/>
                    <a:gd name="connsiteY825" fmla="*/ 38678 h 301288"/>
                    <a:gd name="connsiteX826" fmla="*/ 128313 w 260188"/>
                    <a:gd name="connsiteY826" fmla="*/ 38425 h 301288"/>
                    <a:gd name="connsiteX827" fmla="*/ 129008 w 260188"/>
                    <a:gd name="connsiteY827" fmla="*/ 32867 h 301288"/>
                    <a:gd name="connsiteX828" fmla="*/ 129955 w 260188"/>
                    <a:gd name="connsiteY828" fmla="*/ 32867 h 301288"/>
                    <a:gd name="connsiteX829" fmla="*/ 125723 w 260188"/>
                    <a:gd name="connsiteY829" fmla="*/ 32235 h 301288"/>
                    <a:gd name="connsiteX830" fmla="*/ 124460 w 260188"/>
                    <a:gd name="connsiteY830" fmla="*/ 32930 h 301288"/>
                    <a:gd name="connsiteX831" fmla="*/ 123323 w 260188"/>
                    <a:gd name="connsiteY831" fmla="*/ 32046 h 301288"/>
                    <a:gd name="connsiteX832" fmla="*/ 124586 w 260188"/>
                    <a:gd name="connsiteY832" fmla="*/ 31351 h 301288"/>
                    <a:gd name="connsiteX833" fmla="*/ 125723 w 260188"/>
                    <a:gd name="connsiteY833" fmla="*/ 32172 h 301288"/>
                    <a:gd name="connsiteX834" fmla="*/ 127302 w 260188"/>
                    <a:gd name="connsiteY834" fmla="*/ 38425 h 301288"/>
                    <a:gd name="connsiteX835" fmla="*/ 126923 w 260188"/>
                    <a:gd name="connsiteY835" fmla="*/ 38678 h 301288"/>
                    <a:gd name="connsiteX836" fmla="*/ 126544 w 260188"/>
                    <a:gd name="connsiteY836" fmla="*/ 38551 h 301288"/>
                    <a:gd name="connsiteX837" fmla="*/ 126923 w 260188"/>
                    <a:gd name="connsiteY837" fmla="*/ 38046 h 301288"/>
                    <a:gd name="connsiteX838" fmla="*/ 127302 w 260188"/>
                    <a:gd name="connsiteY838" fmla="*/ 38425 h 301288"/>
                    <a:gd name="connsiteX839" fmla="*/ 124586 w 260188"/>
                    <a:gd name="connsiteY839" fmla="*/ 101962 h 301288"/>
                    <a:gd name="connsiteX840" fmla="*/ 121429 w 260188"/>
                    <a:gd name="connsiteY840" fmla="*/ 100699 h 301288"/>
                    <a:gd name="connsiteX841" fmla="*/ 121429 w 260188"/>
                    <a:gd name="connsiteY841" fmla="*/ 99435 h 301288"/>
                    <a:gd name="connsiteX842" fmla="*/ 126608 w 260188"/>
                    <a:gd name="connsiteY842" fmla="*/ 99435 h 301288"/>
                    <a:gd name="connsiteX843" fmla="*/ 127429 w 260188"/>
                    <a:gd name="connsiteY843" fmla="*/ 101835 h 301288"/>
                    <a:gd name="connsiteX844" fmla="*/ 124650 w 260188"/>
                    <a:gd name="connsiteY844" fmla="*/ 101962 h 301288"/>
                    <a:gd name="connsiteX845" fmla="*/ 119155 w 260188"/>
                    <a:gd name="connsiteY845" fmla="*/ 99562 h 301288"/>
                    <a:gd name="connsiteX846" fmla="*/ 119723 w 260188"/>
                    <a:gd name="connsiteY846" fmla="*/ 100130 h 301288"/>
                    <a:gd name="connsiteX847" fmla="*/ 119155 w 260188"/>
                    <a:gd name="connsiteY847" fmla="*/ 100825 h 301288"/>
                    <a:gd name="connsiteX848" fmla="*/ 118776 w 260188"/>
                    <a:gd name="connsiteY848" fmla="*/ 100130 h 301288"/>
                    <a:gd name="connsiteX849" fmla="*/ 119155 w 260188"/>
                    <a:gd name="connsiteY849" fmla="*/ 99562 h 301288"/>
                    <a:gd name="connsiteX850" fmla="*/ 117765 w 260188"/>
                    <a:gd name="connsiteY850" fmla="*/ 98235 h 301288"/>
                    <a:gd name="connsiteX851" fmla="*/ 116629 w 260188"/>
                    <a:gd name="connsiteY851" fmla="*/ 97793 h 301288"/>
                    <a:gd name="connsiteX852" fmla="*/ 117765 w 260188"/>
                    <a:gd name="connsiteY852" fmla="*/ 97225 h 301288"/>
                    <a:gd name="connsiteX853" fmla="*/ 119029 w 260188"/>
                    <a:gd name="connsiteY853" fmla="*/ 97793 h 301288"/>
                    <a:gd name="connsiteX854" fmla="*/ 117765 w 260188"/>
                    <a:gd name="connsiteY854" fmla="*/ 98235 h 301288"/>
                    <a:gd name="connsiteX855" fmla="*/ 119281 w 260188"/>
                    <a:gd name="connsiteY855" fmla="*/ 82193 h 301288"/>
                    <a:gd name="connsiteX856" fmla="*/ 118965 w 260188"/>
                    <a:gd name="connsiteY856" fmla="*/ 74930 h 301288"/>
                    <a:gd name="connsiteX857" fmla="*/ 117576 w 260188"/>
                    <a:gd name="connsiteY857" fmla="*/ 74678 h 301288"/>
                    <a:gd name="connsiteX858" fmla="*/ 116881 w 260188"/>
                    <a:gd name="connsiteY858" fmla="*/ 82193 h 301288"/>
                    <a:gd name="connsiteX859" fmla="*/ 116629 w 260188"/>
                    <a:gd name="connsiteY859" fmla="*/ 74551 h 301288"/>
                    <a:gd name="connsiteX860" fmla="*/ 115365 w 260188"/>
                    <a:gd name="connsiteY860" fmla="*/ 74109 h 301288"/>
                    <a:gd name="connsiteX861" fmla="*/ 114292 w 260188"/>
                    <a:gd name="connsiteY861" fmla="*/ 81056 h 301288"/>
                    <a:gd name="connsiteX862" fmla="*/ 114418 w 260188"/>
                    <a:gd name="connsiteY862" fmla="*/ 73793 h 301288"/>
                    <a:gd name="connsiteX863" fmla="*/ 113155 w 260188"/>
                    <a:gd name="connsiteY863" fmla="*/ 73414 h 301288"/>
                    <a:gd name="connsiteX864" fmla="*/ 112586 w 260188"/>
                    <a:gd name="connsiteY864" fmla="*/ 81625 h 301288"/>
                    <a:gd name="connsiteX865" fmla="*/ 112208 w 260188"/>
                    <a:gd name="connsiteY865" fmla="*/ 73035 h 301288"/>
                    <a:gd name="connsiteX866" fmla="*/ 111134 w 260188"/>
                    <a:gd name="connsiteY866" fmla="*/ 72467 h 301288"/>
                    <a:gd name="connsiteX867" fmla="*/ 110439 w 260188"/>
                    <a:gd name="connsiteY867" fmla="*/ 82067 h 301288"/>
                    <a:gd name="connsiteX868" fmla="*/ 110313 w 260188"/>
                    <a:gd name="connsiteY868" fmla="*/ 72214 h 301288"/>
                    <a:gd name="connsiteX869" fmla="*/ 109492 w 260188"/>
                    <a:gd name="connsiteY869" fmla="*/ 71646 h 301288"/>
                    <a:gd name="connsiteX870" fmla="*/ 107534 w 260188"/>
                    <a:gd name="connsiteY870" fmla="*/ 75435 h 301288"/>
                    <a:gd name="connsiteX871" fmla="*/ 108923 w 260188"/>
                    <a:gd name="connsiteY871" fmla="*/ 71393 h 301288"/>
                    <a:gd name="connsiteX872" fmla="*/ 107534 w 260188"/>
                    <a:gd name="connsiteY872" fmla="*/ 70572 h 301288"/>
                    <a:gd name="connsiteX873" fmla="*/ 105008 w 260188"/>
                    <a:gd name="connsiteY873" fmla="*/ 76699 h 301288"/>
                    <a:gd name="connsiteX874" fmla="*/ 107092 w 260188"/>
                    <a:gd name="connsiteY874" fmla="*/ 62804 h 301288"/>
                    <a:gd name="connsiteX875" fmla="*/ 107786 w 260188"/>
                    <a:gd name="connsiteY875" fmla="*/ 68046 h 301288"/>
                    <a:gd name="connsiteX876" fmla="*/ 109302 w 260188"/>
                    <a:gd name="connsiteY876" fmla="*/ 68741 h 301288"/>
                    <a:gd name="connsiteX877" fmla="*/ 109681 w 260188"/>
                    <a:gd name="connsiteY877" fmla="*/ 61541 h 301288"/>
                    <a:gd name="connsiteX878" fmla="*/ 110250 w 260188"/>
                    <a:gd name="connsiteY878" fmla="*/ 68930 h 301288"/>
                    <a:gd name="connsiteX879" fmla="*/ 111513 w 260188"/>
                    <a:gd name="connsiteY879" fmla="*/ 69309 h 301288"/>
                    <a:gd name="connsiteX880" fmla="*/ 112208 w 260188"/>
                    <a:gd name="connsiteY880" fmla="*/ 68172 h 301288"/>
                    <a:gd name="connsiteX881" fmla="*/ 111765 w 260188"/>
                    <a:gd name="connsiteY881" fmla="*/ 69435 h 301288"/>
                    <a:gd name="connsiteX882" fmla="*/ 112776 w 260188"/>
                    <a:gd name="connsiteY882" fmla="*/ 69562 h 301288"/>
                    <a:gd name="connsiteX883" fmla="*/ 113597 w 260188"/>
                    <a:gd name="connsiteY883" fmla="*/ 66656 h 301288"/>
                    <a:gd name="connsiteX884" fmla="*/ 113471 w 260188"/>
                    <a:gd name="connsiteY884" fmla="*/ 69814 h 301288"/>
                    <a:gd name="connsiteX885" fmla="*/ 114544 w 260188"/>
                    <a:gd name="connsiteY885" fmla="*/ 69941 h 301288"/>
                    <a:gd name="connsiteX886" fmla="*/ 114734 w 260188"/>
                    <a:gd name="connsiteY886" fmla="*/ 67604 h 301288"/>
                    <a:gd name="connsiteX887" fmla="*/ 115113 w 260188"/>
                    <a:gd name="connsiteY887" fmla="*/ 70067 h 301288"/>
                    <a:gd name="connsiteX888" fmla="*/ 116502 w 260188"/>
                    <a:gd name="connsiteY888" fmla="*/ 70193 h 301288"/>
                    <a:gd name="connsiteX889" fmla="*/ 116502 w 260188"/>
                    <a:gd name="connsiteY889" fmla="*/ 67035 h 301288"/>
                    <a:gd name="connsiteX890" fmla="*/ 117197 w 260188"/>
                    <a:gd name="connsiteY890" fmla="*/ 70193 h 301288"/>
                    <a:gd name="connsiteX891" fmla="*/ 118902 w 260188"/>
                    <a:gd name="connsiteY891" fmla="*/ 70320 h 301288"/>
                    <a:gd name="connsiteX892" fmla="*/ 119029 w 260188"/>
                    <a:gd name="connsiteY892" fmla="*/ 66972 h 301288"/>
                    <a:gd name="connsiteX893" fmla="*/ 119723 w 260188"/>
                    <a:gd name="connsiteY893" fmla="*/ 70320 h 301288"/>
                    <a:gd name="connsiteX894" fmla="*/ 121113 w 260188"/>
                    <a:gd name="connsiteY894" fmla="*/ 70320 h 301288"/>
                    <a:gd name="connsiteX895" fmla="*/ 121113 w 260188"/>
                    <a:gd name="connsiteY895" fmla="*/ 65330 h 301288"/>
                    <a:gd name="connsiteX896" fmla="*/ 122060 w 260188"/>
                    <a:gd name="connsiteY896" fmla="*/ 70193 h 301288"/>
                    <a:gd name="connsiteX897" fmla="*/ 123323 w 260188"/>
                    <a:gd name="connsiteY897" fmla="*/ 70067 h 301288"/>
                    <a:gd name="connsiteX898" fmla="*/ 122944 w 260188"/>
                    <a:gd name="connsiteY898" fmla="*/ 66467 h 301288"/>
                    <a:gd name="connsiteX899" fmla="*/ 124081 w 260188"/>
                    <a:gd name="connsiteY899" fmla="*/ 69941 h 301288"/>
                    <a:gd name="connsiteX900" fmla="*/ 124902 w 260188"/>
                    <a:gd name="connsiteY900" fmla="*/ 69814 h 301288"/>
                    <a:gd name="connsiteX901" fmla="*/ 124334 w 260188"/>
                    <a:gd name="connsiteY901" fmla="*/ 65962 h 301288"/>
                    <a:gd name="connsiteX902" fmla="*/ 125597 w 260188"/>
                    <a:gd name="connsiteY902" fmla="*/ 69562 h 301288"/>
                    <a:gd name="connsiteX903" fmla="*/ 126418 w 260188"/>
                    <a:gd name="connsiteY903" fmla="*/ 69435 h 301288"/>
                    <a:gd name="connsiteX904" fmla="*/ 125597 w 260188"/>
                    <a:gd name="connsiteY904" fmla="*/ 63056 h 301288"/>
                    <a:gd name="connsiteX905" fmla="*/ 125850 w 260188"/>
                    <a:gd name="connsiteY905" fmla="*/ 82699 h 301288"/>
                    <a:gd name="connsiteX906" fmla="*/ 126671 w 260188"/>
                    <a:gd name="connsiteY906" fmla="*/ 74109 h 301288"/>
                    <a:gd name="connsiteX907" fmla="*/ 125976 w 260188"/>
                    <a:gd name="connsiteY907" fmla="*/ 74362 h 301288"/>
                    <a:gd name="connsiteX908" fmla="*/ 124586 w 260188"/>
                    <a:gd name="connsiteY908" fmla="*/ 79983 h 301288"/>
                    <a:gd name="connsiteX909" fmla="*/ 125155 w 260188"/>
                    <a:gd name="connsiteY909" fmla="*/ 74551 h 301288"/>
                    <a:gd name="connsiteX910" fmla="*/ 124334 w 260188"/>
                    <a:gd name="connsiteY910" fmla="*/ 74867 h 301288"/>
                    <a:gd name="connsiteX911" fmla="*/ 123197 w 260188"/>
                    <a:gd name="connsiteY911" fmla="*/ 79288 h 301288"/>
                    <a:gd name="connsiteX912" fmla="*/ 123639 w 260188"/>
                    <a:gd name="connsiteY912" fmla="*/ 74930 h 301288"/>
                    <a:gd name="connsiteX913" fmla="*/ 122376 w 260188"/>
                    <a:gd name="connsiteY913" fmla="*/ 75056 h 301288"/>
                    <a:gd name="connsiteX914" fmla="*/ 121492 w 260188"/>
                    <a:gd name="connsiteY914" fmla="*/ 81309 h 301288"/>
                    <a:gd name="connsiteX915" fmla="*/ 121365 w 260188"/>
                    <a:gd name="connsiteY915" fmla="*/ 75183 h 301288"/>
                    <a:gd name="connsiteX916" fmla="*/ 119976 w 260188"/>
                    <a:gd name="connsiteY916" fmla="*/ 75183 h 301288"/>
                    <a:gd name="connsiteX917" fmla="*/ 119281 w 260188"/>
                    <a:gd name="connsiteY917" fmla="*/ 82320 h 301288"/>
                    <a:gd name="connsiteX918" fmla="*/ 115681 w 260188"/>
                    <a:gd name="connsiteY918" fmla="*/ 96404 h 301288"/>
                    <a:gd name="connsiteX919" fmla="*/ 115113 w 260188"/>
                    <a:gd name="connsiteY919" fmla="*/ 97920 h 301288"/>
                    <a:gd name="connsiteX920" fmla="*/ 114734 w 260188"/>
                    <a:gd name="connsiteY920" fmla="*/ 96404 h 301288"/>
                    <a:gd name="connsiteX921" fmla="*/ 115113 w 260188"/>
                    <a:gd name="connsiteY921" fmla="*/ 94762 h 301288"/>
                    <a:gd name="connsiteX922" fmla="*/ 115681 w 260188"/>
                    <a:gd name="connsiteY922" fmla="*/ 96404 h 301288"/>
                    <a:gd name="connsiteX923" fmla="*/ 114102 w 260188"/>
                    <a:gd name="connsiteY923" fmla="*/ 96278 h 301288"/>
                    <a:gd name="connsiteX924" fmla="*/ 113408 w 260188"/>
                    <a:gd name="connsiteY924" fmla="*/ 97414 h 301288"/>
                    <a:gd name="connsiteX925" fmla="*/ 112839 w 260188"/>
                    <a:gd name="connsiteY925" fmla="*/ 96278 h 301288"/>
                    <a:gd name="connsiteX926" fmla="*/ 113408 w 260188"/>
                    <a:gd name="connsiteY926" fmla="*/ 95330 h 301288"/>
                    <a:gd name="connsiteX927" fmla="*/ 114102 w 260188"/>
                    <a:gd name="connsiteY927" fmla="*/ 96278 h 301288"/>
                    <a:gd name="connsiteX928" fmla="*/ 104313 w 260188"/>
                    <a:gd name="connsiteY928" fmla="*/ 60972 h 301288"/>
                    <a:gd name="connsiteX929" fmla="*/ 103176 w 260188"/>
                    <a:gd name="connsiteY929" fmla="*/ 70004 h 301288"/>
                    <a:gd name="connsiteX930" fmla="*/ 104313 w 260188"/>
                    <a:gd name="connsiteY930" fmla="*/ 60972 h 301288"/>
                    <a:gd name="connsiteX931" fmla="*/ 121239 w 260188"/>
                    <a:gd name="connsiteY931" fmla="*/ 24720 h 301288"/>
                    <a:gd name="connsiteX932" fmla="*/ 122629 w 260188"/>
                    <a:gd name="connsiteY932" fmla="*/ 24720 h 301288"/>
                    <a:gd name="connsiteX933" fmla="*/ 121808 w 260188"/>
                    <a:gd name="connsiteY933" fmla="*/ 25730 h 301288"/>
                    <a:gd name="connsiteX934" fmla="*/ 120418 w 260188"/>
                    <a:gd name="connsiteY934" fmla="*/ 25604 h 301288"/>
                    <a:gd name="connsiteX935" fmla="*/ 121239 w 260188"/>
                    <a:gd name="connsiteY935" fmla="*/ 24783 h 301288"/>
                    <a:gd name="connsiteX936" fmla="*/ 124586 w 260188"/>
                    <a:gd name="connsiteY936" fmla="*/ 21435 h 301288"/>
                    <a:gd name="connsiteX937" fmla="*/ 128060 w 260188"/>
                    <a:gd name="connsiteY937" fmla="*/ 19920 h 301288"/>
                    <a:gd name="connsiteX938" fmla="*/ 130018 w 260188"/>
                    <a:gd name="connsiteY938" fmla="*/ 21435 h 301288"/>
                    <a:gd name="connsiteX939" fmla="*/ 129892 w 260188"/>
                    <a:gd name="connsiteY939" fmla="*/ 25162 h 301288"/>
                    <a:gd name="connsiteX940" fmla="*/ 127934 w 260188"/>
                    <a:gd name="connsiteY940" fmla="*/ 26299 h 301288"/>
                    <a:gd name="connsiteX941" fmla="*/ 124144 w 260188"/>
                    <a:gd name="connsiteY941" fmla="*/ 26551 h 301288"/>
                    <a:gd name="connsiteX942" fmla="*/ 124523 w 260188"/>
                    <a:gd name="connsiteY942" fmla="*/ 21372 h 301288"/>
                    <a:gd name="connsiteX943" fmla="*/ 130586 w 260188"/>
                    <a:gd name="connsiteY943" fmla="*/ 16004 h 301288"/>
                    <a:gd name="connsiteX944" fmla="*/ 131408 w 260188"/>
                    <a:gd name="connsiteY944" fmla="*/ 15309 h 301288"/>
                    <a:gd name="connsiteX945" fmla="*/ 132797 w 260188"/>
                    <a:gd name="connsiteY945" fmla="*/ 17962 h 301288"/>
                    <a:gd name="connsiteX946" fmla="*/ 131092 w 260188"/>
                    <a:gd name="connsiteY946" fmla="*/ 18972 h 301288"/>
                    <a:gd name="connsiteX947" fmla="*/ 130523 w 260188"/>
                    <a:gd name="connsiteY947" fmla="*/ 16067 h 301288"/>
                    <a:gd name="connsiteX948" fmla="*/ 131850 w 260188"/>
                    <a:gd name="connsiteY948" fmla="*/ 12341 h 301288"/>
                    <a:gd name="connsiteX949" fmla="*/ 130902 w 260188"/>
                    <a:gd name="connsiteY949" fmla="*/ 12467 h 301288"/>
                    <a:gd name="connsiteX950" fmla="*/ 131029 w 260188"/>
                    <a:gd name="connsiteY950" fmla="*/ 11456 h 301288"/>
                    <a:gd name="connsiteX951" fmla="*/ 131976 w 260188"/>
                    <a:gd name="connsiteY951" fmla="*/ 11330 h 301288"/>
                    <a:gd name="connsiteX952" fmla="*/ 131850 w 260188"/>
                    <a:gd name="connsiteY952" fmla="*/ 12277 h 301288"/>
                    <a:gd name="connsiteX953" fmla="*/ 129576 w 260188"/>
                    <a:gd name="connsiteY953" fmla="*/ 11520 h 301288"/>
                    <a:gd name="connsiteX954" fmla="*/ 127113 w 260188"/>
                    <a:gd name="connsiteY954" fmla="*/ 7667 h 301288"/>
                    <a:gd name="connsiteX955" fmla="*/ 125723 w 260188"/>
                    <a:gd name="connsiteY955" fmla="*/ 7478 h 301288"/>
                    <a:gd name="connsiteX956" fmla="*/ 125723 w 260188"/>
                    <a:gd name="connsiteY956" fmla="*/ 6656 h 301288"/>
                    <a:gd name="connsiteX957" fmla="*/ 128629 w 260188"/>
                    <a:gd name="connsiteY957" fmla="*/ 6530 h 301288"/>
                    <a:gd name="connsiteX958" fmla="*/ 131408 w 260188"/>
                    <a:gd name="connsiteY958" fmla="*/ 9309 h 301288"/>
                    <a:gd name="connsiteX959" fmla="*/ 129576 w 260188"/>
                    <a:gd name="connsiteY959" fmla="*/ 11520 h 301288"/>
                    <a:gd name="connsiteX960" fmla="*/ 128881 w 260188"/>
                    <a:gd name="connsiteY960" fmla="*/ 13351 h 301288"/>
                    <a:gd name="connsiteX961" fmla="*/ 129071 w 260188"/>
                    <a:gd name="connsiteY961" fmla="*/ 17962 h 301288"/>
                    <a:gd name="connsiteX962" fmla="*/ 125471 w 260188"/>
                    <a:gd name="connsiteY962" fmla="*/ 17835 h 301288"/>
                    <a:gd name="connsiteX963" fmla="*/ 128944 w 260188"/>
                    <a:gd name="connsiteY963" fmla="*/ 13351 h 301288"/>
                    <a:gd name="connsiteX964" fmla="*/ 124144 w 260188"/>
                    <a:gd name="connsiteY964" fmla="*/ 17393 h 301288"/>
                    <a:gd name="connsiteX965" fmla="*/ 123323 w 260188"/>
                    <a:gd name="connsiteY965" fmla="*/ 17772 h 301288"/>
                    <a:gd name="connsiteX966" fmla="*/ 123323 w 260188"/>
                    <a:gd name="connsiteY966" fmla="*/ 16825 h 301288"/>
                    <a:gd name="connsiteX967" fmla="*/ 124144 w 260188"/>
                    <a:gd name="connsiteY967" fmla="*/ 16572 h 301288"/>
                    <a:gd name="connsiteX968" fmla="*/ 124144 w 260188"/>
                    <a:gd name="connsiteY968" fmla="*/ 17393 h 301288"/>
                    <a:gd name="connsiteX969" fmla="*/ 133808 w 260188"/>
                    <a:gd name="connsiteY969" fmla="*/ 22699 h 301288"/>
                    <a:gd name="connsiteX970" fmla="*/ 133934 w 260188"/>
                    <a:gd name="connsiteY970" fmla="*/ 27120 h 301288"/>
                    <a:gd name="connsiteX971" fmla="*/ 131850 w 260188"/>
                    <a:gd name="connsiteY971" fmla="*/ 25983 h 301288"/>
                    <a:gd name="connsiteX972" fmla="*/ 131534 w 260188"/>
                    <a:gd name="connsiteY972" fmla="*/ 23646 h 301288"/>
                    <a:gd name="connsiteX973" fmla="*/ 131281 w 260188"/>
                    <a:gd name="connsiteY973" fmla="*/ 21246 h 301288"/>
                    <a:gd name="connsiteX974" fmla="*/ 133050 w 260188"/>
                    <a:gd name="connsiteY974" fmla="*/ 20425 h 301288"/>
                    <a:gd name="connsiteX975" fmla="*/ 133744 w 260188"/>
                    <a:gd name="connsiteY975" fmla="*/ 22635 h 301288"/>
                    <a:gd name="connsiteX976" fmla="*/ 133618 w 260188"/>
                    <a:gd name="connsiteY976" fmla="*/ 14172 h 301288"/>
                    <a:gd name="connsiteX977" fmla="*/ 132671 w 260188"/>
                    <a:gd name="connsiteY977" fmla="*/ 14046 h 301288"/>
                    <a:gd name="connsiteX978" fmla="*/ 133239 w 260188"/>
                    <a:gd name="connsiteY978" fmla="*/ 13099 h 301288"/>
                    <a:gd name="connsiteX979" fmla="*/ 134186 w 260188"/>
                    <a:gd name="connsiteY979" fmla="*/ 13225 h 301288"/>
                    <a:gd name="connsiteX980" fmla="*/ 133618 w 260188"/>
                    <a:gd name="connsiteY980" fmla="*/ 14235 h 301288"/>
                    <a:gd name="connsiteX981" fmla="*/ 136397 w 260188"/>
                    <a:gd name="connsiteY981" fmla="*/ 5078 h 301288"/>
                    <a:gd name="connsiteX982" fmla="*/ 135576 w 260188"/>
                    <a:gd name="connsiteY982" fmla="*/ 8867 h 301288"/>
                    <a:gd name="connsiteX983" fmla="*/ 133871 w 260188"/>
                    <a:gd name="connsiteY983" fmla="*/ 11899 h 301288"/>
                    <a:gd name="connsiteX984" fmla="*/ 133176 w 260188"/>
                    <a:gd name="connsiteY984" fmla="*/ 10951 h 301288"/>
                    <a:gd name="connsiteX985" fmla="*/ 134250 w 260188"/>
                    <a:gd name="connsiteY985" fmla="*/ 8867 h 301288"/>
                    <a:gd name="connsiteX986" fmla="*/ 134250 w 260188"/>
                    <a:gd name="connsiteY986" fmla="*/ 5520 h 301288"/>
                    <a:gd name="connsiteX987" fmla="*/ 136334 w 260188"/>
                    <a:gd name="connsiteY987" fmla="*/ 5078 h 301288"/>
                    <a:gd name="connsiteX988" fmla="*/ 133365 w 260188"/>
                    <a:gd name="connsiteY988" fmla="*/ 7351 h 301288"/>
                    <a:gd name="connsiteX989" fmla="*/ 132355 w 260188"/>
                    <a:gd name="connsiteY989" fmla="*/ 10130 h 301288"/>
                    <a:gd name="connsiteX990" fmla="*/ 131281 w 260188"/>
                    <a:gd name="connsiteY990" fmla="*/ 6278 h 301288"/>
                    <a:gd name="connsiteX991" fmla="*/ 133365 w 260188"/>
                    <a:gd name="connsiteY991" fmla="*/ 7351 h 301288"/>
                    <a:gd name="connsiteX992" fmla="*/ 125408 w 260188"/>
                    <a:gd name="connsiteY992" fmla="*/ 3625 h 301288"/>
                    <a:gd name="connsiteX993" fmla="*/ 130713 w 260188"/>
                    <a:gd name="connsiteY993" fmla="*/ 3751 h 301288"/>
                    <a:gd name="connsiteX994" fmla="*/ 130586 w 260188"/>
                    <a:gd name="connsiteY994" fmla="*/ 5267 h 301288"/>
                    <a:gd name="connsiteX995" fmla="*/ 125597 w 260188"/>
                    <a:gd name="connsiteY995" fmla="*/ 5267 h 301288"/>
                    <a:gd name="connsiteX996" fmla="*/ 121681 w 260188"/>
                    <a:gd name="connsiteY996" fmla="*/ 6530 h 301288"/>
                    <a:gd name="connsiteX997" fmla="*/ 121113 w 260188"/>
                    <a:gd name="connsiteY997" fmla="*/ 5835 h 301288"/>
                    <a:gd name="connsiteX998" fmla="*/ 125408 w 260188"/>
                    <a:gd name="connsiteY998" fmla="*/ 3625 h 301288"/>
                    <a:gd name="connsiteX999" fmla="*/ 124839 w 260188"/>
                    <a:gd name="connsiteY999" fmla="*/ 6656 h 301288"/>
                    <a:gd name="connsiteX1000" fmla="*/ 124839 w 260188"/>
                    <a:gd name="connsiteY1000" fmla="*/ 7478 h 301288"/>
                    <a:gd name="connsiteX1001" fmla="*/ 123765 w 260188"/>
                    <a:gd name="connsiteY1001" fmla="*/ 7793 h 301288"/>
                    <a:gd name="connsiteX1002" fmla="*/ 123639 w 260188"/>
                    <a:gd name="connsiteY1002" fmla="*/ 7225 h 301288"/>
                    <a:gd name="connsiteX1003" fmla="*/ 124902 w 260188"/>
                    <a:gd name="connsiteY1003" fmla="*/ 6720 h 301288"/>
                    <a:gd name="connsiteX1004" fmla="*/ 104123 w 260188"/>
                    <a:gd name="connsiteY1004" fmla="*/ 11646 h 301288"/>
                    <a:gd name="connsiteX1005" fmla="*/ 98818 w 260188"/>
                    <a:gd name="connsiteY1005" fmla="*/ 8425 h 301288"/>
                    <a:gd name="connsiteX1006" fmla="*/ 99955 w 260188"/>
                    <a:gd name="connsiteY1006" fmla="*/ 7730 h 301288"/>
                    <a:gd name="connsiteX1007" fmla="*/ 105639 w 260188"/>
                    <a:gd name="connsiteY1007" fmla="*/ 9120 h 301288"/>
                    <a:gd name="connsiteX1008" fmla="*/ 105829 w 260188"/>
                    <a:gd name="connsiteY1008" fmla="*/ 10193 h 301288"/>
                    <a:gd name="connsiteX1009" fmla="*/ 116123 w 260188"/>
                    <a:gd name="connsiteY1009" fmla="*/ 6341 h 301288"/>
                    <a:gd name="connsiteX1010" fmla="*/ 114608 w 260188"/>
                    <a:gd name="connsiteY1010" fmla="*/ 6341 h 301288"/>
                    <a:gd name="connsiteX1011" fmla="*/ 117134 w 260188"/>
                    <a:gd name="connsiteY1011" fmla="*/ 4383 h 301288"/>
                    <a:gd name="connsiteX1012" fmla="*/ 119534 w 260188"/>
                    <a:gd name="connsiteY1012" fmla="*/ 4130 h 301288"/>
                    <a:gd name="connsiteX1013" fmla="*/ 122565 w 260188"/>
                    <a:gd name="connsiteY1013" fmla="*/ 3435 h 301288"/>
                    <a:gd name="connsiteX1014" fmla="*/ 114797 w 260188"/>
                    <a:gd name="connsiteY1014" fmla="*/ 10004 h 301288"/>
                    <a:gd name="connsiteX1015" fmla="*/ 104250 w 260188"/>
                    <a:gd name="connsiteY1015" fmla="*/ 11646 h 301288"/>
                    <a:gd name="connsiteX1016" fmla="*/ 119850 w 260188"/>
                    <a:gd name="connsiteY1016" fmla="*/ 9056 h 301288"/>
                    <a:gd name="connsiteX1017" fmla="*/ 119155 w 260188"/>
                    <a:gd name="connsiteY1017" fmla="*/ 9625 h 301288"/>
                    <a:gd name="connsiteX1018" fmla="*/ 118650 w 260188"/>
                    <a:gd name="connsiteY1018" fmla="*/ 9056 h 301288"/>
                    <a:gd name="connsiteX1019" fmla="*/ 119155 w 260188"/>
                    <a:gd name="connsiteY1019" fmla="*/ 8488 h 301288"/>
                    <a:gd name="connsiteX1020" fmla="*/ 119850 w 260188"/>
                    <a:gd name="connsiteY1020" fmla="*/ 9056 h 301288"/>
                    <a:gd name="connsiteX1021" fmla="*/ 109113 w 260188"/>
                    <a:gd name="connsiteY1021" fmla="*/ 15562 h 301288"/>
                    <a:gd name="connsiteX1022" fmla="*/ 102986 w 260188"/>
                    <a:gd name="connsiteY1022" fmla="*/ 16699 h 301288"/>
                    <a:gd name="connsiteX1023" fmla="*/ 103429 w 260188"/>
                    <a:gd name="connsiteY1023" fmla="*/ 15309 h 301288"/>
                    <a:gd name="connsiteX1024" fmla="*/ 109808 w 260188"/>
                    <a:gd name="connsiteY1024" fmla="*/ 13351 h 301288"/>
                    <a:gd name="connsiteX1025" fmla="*/ 113029 w 260188"/>
                    <a:gd name="connsiteY1025" fmla="*/ 11835 h 301288"/>
                    <a:gd name="connsiteX1026" fmla="*/ 113597 w 260188"/>
                    <a:gd name="connsiteY1026" fmla="*/ 12530 h 301288"/>
                    <a:gd name="connsiteX1027" fmla="*/ 109113 w 260188"/>
                    <a:gd name="connsiteY1027" fmla="*/ 15562 h 301288"/>
                    <a:gd name="connsiteX1028" fmla="*/ 116123 w 260188"/>
                    <a:gd name="connsiteY1028" fmla="*/ 15435 h 301288"/>
                    <a:gd name="connsiteX1029" fmla="*/ 115176 w 260188"/>
                    <a:gd name="connsiteY1029" fmla="*/ 15183 h 301288"/>
                    <a:gd name="connsiteX1030" fmla="*/ 115871 w 260188"/>
                    <a:gd name="connsiteY1030" fmla="*/ 14488 h 301288"/>
                    <a:gd name="connsiteX1031" fmla="*/ 116818 w 260188"/>
                    <a:gd name="connsiteY1031" fmla="*/ 14741 h 301288"/>
                    <a:gd name="connsiteX1032" fmla="*/ 116123 w 260188"/>
                    <a:gd name="connsiteY1032" fmla="*/ 15435 h 301288"/>
                    <a:gd name="connsiteX1033" fmla="*/ 119408 w 260188"/>
                    <a:gd name="connsiteY1033" fmla="*/ 15435 h 301288"/>
                    <a:gd name="connsiteX1034" fmla="*/ 118713 w 260188"/>
                    <a:gd name="connsiteY1034" fmla="*/ 14488 h 301288"/>
                    <a:gd name="connsiteX1035" fmla="*/ 120671 w 260188"/>
                    <a:gd name="connsiteY1035" fmla="*/ 13099 h 301288"/>
                    <a:gd name="connsiteX1036" fmla="*/ 125408 w 260188"/>
                    <a:gd name="connsiteY1036" fmla="*/ 11709 h 301288"/>
                    <a:gd name="connsiteX1037" fmla="*/ 113850 w 260188"/>
                    <a:gd name="connsiteY1037" fmla="*/ 14741 h 301288"/>
                    <a:gd name="connsiteX1038" fmla="*/ 113155 w 260188"/>
                    <a:gd name="connsiteY1038" fmla="*/ 13920 h 301288"/>
                    <a:gd name="connsiteX1039" fmla="*/ 118586 w 260188"/>
                    <a:gd name="connsiteY1039" fmla="*/ 10762 h 301288"/>
                    <a:gd name="connsiteX1040" fmla="*/ 125660 w 260188"/>
                    <a:gd name="connsiteY1040" fmla="*/ 9499 h 301288"/>
                    <a:gd name="connsiteX1041" fmla="*/ 127050 w 260188"/>
                    <a:gd name="connsiteY1041" fmla="*/ 11709 h 301288"/>
                    <a:gd name="connsiteX1042" fmla="*/ 125092 w 260188"/>
                    <a:gd name="connsiteY1042" fmla="*/ 12972 h 301288"/>
                    <a:gd name="connsiteX1043" fmla="*/ 119408 w 260188"/>
                    <a:gd name="connsiteY1043" fmla="*/ 15435 h 301288"/>
                    <a:gd name="connsiteX1044" fmla="*/ 124018 w 260188"/>
                    <a:gd name="connsiteY1044" fmla="*/ 47267 h 301288"/>
                    <a:gd name="connsiteX1045" fmla="*/ 122502 w 260188"/>
                    <a:gd name="connsiteY1045" fmla="*/ 48404 h 301288"/>
                    <a:gd name="connsiteX1046" fmla="*/ 116818 w 260188"/>
                    <a:gd name="connsiteY1046" fmla="*/ 36720 h 301288"/>
                    <a:gd name="connsiteX1047" fmla="*/ 117639 w 260188"/>
                    <a:gd name="connsiteY1047" fmla="*/ 36467 h 301288"/>
                    <a:gd name="connsiteX1048" fmla="*/ 124081 w 260188"/>
                    <a:gd name="connsiteY1048" fmla="*/ 47330 h 301288"/>
                    <a:gd name="connsiteX1049" fmla="*/ 116692 w 260188"/>
                    <a:gd name="connsiteY1049" fmla="*/ 32425 h 301288"/>
                    <a:gd name="connsiteX1050" fmla="*/ 117639 w 260188"/>
                    <a:gd name="connsiteY1050" fmla="*/ 28825 h 301288"/>
                    <a:gd name="connsiteX1051" fmla="*/ 118776 w 260188"/>
                    <a:gd name="connsiteY1051" fmla="*/ 28825 h 301288"/>
                    <a:gd name="connsiteX1052" fmla="*/ 117829 w 260188"/>
                    <a:gd name="connsiteY1052" fmla="*/ 33309 h 301288"/>
                    <a:gd name="connsiteX1053" fmla="*/ 116692 w 260188"/>
                    <a:gd name="connsiteY1053" fmla="*/ 32488 h 301288"/>
                    <a:gd name="connsiteX1054" fmla="*/ 103176 w 260188"/>
                    <a:gd name="connsiteY1054" fmla="*/ 43541 h 301288"/>
                    <a:gd name="connsiteX1055" fmla="*/ 112208 w 260188"/>
                    <a:gd name="connsiteY1055" fmla="*/ 46572 h 301288"/>
                    <a:gd name="connsiteX1056" fmla="*/ 111955 w 260188"/>
                    <a:gd name="connsiteY1056" fmla="*/ 47014 h 301288"/>
                    <a:gd name="connsiteX1057" fmla="*/ 108986 w 260188"/>
                    <a:gd name="connsiteY1057" fmla="*/ 45751 h 301288"/>
                    <a:gd name="connsiteX1058" fmla="*/ 108608 w 260188"/>
                    <a:gd name="connsiteY1058" fmla="*/ 47393 h 301288"/>
                    <a:gd name="connsiteX1059" fmla="*/ 105639 w 260188"/>
                    <a:gd name="connsiteY1059" fmla="*/ 45562 h 301288"/>
                    <a:gd name="connsiteX1060" fmla="*/ 104944 w 260188"/>
                    <a:gd name="connsiteY1060" fmla="*/ 45688 h 301288"/>
                    <a:gd name="connsiteX1061" fmla="*/ 103239 w 260188"/>
                    <a:gd name="connsiteY1061" fmla="*/ 44551 h 301288"/>
                    <a:gd name="connsiteX1062" fmla="*/ 103113 w 260188"/>
                    <a:gd name="connsiteY1062" fmla="*/ 43414 h 301288"/>
                    <a:gd name="connsiteX1063" fmla="*/ 87450 w 260188"/>
                    <a:gd name="connsiteY1063" fmla="*/ 44362 h 301288"/>
                    <a:gd name="connsiteX1064" fmla="*/ 96229 w 260188"/>
                    <a:gd name="connsiteY1064" fmla="*/ 43035 h 301288"/>
                    <a:gd name="connsiteX1065" fmla="*/ 104565 w 260188"/>
                    <a:gd name="connsiteY1065" fmla="*/ 47204 h 301288"/>
                    <a:gd name="connsiteX1066" fmla="*/ 115997 w 260188"/>
                    <a:gd name="connsiteY1066" fmla="*/ 52762 h 301288"/>
                    <a:gd name="connsiteX1067" fmla="*/ 115302 w 260188"/>
                    <a:gd name="connsiteY1067" fmla="*/ 54151 h 301288"/>
                    <a:gd name="connsiteX1068" fmla="*/ 112839 w 260188"/>
                    <a:gd name="connsiteY1068" fmla="*/ 54151 h 301288"/>
                    <a:gd name="connsiteX1069" fmla="*/ 112018 w 260188"/>
                    <a:gd name="connsiteY1069" fmla="*/ 53772 h 301288"/>
                    <a:gd name="connsiteX1070" fmla="*/ 106144 w 260188"/>
                    <a:gd name="connsiteY1070" fmla="*/ 50551 h 301288"/>
                    <a:gd name="connsiteX1071" fmla="*/ 103934 w 260188"/>
                    <a:gd name="connsiteY1071" fmla="*/ 49983 h 301288"/>
                    <a:gd name="connsiteX1072" fmla="*/ 102923 w 260188"/>
                    <a:gd name="connsiteY1072" fmla="*/ 49667 h 301288"/>
                    <a:gd name="connsiteX1073" fmla="*/ 100018 w 260188"/>
                    <a:gd name="connsiteY1073" fmla="*/ 48404 h 301288"/>
                    <a:gd name="connsiteX1074" fmla="*/ 99134 w 260188"/>
                    <a:gd name="connsiteY1074" fmla="*/ 48151 h 301288"/>
                    <a:gd name="connsiteX1075" fmla="*/ 97744 w 260188"/>
                    <a:gd name="connsiteY1075" fmla="*/ 47899 h 301288"/>
                    <a:gd name="connsiteX1076" fmla="*/ 96797 w 260188"/>
                    <a:gd name="connsiteY1076" fmla="*/ 47646 h 301288"/>
                    <a:gd name="connsiteX1077" fmla="*/ 95155 w 260188"/>
                    <a:gd name="connsiteY1077" fmla="*/ 46635 h 301288"/>
                    <a:gd name="connsiteX1078" fmla="*/ 92818 w 260188"/>
                    <a:gd name="connsiteY1078" fmla="*/ 46067 h 301288"/>
                    <a:gd name="connsiteX1079" fmla="*/ 90544 w 260188"/>
                    <a:gd name="connsiteY1079" fmla="*/ 45499 h 301288"/>
                    <a:gd name="connsiteX1080" fmla="*/ 87323 w 260188"/>
                    <a:gd name="connsiteY1080" fmla="*/ 45246 h 301288"/>
                    <a:gd name="connsiteX1081" fmla="*/ 87450 w 260188"/>
                    <a:gd name="connsiteY1081" fmla="*/ 44362 h 301288"/>
                    <a:gd name="connsiteX1082" fmla="*/ 80629 w 260188"/>
                    <a:gd name="connsiteY1082" fmla="*/ 48846 h 301288"/>
                    <a:gd name="connsiteX1083" fmla="*/ 102039 w 260188"/>
                    <a:gd name="connsiteY1083" fmla="*/ 51499 h 301288"/>
                    <a:gd name="connsiteX1084" fmla="*/ 120544 w 260188"/>
                    <a:gd name="connsiteY1084" fmla="*/ 56488 h 301288"/>
                    <a:gd name="connsiteX1085" fmla="*/ 120544 w 260188"/>
                    <a:gd name="connsiteY1085" fmla="*/ 57499 h 301288"/>
                    <a:gd name="connsiteX1086" fmla="*/ 116502 w 260188"/>
                    <a:gd name="connsiteY1086" fmla="*/ 58699 h 301288"/>
                    <a:gd name="connsiteX1087" fmla="*/ 115113 w 260188"/>
                    <a:gd name="connsiteY1087" fmla="*/ 59267 h 301288"/>
                    <a:gd name="connsiteX1088" fmla="*/ 112460 w 260188"/>
                    <a:gd name="connsiteY1088" fmla="*/ 57309 h 301288"/>
                    <a:gd name="connsiteX1089" fmla="*/ 110818 w 260188"/>
                    <a:gd name="connsiteY1089" fmla="*/ 57309 h 301288"/>
                    <a:gd name="connsiteX1090" fmla="*/ 111134 w 260188"/>
                    <a:gd name="connsiteY1090" fmla="*/ 58699 h 301288"/>
                    <a:gd name="connsiteX1091" fmla="*/ 108165 w 260188"/>
                    <a:gd name="connsiteY1091" fmla="*/ 56614 h 301288"/>
                    <a:gd name="connsiteX1092" fmla="*/ 107471 w 260188"/>
                    <a:gd name="connsiteY1092" fmla="*/ 56867 h 301288"/>
                    <a:gd name="connsiteX1093" fmla="*/ 108039 w 260188"/>
                    <a:gd name="connsiteY1093" fmla="*/ 57751 h 301288"/>
                    <a:gd name="connsiteX1094" fmla="*/ 107092 w 260188"/>
                    <a:gd name="connsiteY1094" fmla="*/ 57878 h 301288"/>
                    <a:gd name="connsiteX1095" fmla="*/ 103744 w 260188"/>
                    <a:gd name="connsiteY1095" fmla="*/ 55099 h 301288"/>
                    <a:gd name="connsiteX1096" fmla="*/ 102481 w 260188"/>
                    <a:gd name="connsiteY1096" fmla="*/ 55099 h 301288"/>
                    <a:gd name="connsiteX1097" fmla="*/ 102734 w 260188"/>
                    <a:gd name="connsiteY1097" fmla="*/ 56235 h 301288"/>
                    <a:gd name="connsiteX1098" fmla="*/ 100208 w 260188"/>
                    <a:gd name="connsiteY1098" fmla="*/ 54151 h 301288"/>
                    <a:gd name="connsiteX1099" fmla="*/ 99134 w 260188"/>
                    <a:gd name="connsiteY1099" fmla="*/ 54151 h 301288"/>
                    <a:gd name="connsiteX1100" fmla="*/ 99134 w 260188"/>
                    <a:gd name="connsiteY1100" fmla="*/ 55414 h 301288"/>
                    <a:gd name="connsiteX1101" fmla="*/ 94839 w 260188"/>
                    <a:gd name="connsiteY1101" fmla="*/ 51372 h 301288"/>
                    <a:gd name="connsiteX1102" fmla="*/ 93702 w 260188"/>
                    <a:gd name="connsiteY1102" fmla="*/ 51372 h 301288"/>
                    <a:gd name="connsiteX1103" fmla="*/ 94208 w 260188"/>
                    <a:gd name="connsiteY1103" fmla="*/ 53646 h 301288"/>
                    <a:gd name="connsiteX1104" fmla="*/ 91050 w 260188"/>
                    <a:gd name="connsiteY1104" fmla="*/ 50867 h 301288"/>
                    <a:gd name="connsiteX1105" fmla="*/ 89534 w 260188"/>
                    <a:gd name="connsiteY1105" fmla="*/ 50741 h 301288"/>
                    <a:gd name="connsiteX1106" fmla="*/ 90481 w 260188"/>
                    <a:gd name="connsiteY1106" fmla="*/ 53267 h 301288"/>
                    <a:gd name="connsiteX1107" fmla="*/ 86060 w 260188"/>
                    <a:gd name="connsiteY1107" fmla="*/ 50235 h 301288"/>
                    <a:gd name="connsiteX1108" fmla="*/ 85239 w 260188"/>
                    <a:gd name="connsiteY1108" fmla="*/ 50235 h 301288"/>
                    <a:gd name="connsiteX1109" fmla="*/ 86313 w 260188"/>
                    <a:gd name="connsiteY1109" fmla="*/ 52888 h 301288"/>
                    <a:gd name="connsiteX1110" fmla="*/ 84102 w 260188"/>
                    <a:gd name="connsiteY1110" fmla="*/ 51372 h 301288"/>
                    <a:gd name="connsiteX1111" fmla="*/ 82271 w 260188"/>
                    <a:gd name="connsiteY1111" fmla="*/ 50551 h 301288"/>
                    <a:gd name="connsiteX1112" fmla="*/ 80439 w 260188"/>
                    <a:gd name="connsiteY1112" fmla="*/ 50551 h 301288"/>
                    <a:gd name="connsiteX1113" fmla="*/ 80629 w 260188"/>
                    <a:gd name="connsiteY1113" fmla="*/ 49035 h 301288"/>
                    <a:gd name="connsiteX1114" fmla="*/ 100081 w 260188"/>
                    <a:gd name="connsiteY1114" fmla="*/ 67225 h 301288"/>
                    <a:gd name="connsiteX1115" fmla="*/ 100523 w 260188"/>
                    <a:gd name="connsiteY1115" fmla="*/ 65709 h 301288"/>
                    <a:gd name="connsiteX1116" fmla="*/ 100776 w 260188"/>
                    <a:gd name="connsiteY1116" fmla="*/ 65393 h 301288"/>
                    <a:gd name="connsiteX1117" fmla="*/ 101029 w 260188"/>
                    <a:gd name="connsiteY1117" fmla="*/ 64825 h 301288"/>
                    <a:gd name="connsiteX1118" fmla="*/ 101850 w 260188"/>
                    <a:gd name="connsiteY1118" fmla="*/ 63814 h 301288"/>
                    <a:gd name="connsiteX1119" fmla="*/ 100018 w 260188"/>
                    <a:gd name="connsiteY1119" fmla="*/ 67162 h 301288"/>
                    <a:gd name="connsiteX1120" fmla="*/ 101471 w 260188"/>
                    <a:gd name="connsiteY1120" fmla="*/ 68046 h 301288"/>
                    <a:gd name="connsiteX1121" fmla="*/ 99765 w 260188"/>
                    <a:gd name="connsiteY1121" fmla="*/ 71204 h 301288"/>
                    <a:gd name="connsiteX1122" fmla="*/ 101471 w 260188"/>
                    <a:gd name="connsiteY1122" fmla="*/ 68046 h 301288"/>
                    <a:gd name="connsiteX1123" fmla="*/ 96039 w 260188"/>
                    <a:gd name="connsiteY1123" fmla="*/ 61478 h 301288"/>
                    <a:gd name="connsiteX1124" fmla="*/ 95913 w 260188"/>
                    <a:gd name="connsiteY1124" fmla="*/ 61920 h 301288"/>
                    <a:gd name="connsiteX1125" fmla="*/ 95786 w 260188"/>
                    <a:gd name="connsiteY1125" fmla="*/ 61730 h 301288"/>
                    <a:gd name="connsiteX1126" fmla="*/ 94397 w 260188"/>
                    <a:gd name="connsiteY1126" fmla="*/ 63562 h 301288"/>
                    <a:gd name="connsiteX1127" fmla="*/ 95281 w 260188"/>
                    <a:gd name="connsiteY1127" fmla="*/ 61162 h 301288"/>
                    <a:gd name="connsiteX1128" fmla="*/ 94271 w 260188"/>
                    <a:gd name="connsiteY1128" fmla="*/ 60467 h 301288"/>
                    <a:gd name="connsiteX1129" fmla="*/ 91239 w 260188"/>
                    <a:gd name="connsiteY1129" fmla="*/ 65078 h 301288"/>
                    <a:gd name="connsiteX1130" fmla="*/ 95281 w 260188"/>
                    <a:gd name="connsiteY1130" fmla="*/ 57688 h 301288"/>
                    <a:gd name="connsiteX1131" fmla="*/ 94397 w 260188"/>
                    <a:gd name="connsiteY1131" fmla="*/ 60214 h 301288"/>
                    <a:gd name="connsiteX1132" fmla="*/ 95408 w 260188"/>
                    <a:gd name="connsiteY1132" fmla="*/ 61035 h 301288"/>
                    <a:gd name="connsiteX1133" fmla="*/ 96102 w 260188"/>
                    <a:gd name="connsiteY1133" fmla="*/ 60214 h 301288"/>
                    <a:gd name="connsiteX1134" fmla="*/ 95976 w 260188"/>
                    <a:gd name="connsiteY1134" fmla="*/ 61414 h 301288"/>
                    <a:gd name="connsiteX1135" fmla="*/ 96102 w 260188"/>
                    <a:gd name="connsiteY1135" fmla="*/ 61414 h 301288"/>
                    <a:gd name="connsiteX1136" fmla="*/ 93702 w 260188"/>
                    <a:gd name="connsiteY1136" fmla="*/ 64130 h 301288"/>
                    <a:gd name="connsiteX1137" fmla="*/ 92755 w 260188"/>
                    <a:gd name="connsiteY1137" fmla="*/ 66088 h 301288"/>
                    <a:gd name="connsiteX1138" fmla="*/ 93702 w 260188"/>
                    <a:gd name="connsiteY1138" fmla="*/ 64130 h 301288"/>
                    <a:gd name="connsiteX1139" fmla="*/ 90797 w 260188"/>
                    <a:gd name="connsiteY1139" fmla="*/ 57499 h 301288"/>
                    <a:gd name="connsiteX1140" fmla="*/ 91744 w 260188"/>
                    <a:gd name="connsiteY1140" fmla="*/ 58193 h 301288"/>
                    <a:gd name="connsiteX1141" fmla="*/ 92439 w 260188"/>
                    <a:gd name="connsiteY1141" fmla="*/ 57499 h 301288"/>
                    <a:gd name="connsiteX1142" fmla="*/ 91302 w 260188"/>
                    <a:gd name="connsiteY1142" fmla="*/ 59393 h 301288"/>
                    <a:gd name="connsiteX1143" fmla="*/ 91681 w 260188"/>
                    <a:gd name="connsiteY1143" fmla="*/ 58320 h 301288"/>
                    <a:gd name="connsiteX1144" fmla="*/ 90734 w 260188"/>
                    <a:gd name="connsiteY1144" fmla="*/ 57499 h 301288"/>
                    <a:gd name="connsiteX1145" fmla="*/ 64776 w 260188"/>
                    <a:gd name="connsiteY1145" fmla="*/ 32488 h 301288"/>
                    <a:gd name="connsiteX1146" fmla="*/ 65471 w 260188"/>
                    <a:gd name="connsiteY1146" fmla="*/ 33372 h 301288"/>
                    <a:gd name="connsiteX1147" fmla="*/ 64776 w 260188"/>
                    <a:gd name="connsiteY1147" fmla="*/ 34193 h 301288"/>
                    <a:gd name="connsiteX1148" fmla="*/ 64081 w 260188"/>
                    <a:gd name="connsiteY1148" fmla="*/ 33372 h 301288"/>
                    <a:gd name="connsiteX1149" fmla="*/ 64776 w 260188"/>
                    <a:gd name="connsiteY1149" fmla="*/ 32488 h 301288"/>
                    <a:gd name="connsiteX1150" fmla="*/ 55050 w 260188"/>
                    <a:gd name="connsiteY1150" fmla="*/ 26678 h 301288"/>
                    <a:gd name="connsiteX1151" fmla="*/ 58081 w 260188"/>
                    <a:gd name="connsiteY1151" fmla="*/ 23646 h 301288"/>
                    <a:gd name="connsiteX1152" fmla="*/ 61113 w 260188"/>
                    <a:gd name="connsiteY1152" fmla="*/ 24214 h 301288"/>
                    <a:gd name="connsiteX1153" fmla="*/ 60860 w 260188"/>
                    <a:gd name="connsiteY1153" fmla="*/ 25478 h 301288"/>
                    <a:gd name="connsiteX1154" fmla="*/ 56250 w 260188"/>
                    <a:gd name="connsiteY1154" fmla="*/ 27309 h 301288"/>
                    <a:gd name="connsiteX1155" fmla="*/ 54986 w 260188"/>
                    <a:gd name="connsiteY1155" fmla="*/ 26741 h 301288"/>
                    <a:gd name="connsiteX1156" fmla="*/ 53218 w 260188"/>
                    <a:gd name="connsiteY1156" fmla="*/ 24720 h 301288"/>
                    <a:gd name="connsiteX1157" fmla="*/ 41660 w 260188"/>
                    <a:gd name="connsiteY1157" fmla="*/ 7856 h 301288"/>
                    <a:gd name="connsiteX1158" fmla="*/ 42229 w 260188"/>
                    <a:gd name="connsiteY1158" fmla="*/ 7288 h 301288"/>
                    <a:gd name="connsiteX1159" fmla="*/ 54734 w 260188"/>
                    <a:gd name="connsiteY1159" fmla="*/ 23141 h 301288"/>
                    <a:gd name="connsiteX1160" fmla="*/ 53218 w 260188"/>
                    <a:gd name="connsiteY1160" fmla="*/ 24656 h 301288"/>
                    <a:gd name="connsiteX1161" fmla="*/ 60418 w 260188"/>
                    <a:gd name="connsiteY1161" fmla="*/ 35899 h 301288"/>
                    <a:gd name="connsiteX1162" fmla="*/ 57765 w 260188"/>
                    <a:gd name="connsiteY1162" fmla="*/ 36909 h 301288"/>
                    <a:gd name="connsiteX1163" fmla="*/ 55555 w 260188"/>
                    <a:gd name="connsiteY1163" fmla="*/ 34130 h 301288"/>
                    <a:gd name="connsiteX1164" fmla="*/ 54608 w 260188"/>
                    <a:gd name="connsiteY1164" fmla="*/ 29835 h 301288"/>
                    <a:gd name="connsiteX1165" fmla="*/ 56692 w 260188"/>
                    <a:gd name="connsiteY1165" fmla="*/ 27309 h 301288"/>
                    <a:gd name="connsiteX1166" fmla="*/ 60986 w 260188"/>
                    <a:gd name="connsiteY1166" fmla="*/ 26046 h 301288"/>
                    <a:gd name="connsiteX1167" fmla="*/ 61681 w 260188"/>
                    <a:gd name="connsiteY1167" fmla="*/ 27878 h 301288"/>
                    <a:gd name="connsiteX1168" fmla="*/ 56376 w 260188"/>
                    <a:gd name="connsiteY1168" fmla="*/ 31667 h 301288"/>
                    <a:gd name="connsiteX1169" fmla="*/ 62060 w 260188"/>
                    <a:gd name="connsiteY1169" fmla="*/ 28320 h 301288"/>
                    <a:gd name="connsiteX1170" fmla="*/ 63323 w 260188"/>
                    <a:gd name="connsiteY1170" fmla="*/ 29962 h 301288"/>
                    <a:gd name="connsiteX1171" fmla="*/ 61492 w 260188"/>
                    <a:gd name="connsiteY1171" fmla="*/ 30278 h 301288"/>
                    <a:gd name="connsiteX1172" fmla="*/ 58144 w 260188"/>
                    <a:gd name="connsiteY1172" fmla="*/ 32930 h 301288"/>
                    <a:gd name="connsiteX1173" fmla="*/ 62755 w 260188"/>
                    <a:gd name="connsiteY1173" fmla="*/ 30846 h 301288"/>
                    <a:gd name="connsiteX1174" fmla="*/ 63639 w 260188"/>
                    <a:gd name="connsiteY1174" fmla="*/ 32804 h 301288"/>
                    <a:gd name="connsiteX1175" fmla="*/ 61808 w 260188"/>
                    <a:gd name="connsiteY1175" fmla="*/ 34130 h 301288"/>
                    <a:gd name="connsiteX1176" fmla="*/ 60418 w 260188"/>
                    <a:gd name="connsiteY1176" fmla="*/ 36025 h 301288"/>
                    <a:gd name="connsiteX1177" fmla="*/ 63260 w 260188"/>
                    <a:gd name="connsiteY1177" fmla="*/ 43099 h 301288"/>
                    <a:gd name="connsiteX1178" fmla="*/ 61997 w 260188"/>
                    <a:gd name="connsiteY1178" fmla="*/ 43667 h 301288"/>
                    <a:gd name="connsiteX1179" fmla="*/ 62565 w 260188"/>
                    <a:gd name="connsiteY1179" fmla="*/ 36593 h 301288"/>
                    <a:gd name="connsiteX1180" fmla="*/ 69639 w 260188"/>
                    <a:gd name="connsiteY1180" fmla="*/ 35899 h 301288"/>
                    <a:gd name="connsiteX1181" fmla="*/ 68944 w 260188"/>
                    <a:gd name="connsiteY1181" fmla="*/ 37162 h 301288"/>
                    <a:gd name="connsiteX1182" fmla="*/ 63260 w 260188"/>
                    <a:gd name="connsiteY1182" fmla="*/ 43162 h 301288"/>
                    <a:gd name="connsiteX1183" fmla="*/ 75323 w 260188"/>
                    <a:gd name="connsiteY1183" fmla="*/ 67920 h 301288"/>
                    <a:gd name="connsiteX1184" fmla="*/ 73934 w 260188"/>
                    <a:gd name="connsiteY1184" fmla="*/ 59520 h 301288"/>
                    <a:gd name="connsiteX1185" fmla="*/ 72986 w 260188"/>
                    <a:gd name="connsiteY1185" fmla="*/ 63120 h 301288"/>
                    <a:gd name="connsiteX1186" fmla="*/ 72165 w 260188"/>
                    <a:gd name="connsiteY1186" fmla="*/ 58004 h 301288"/>
                    <a:gd name="connsiteX1187" fmla="*/ 71471 w 260188"/>
                    <a:gd name="connsiteY1187" fmla="*/ 65078 h 301288"/>
                    <a:gd name="connsiteX1188" fmla="*/ 70523 w 260188"/>
                    <a:gd name="connsiteY1188" fmla="*/ 56172 h 301288"/>
                    <a:gd name="connsiteX1189" fmla="*/ 69134 w 260188"/>
                    <a:gd name="connsiteY1189" fmla="*/ 60025 h 301288"/>
                    <a:gd name="connsiteX1190" fmla="*/ 69134 w 260188"/>
                    <a:gd name="connsiteY1190" fmla="*/ 52509 h 301288"/>
                    <a:gd name="connsiteX1191" fmla="*/ 67492 w 260188"/>
                    <a:gd name="connsiteY1191" fmla="*/ 57372 h 301288"/>
                    <a:gd name="connsiteX1192" fmla="*/ 67239 w 260188"/>
                    <a:gd name="connsiteY1192" fmla="*/ 49730 h 301288"/>
                    <a:gd name="connsiteX1193" fmla="*/ 66292 w 260188"/>
                    <a:gd name="connsiteY1193" fmla="*/ 51814 h 301288"/>
                    <a:gd name="connsiteX1194" fmla="*/ 66039 w 260188"/>
                    <a:gd name="connsiteY1194" fmla="*/ 46951 h 301288"/>
                    <a:gd name="connsiteX1195" fmla="*/ 77534 w 260188"/>
                    <a:gd name="connsiteY1195" fmla="*/ 62678 h 301288"/>
                    <a:gd name="connsiteX1196" fmla="*/ 77534 w 260188"/>
                    <a:gd name="connsiteY1196" fmla="*/ 67856 h 301288"/>
                    <a:gd name="connsiteX1197" fmla="*/ 75892 w 260188"/>
                    <a:gd name="connsiteY1197" fmla="*/ 61983 h 301288"/>
                    <a:gd name="connsiteX1198" fmla="*/ 75450 w 260188"/>
                    <a:gd name="connsiteY1198" fmla="*/ 67856 h 301288"/>
                    <a:gd name="connsiteX1199" fmla="*/ 72418 w 260188"/>
                    <a:gd name="connsiteY1199" fmla="*/ 72720 h 301288"/>
                    <a:gd name="connsiteX1200" fmla="*/ 71281 w 260188"/>
                    <a:gd name="connsiteY1200" fmla="*/ 71204 h 301288"/>
                    <a:gd name="connsiteX1201" fmla="*/ 71155 w 260188"/>
                    <a:gd name="connsiteY1201" fmla="*/ 69435 h 301288"/>
                    <a:gd name="connsiteX1202" fmla="*/ 72292 w 260188"/>
                    <a:gd name="connsiteY1202" fmla="*/ 70951 h 301288"/>
                    <a:gd name="connsiteX1203" fmla="*/ 72418 w 260188"/>
                    <a:gd name="connsiteY1203" fmla="*/ 72783 h 301288"/>
                    <a:gd name="connsiteX1204" fmla="*/ 57008 w 260188"/>
                    <a:gd name="connsiteY1204" fmla="*/ 67730 h 301288"/>
                    <a:gd name="connsiteX1205" fmla="*/ 61871 w 260188"/>
                    <a:gd name="connsiteY1205" fmla="*/ 66088 h 301288"/>
                    <a:gd name="connsiteX1206" fmla="*/ 66734 w 260188"/>
                    <a:gd name="connsiteY1206" fmla="*/ 65078 h 301288"/>
                    <a:gd name="connsiteX1207" fmla="*/ 69513 w 260188"/>
                    <a:gd name="connsiteY1207" fmla="*/ 75056 h 301288"/>
                    <a:gd name="connsiteX1208" fmla="*/ 66986 w 260188"/>
                    <a:gd name="connsiteY1208" fmla="*/ 68362 h 301288"/>
                    <a:gd name="connsiteX1209" fmla="*/ 66986 w 260188"/>
                    <a:gd name="connsiteY1209" fmla="*/ 72656 h 301288"/>
                    <a:gd name="connsiteX1210" fmla="*/ 57008 w 260188"/>
                    <a:gd name="connsiteY1210" fmla="*/ 67667 h 301288"/>
                    <a:gd name="connsiteX1211" fmla="*/ 48923 w 260188"/>
                    <a:gd name="connsiteY1211" fmla="*/ 101962 h 301288"/>
                    <a:gd name="connsiteX1212" fmla="*/ 59597 w 260188"/>
                    <a:gd name="connsiteY1212" fmla="*/ 100004 h 301288"/>
                    <a:gd name="connsiteX1213" fmla="*/ 71471 w 260188"/>
                    <a:gd name="connsiteY1213" fmla="*/ 97099 h 301288"/>
                    <a:gd name="connsiteX1214" fmla="*/ 77597 w 260188"/>
                    <a:gd name="connsiteY1214" fmla="*/ 93751 h 301288"/>
                    <a:gd name="connsiteX1215" fmla="*/ 77029 w 260188"/>
                    <a:gd name="connsiteY1215" fmla="*/ 92741 h 301288"/>
                    <a:gd name="connsiteX1216" fmla="*/ 72039 w 260188"/>
                    <a:gd name="connsiteY1216" fmla="*/ 93056 h 301288"/>
                    <a:gd name="connsiteX1217" fmla="*/ 72039 w 260188"/>
                    <a:gd name="connsiteY1217" fmla="*/ 90846 h 301288"/>
                    <a:gd name="connsiteX1218" fmla="*/ 70081 w 260188"/>
                    <a:gd name="connsiteY1218" fmla="*/ 93499 h 301288"/>
                    <a:gd name="connsiteX1219" fmla="*/ 69639 w 260188"/>
                    <a:gd name="connsiteY1219" fmla="*/ 90846 h 301288"/>
                    <a:gd name="connsiteX1220" fmla="*/ 67997 w 260188"/>
                    <a:gd name="connsiteY1220" fmla="*/ 95393 h 301288"/>
                    <a:gd name="connsiteX1221" fmla="*/ 67302 w 260188"/>
                    <a:gd name="connsiteY1221" fmla="*/ 90151 h 301288"/>
                    <a:gd name="connsiteX1222" fmla="*/ 66039 w 260188"/>
                    <a:gd name="connsiteY1222" fmla="*/ 95835 h 301288"/>
                    <a:gd name="connsiteX1223" fmla="*/ 65344 w 260188"/>
                    <a:gd name="connsiteY1223" fmla="*/ 90278 h 301288"/>
                    <a:gd name="connsiteX1224" fmla="*/ 63260 w 260188"/>
                    <a:gd name="connsiteY1224" fmla="*/ 96656 h 301288"/>
                    <a:gd name="connsiteX1225" fmla="*/ 62692 w 260188"/>
                    <a:gd name="connsiteY1225" fmla="*/ 89962 h 301288"/>
                    <a:gd name="connsiteX1226" fmla="*/ 61492 w 260188"/>
                    <a:gd name="connsiteY1226" fmla="*/ 96783 h 301288"/>
                    <a:gd name="connsiteX1227" fmla="*/ 60229 w 260188"/>
                    <a:gd name="connsiteY1227" fmla="*/ 89835 h 301288"/>
                    <a:gd name="connsiteX1228" fmla="*/ 59408 w 260188"/>
                    <a:gd name="connsiteY1228" fmla="*/ 96783 h 301288"/>
                    <a:gd name="connsiteX1229" fmla="*/ 57955 w 260188"/>
                    <a:gd name="connsiteY1229" fmla="*/ 90214 h 301288"/>
                    <a:gd name="connsiteX1230" fmla="*/ 57450 w 260188"/>
                    <a:gd name="connsiteY1230" fmla="*/ 96530 h 301288"/>
                    <a:gd name="connsiteX1231" fmla="*/ 55618 w 260188"/>
                    <a:gd name="connsiteY1231" fmla="*/ 90151 h 301288"/>
                    <a:gd name="connsiteX1232" fmla="*/ 55492 w 260188"/>
                    <a:gd name="connsiteY1232" fmla="*/ 96846 h 301288"/>
                    <a:gd name="connsiteX1233" fmla="*/ 53408 w 260188"/>
                    <a:gd name="connsiteY1233" fmla="*/ 90467 h 301288"/>
                    <a:gd name="connsiteX1234" fmla="*/ 53029 w 260188"/>
                    <a:gd name="connsiteY1234" fmla="*/ 96151 h 301288"/>
                    <a:gd name="connsiteX1235" fmla="*/ 51639 w 260188"/>
                    <a:gd name="connsiteY1235" fmla="*/ 90593 h 301288"/>
                    <a:gd name="connsiteX1236" fmla="*/ 51071 w 260188"/>
                    <a:gd name="connsiteY1236" fmla="*/ 95583 h 301288"/>
                    <a:gd name="connsiteX1237" fmla="*/ 49934 w 260188"/>
                    <a:gd name="connsiteY1237" fmla="*/ 90972 h 301288"/>
                    <a:gd name="connsiteX1238" fmla="*/ 49239 w 260188"/>
                    <a:gd name="connsiteY1238" fmla="*/ 95962 h 301288"/>
                    <a:gd name="connsiteX1239" fmla="*/ 47723 w 260188"/>
                    <a:gd name="connsiteY1239" fmla="*/ 87056 h 301288"/>
                    <a:gd name="connsiteX1240" fmla="*/ 55365 w 260188"/>
                    <a:gd name="connsiteY1240" fmla="*/ 84593 h 301288"/>
                    <a:gd name="connsiteX1241" fmla="*/ 58460 w 260188"/>
                    <a:gd name="connsiteY1241" fmla="*/ 81941 h 301288"/>
                    <a:gd name="connsiteX1242" fmla="*/ 58713 w 260188"/>
                    <a:gd name="connsiteY1242" fmla="*/ 83204 h 301288"/>
                    <a:gd name="connsiteX1243" fmla="*/ 62060 w 260188"/>
                    <a:gd name="connsiteY1243" fmla="*/ 82067 h 301288"/>
                    <a:gd name="connsiteX1244" fmla="*/ 62313 w 260188"/>
                    <a:gd name="connsiteY1244" fmla="*/ 83204 h 301288"/>
                    <a:gd name="connsiteX1245" fmla="*/ 65913 w 260188"/>
                    <a:gd name="connsiteY1245" fmla="*/ 81246 h 301288"/>
                    <a:gd name="connsiteX1246" fmla="*/ 64081 w 260188"/>
                    <a:gd name="connsiteY1246" fmla="*/ 85035 h 301288"/>
                    <a:gd name="connsiteX1247" fmla="*/ 68060 w 260188"/>
                    <a:gd name="connsiteY1247" fmla="*/ 82762 h 301288"/>
                    <a:gd name="connsiteX1248" fmla="*/ 71029 w 260188"/>
                    <a:gd name="connsiteY1248" fmla="*/ 82256 h 301288"/>
                    <a:gd name="connsiteX1249" fmla="*/ 70208 w 260188"/>
                    <a:gd name="connsiteY1249" fmla="*/ 84720 h 301288"/>
                    <a:gd name="connsiteX1250" fmla="*/ 73808 w 260188"/>
                    <a:gd name="connsiteY1250" fmla="*/ 82635 h 301288"/>
                    <a:gd name="connsiteX1251" fmla="*/ 75892 w 260188"/>
                    <a:gd name="connsiteY1251" fmla="*/ 81499 h 301288"/>
                    <a:gd name="connsiteX1252" fmla="*/ 74755 w 260188"/>
                    <a:gd name="connsiteY1252" fmla="*/ 83330 h 301288"/>
                    <a:gd name="connsiteX1253" fmla="*/ 76965 w 260188"/>
                    <a:gd name="connsiteY1253" fmla="*/ 83014 h 301288"/>
                    <a:gd name="connsiteX1254" fmla="*/ 78923 w 260188"/>
                    <a:gd name="connsiteY1254" fmla="*/ 82320 h 301288"/>
                    <a:gd name="connsiteX1255" fmla="*/ 81260 w 260188"/>
                    <a:gd name="connsiteY1255" fmla="*/ 82699 h 301288"/>
                    <a:gd name="connsiteX1256" fmla="*/ 83218 w 260188"/>
                    <a:gd name="connsiteY1256" fmla="*/ 82193 h 301288"/>
                    <a:gd name="connsiteX1257" fmla="*/ 85429 w 260188"/>
                    <a:gd name="connsiteY1257" fmla="*/ 84025 h 301288"/>
                    <a:gd name="connsiteX1258" fmla="*/ 87829 w 260188"/>
                    <a:gd name="connsiteY1258" fmla="*/ 84530 h 301288"/>
                    <a:gd name="connsiteX1259" fmla="*/ 89344 w 260188"/>
                    <a:gd name="connsiteY1259" fmla="*/ 84214 h 301288"/>
                    <a:gd name="connsiteX1260" fmla="*/ 87955 w 260188"/>
                    <a:gd name="connsiteY1260" fmla="*/ 87309 h 301288"/>
                    <a:gd name="connsiteX1261" fmla="*/ 92376 w 260188"/>
                    <a:gd name="connsiteY1261" fmla="*/ 86046 h 301288"/>
                    <a:gd name="connsiteX1262" fmla="*/ 93071 w 260188"/>
                    <a:gd name="connsiteY1262" fmla="*/ 88383 h 301288"/>
                    <a:gd name="connsiteX1263" fmla="*/ 90544 w 260188"/>
                    <a:gd name="connsiteY1263" fmla="*/ 91351 h 301288"/>
                    <a:gd name="connsiteX1264" fmla="*/ 89281 w 260188"/>
                    <a:gd name="connsiteY1264" fmla="*/ 89709 h 301288"/>
                    <a:gd name="connsiteX1265" fmla="*/ 88144 w 260188"/>
                    <a:gd name="connsiteY1265" fmla="*/ 90088 h 301288"/>
                    <a:gd name="connsiteX1266" fmla="*/ 87576 w 260188"/>
                    <a:gd name="connsiteY1266" fmla="*/ 93688 h 301288"/>
                    <a:gd name="connsiteX1267" fmla="*/ 86755 w 260188"/>
                    <a:gd name="connsiteY1267" fmla="*/ 93562 h 301288"/>
                    <a:gd name="connsiteX1268" fmla="*/ 86755 w 260188"/>
                    <a:gd name="connsiteY1268" fmla="*/ 91478 h 301288"/>
                    <a:gd name="connsiteX1269" fmla="*/ 85492 w 260188"/>
                    <a:gd name="connsiteY1269" fmla="*/ 91478 h 301288"/>
                    <a:gd name="connsiteX1270" fmla="*/ 84797 w 260188"/>
                    <a:gd name="connsiteY1270" fmla="*/ 94256 h 301288"/>
                    <a:gd name="connsiteX1271" fmla="*/ 83534 w 260188"/>
                    <a:gd name="connsiteY1271" fmla="*/ 93562 h 301288"/>
                    <a:gd name="connsiteX1272" fmla="*/ 81576 w 260188"/>
                    <a:gd name="connsiteY1272" fmla="*/ 96151 h 301288"/>
                    <a:gd name="connsiteX1273" fmla="*/ 79934 w 260188"/>
                    <a:gd name="connsiteY1273" fmla="*/ 96278 h 301288"/>
                    <a:gd name="connsiteX1274" fmla="*/ 78544 w 260188"/>
                    <a:gd name="connsiteY1274" fmla="*/ 96151 h 301288"/>
                    <a:gd name="connsiteX1275" fmla="*/ 77029 w 260188"/>
                    <a:gd name="connsiteY1275" fmla="*/ 96846 h 301288"/>
                    <a:gd name="connsiteX1276" fmla="*/ 73808 w 260188"/>
                    <a:gd name="connsiteY1276" fmla="*/ 99372 h 301288"/>
                    <a:gd name="connsiteX1277" fmla="*/ 73239 w 260188"/>
                    <a:gd name="connsiteY1277" fmla="*/ 97983 h 301288"/>
                    <a:gd name="connsiteX1278" fmla="*/ 70902 w 260188"/>
                    <a:gd name="connsiteY1278" fmla="*/ 99941 h 301288"/>
                    <a:gd name="connsiteX1279" fmla="*/ 69892 w 260188"/>
                    <a:gd name="connsiteY1279" fmla="*/ 98930 h 301288"/>
                    <a:gd name="connsiteX1280" fmla="*/ 68376 w 260188"/>
                    <a:gd name="connsiteY1280" fmla="*/ 101456 h 301288"/>
                    <a:gd name="connsiteX1281" fmla="*/ 65850 w 260188"/>
                    <a:gd name="connsiteY1281" fmla="*/ 102151 h 301288"/>
                    <a:gd name="connsiteX1282" fmla="*/ 68502 w 260188"/>
                    <a:gd name="connsiteY1282" fmla="*/ 102530 h 301288"/>
                    <a:gd name="connsiteX1283" fmla="*/ 77786 w 260188"/>
                    <a:gd name="connsiteY1283" fmla="*/ 100446 h 301288"/>
                    <a:gd name="connsiteX1284" fmla="*/ 86944 w 260188"/>
                    <a:gd name="connsiteY1284" fmla="*/ 97793 h 301288"/>
                    <a:gd name="connsiteX1285" fmla="*/ 95723 w 260188"/>
                    <a:gd name="connsiteY1285" fmla="*/ 92804 h 301288"/>
                    <a:gd name="connsiteX1286" fmla="*/ 90039 w 260188"/>
                    <a:gd name="connsiteY1286" fmla="*/ 99309 h 301288"/>
                    <a:gd name="connsiteX1287" fmla="*/ 87260 w 260188"/>
                    <a:gd name="connsiteY1287" fmla="*/ 98488 h 301288"/>
                    <a:gd name="connsiteX1288" fmla="*/ 88776 w 260188"/>
                    <a:gd name="connsiteY1288" fmla="*/ 100572 h 301288"/>
                    <a:gd name="connsiteX1289" fmla="*/ 86818 w 260188"/>
                    <a:gd name="connsiteY1289" fmla="*/ 101393 h 301288"/>
                    <a:gd name="connsiteX1290" fmla="*/ 84355 w 260188"/>
                    <a:gd name="connsiteY1290" fmla="*/ 100130 h 301288"/>
                    <a:gd name="connsiteX1291" fmla="*/ 85176 w 260188"/>
                    <a:gd name="connsiteY1291" fmla="*/ 102783 h 301288"/>
                    <a:gd name="connsiteX1292" fmla="*/ 80881 w 260188"/>
                    <a:gd name="connsiteY1292" fmla="*/ 101520 h 301288"/>
                    <a:gd name="connsiteX1293" fmla="*/ 81576 w 260188"/>
                    <a:gd name="connsiteY1293" fmla="*/ 103604 h 301288"/>
                    <a:gd name="connsiteX1294" fmla="*/ 77850 w 260188"/>
                    <a:gd name="connsiteY1294" fmla="*/ 102467 h 301288"/>
                    <a:gd name="connsiteX1295" fmla="*/ 78544 w 260188"/>
                    <a:gd name="connsiteY1295" fmla="*/ 104993 h 301288"/>
                    <a:gd name="connsiteX1296" fmla="*/ 75323 w 260188"/>
                    <a:gd name="connsiteY1296" fmla="*/ 103604 h 301288"/>
                    <a:gd name="connsiteX1297" fmla="*/ 74629 w 260188"/>
                    <a:gd name="connsiteY1297" fmla="*/ 104993 h 301288"/>
                    <a:gd name="connsiteX1298" fmla="*/ 72923 w 260188"/>
                    <a:gd name="connsiteY1298" fmla="*/ 105688 h 301288"/>
                    <a:gd name="connsiteX1299" fmla="*/ 96734 w 260188"/>
                    <a:gd name="connsiteY1299" fmla="*/ 100256 h 301288"/>
                    <a:gd name="connsiteX1300" fmla="*/ 97302 w 260188"/>
                    <a:gd name="connsiteY1300" fmla="*/ 101141 h 301288"/>
                    <a:gd name="connsiteX1301" fmla="*/ 90481 w 260188"/>
                    <a:gd name="connsiteY1301" fmla="*/ 109983 h 301288"/>
                    <a:gd name="connsiteX1302" fmla="*/ 91555 w 260188"/>
                    <a:gd name="connsiteY1302" fmla="*/ 105562 h 301288"/>
                    <a:gd name="connsiteX1303" fmla="*/ 84229 w 260188"/>
                    <a:gd name="connsiteY1303" fmla="*/ 112825 h 301288"/>
                    <a:gd name="connsiteX1304" fmla="*/ 86439 w 260188"/>
                    <a:gd name="connsiteY1304" fmla="*/ 106951 h 301288"/>
                    <a:gd name="connsiteX1305" fmla="*/ 79871 w 260188"/>
                    <a:gd name="connsiteY1305" fmla="*/ 112383 h 301288"/>
                    <a:gd name="connsiteX1306" fmla="*/ 81513 w 260188"/>
                    <a:gd name="connsiteY1306" fmla="*/ 108214 h 301288"/>
                    <a:gd name="connsiteX1307" fmla="*/ 75702 w 260188"/>
                    <a:gd name="connsiteY1307" fmla="*/ 112572 h 301288"/>
                    <a:gd name="connsiteX1308" fmla="*/ 77344 w 260188"/>
                    <a:gd name="connsiteY1308" fmla="*/ 109477 h 301288"/>
                    <a:gd name="connsiteX1309" fmla="*/ 72734 w 260188"/>
                    <a:gd name="connsiteY1309" fmla="*/ 111878 h 301288"/>
                    <a:gd name="connsiteX1310" fmla="*/ 75197 w 260188"/>
                    <a:gd name="connsiteY1310" fmla="*/ 108530 h 301288"/>
                    <a:gd name="connsiteX1311" fmla="*/ 69765 w 260188"/>
                    <a:gd name="connsiteY1311" fmla="*/ 111056 h 301288"/>
                    <a:gd name="connsiteX1312" fmla="*/ 72292 w 260188"/>
                    <a:gd name="connsiteY1312" fmla="*/ 107835 h 301288"/>
                    <a:gd name="connsiteX1313" fmla="*/ 66986 w 260188"/>
                    <a:gd name="connsiteY1313" fmla="*/ 110488 h 301288"/>
                    <a:gd name="connsiteX1314" fmla="*/ 68692 w 260188"/>
                    <a:gd name="connsiteY1314" fmla="*/ 107835 h 301288"/>
                    <a:gd name="connsiteX1315" fmla="*/ 63955 w 260188"/>
                    <a:gd name="connsiteY1315" fmla="*/ 110299 h 301288"/>
                    <a:gd name="connsiteX1316" fmla="*/ 66923 w 260188"/>
                    <a:gd name="connsiteY1316" fmla="*/ 107267 h 301288"/>
                    <a:gd name="connsiteX1317" fmla="*/ 61934 w 260188"/>
                    <a:gd name="connsiteY1317" fmla="*/ 109667 h 301288"/>
                    <a:gd name="connsiteX1318" fmla="*/ 63323 w 260188"/>
                    <a:gd name="connsiteY1318" fmla="*/ 107014 h 301288"/>
                    <a:gd name="connsiteX1319" fmla="*/ 59660 w 260188"/>
                    <a:gd name="connsiteY1319" fmla="*/ 109351 h 301288"/>
                    <a:gd name="connsiteX1320" fmla="*/ 61176 w 260188"/>
                    <a:gd name="connsiteY1320" fmla="*/ 106446 h 301288"/>
                    <a:gd name="connsiteX1321" fmla="*/ 56692 w 260188"/>
                    <a:gd name="connsiteY1321" fmla="*/ 108972 h 301288"/>
                    <a:gd name="connsiteX1322" fmla="*/ 58208 w 260188"/>
                    <a:gd name="connsiteY1322" fmla="*/ 106067 h 301288"/>
                    <a:gd name="connsiteX1323" fmla="*/ 54165 w 260188"/>
                    <a:gd name="connsiteY1323" fmla="*/ 108404 h 301288"/>
                    <a:gd name="connsiteX1324" fmla="*/ 54860 w 260188"/>
                    <a:gd name="connsiteY1324" fmla="*/ 106067 h 301288"/>
                    <a:gd name="connsiteX1325" fmla="*/ 50250 w 260188"/>
                    <a:gd name="connsiteY1325" fmla="*/ 108972 h 301288"/>
                    <a:gd name="connsiteX1326" fmla="*/ 51892 w 260188"/>
                    <a:gd name="connsiteY1326" fmla="*/ 106193 h 301288"/>
                    <a:gd name="connsiteX1327" fmla="*/ 51513 w 260188"/>
                    <a:gd name="connsiteY1327" fmla="*/ 105625 h 301288"/>
                    <a:gd name="connsiteX1328" fmla="*/ 47786 w 260188"/>
                    <a:gd name="connsiteY1328" fmla="*/ 108656 h 301288"/>
                    <a:gd name="connsiteX1329" fmla="*/ 48481 w 260188"/>
                    <a:gd name="connsiteY1329" fmla="*/ 105688 h 301288"/>
                    <a:gd name="connsiteX1330" fmla="*/ 45829 w 260188"/>
                    <a:gd name="connsiteY1330" fmla="*/ 107078 h 301288"/>
                    <a:gd name="connsiteX1331" fmla="*/ 46081 w 260188"/>
                    <a:gd name="connsiteY1331" fmla="*/ 105562 h 301288"/>
                    <a:gd name="connsiteX1332" fmla="*/ 43050 w 260188"/>
                    <a:gd name="connsiteY1332" fmla="*/ 108909 h 301288"/>
                    <a:gd name="connsiteX1333" fmla="*/ 43618 w 260188"/>
                    <a:gd name="connsiteY1333" fmla="*/ 106383 h 301288"/>
                    <a:gd name="connsiteX1334" fmla="*/ 40397 w 260188"/>
                    <a:gd name="connsiteY1334" fmla="*/ 108467 h 301288"/>
                    <a:gd name="connsiteX1335" fmla="*/ 48671 w 260188"/>
                    <a:gd name="connsiteY1335" fmla="*/ 101772 h 301288"/>
                    <a:gd name="connsiteX1336" fmla="*/ 102355 w 260188"/>
                    <a:gd name="connsiteY1336" fmla="*/ 122678 h 301288"/>
                    <a:gd name="connsiteX1337" fmla="*/ 99829 w 260188"/>
                    <a:gd name="connsiteY1337" fmla="*/ 127604 h 301288"/>
                    <a:gd name="connsiteX1338" fmla="*/ 100713 w 260188"/>
                    <a:gd name="connsiteY1338" fmla="*/ 128299 h 301288"/>
                    <a:gd name="connsiteX1339" fmla="*/ 105008 w 260188"/>
                    <a:gd name="connsiteY1339" fmla="*/ 121225 h 301288"/>
                    <a:gd name="connsiteX1340" fmla="*/ 102797 w 260188"/>
                    <a:gd name="connsiteY1340" fmla="*/ 127920 h 301288"/>
                    <a:gd name="connsiteX1341" fmla="*/ 104881 w 260188"/>
                    <a:gd name="connsiteY1341" fmla="*/ 125456 h 301288"/>
                    <a:gd name="connsiteX1342" fmla="*/ 104376 w 260188"/>
                    <a:gd name="connsiteY1342" fmla="*/ 127541 h 301288"/>
                    <a:gd name="connsiteX1343" fmla="*/ 106839 w 260188"/>
                    <a:gd name="connsiteY1343" fmla="*/ 124762 h 301288"/>
                    <a:gd name="connsiteX1344" fmla="*/ 106586 w 260188"/>
                    <a:gd name="connsiteY1344" fmla="*/ 126656 h 301288"/>
                    <a:gd name="connsiteX1345" fmla="*/ 108229 w 260188"/>
                    <a:gd name="connsiteY1345" fmla="*/ 124888 h 301288"/>
                    <a:gd name="connsiteX1346" fmla="*/ 108923 w 260188"/>
                    <a:gd name="connsiteY1346" fmla="*/ 126404 h 301288"/>
                    <a:gd name="connsiteX1347" fmla="*/ 110692 w 260188"/>
                    <a:gd name="connsiteY1347" fmla="*/ 123499 h 301288"/>
                    <a:gd name="connsiteX1348" fmla="*/ 111260 w 260188"/>
                    <a:gd name="connsiteY1348" fmla="*/ 124888 h 301288"/>
                    <a:gd name="connsiteX1349" fmla="*/ 114986 w 260188"/>
                    <a:gd name="connsiteY1349" fmla="*/ 120593 h 301288"/>
                    <a:gd name="connsiteX1350" fmla="*/ 114102 w 260188"/>
                    <a:gd name="connsiteY1350" fmla="*/ 123372 h 301288"/>
                    <a:gd name="connsiteX1351" fmla="*/ 117450 w 260188"/>
                    <a:gd name="connsiteY1351" fmla="*/ 121730 h 301288"/>
                    <a:gd name="connsiteX1352" fmla="*/ 118144 w 260188"/>
                    <a:gd name="connsiteY1352" fmla="*/ 123120 h 301288"/>
                    <a:gd name="connsiteX1353" fmla="*/ 111323 w 260188"/>
                    <a:gd name="connsiteY1353" fmla="*/ 126341 h 301288"/>
                    <a:gd name="connsiteX1354" fmla="*/ 94902 w 260188"/>
                    <a:gd name="connsiteY1354" fmla="*/ 129562 h 301288"/>
                    <a:gd name="connsiteX1355" fmla="*/ 93892 w 260188"/>
                    <a:gd name="connsiteY1355" fmla="*/ 127035 h 301288"/>
                    <a:gd name="connsiteX1356" fmla="*/ 96292 w 260188"/>
                    <a:gd name="connsiteY1356" fmla="*/ 125078 h 301288"/>
                    <a:gd name="connsiteX1357" fmla="*/ 96292 w 260188"/>
                    <a:gd name="connsiteY1357" fmla="*/ 126909 h 301288"/>
                    <a:gd name="connsiteX1358" fmla="*/ 99955 w 260188"/>
                    <a:gd name="connsiteY1358" fmla="*/ 122172 h 301288"/>
                    <a:gd name="connsiteX1359" fmla="*/ 97997 w 260188"/>
                    <a:gd name="connsiteY1359" fmla="*/ 127793 h 301288"/>
                    <a:gd name="connsiteX1360" fmla="*/ 102292 w 260188"/>
                    <a:gd name="connsiteY1360" fmla="*/ 122867 h 301288"/>
                    <a:gd name="connsiteX1361" fmla="*/ 101786 w 260188"/>
                    <a:gd name="connsiteY1361" fmla="*/ 119204 h 301288"/>
                    <a:gd name="connsiteX1362" fmla="*/ 103744 w 260188"/>
                    <a:gd name="connsiteY1362" fmla="*/ 117246 h 301288"/>
                    <a:gd name="connsiteX1363" fmla="*/ 102355 w 260188"/>
                    <a:gd name="connsiteY1363" fmla="*/ 119520 h 301288"/>
                    <a:gd name="connsiteX1364" fmla="*/ 100523 w 260188"/>
                    <a:gd name="connsiteY1364" fmla="*/ 121478 h 301288"/>
                    <a:gd name="connsiteX1365" fmla="*/ 101786 w 260188"/>
                    <a:gd name="connsiteY1365" fmla="*/ 119204 h 301288"/>
                    <a:gd name="connsiteX1366" fmla="*/ 124018 w 260188"/>
                    <a:gd name="connsiteY1366" fmla="*/ 136067 h 301288"/>
                    <a:gd name="connsiteX1367" fmla="*/ 128060 w 260188"/>
                    <a:gd name="connsiteY1367" fmla="*/ 133541 h 301288"/>
                    <a:gd name="connsiteX1368" fmla="*/ 125029 w 260188"/>
                    <a:gd name="connsiteY1368" fmla="*/ 136572 h 301288"/>
                    <a:gd name="connsiteX1369" fmla="*/ 126039 w 260188"/>
                    <a:gd name="connsiteY1369" fmla="*/ 137141 h 301288"/>
                    <a:gd name="connsiteX1370" fmla="*/ 130208 w 260188"/>
                    <a:gd name="connsiteY1370" fmla="*/ 135183 h 301288"/>
                    <a:gd name="connsiteX1371" fmla="*/ 128250 w 260188"/>
                    <a:gd name="connsiteY1371" fmla="*/ 136888 h 301288"/>
                    <a:gd name="connsiteX1372" fmla="*/ 131723 w 260188"/>
                    <a:gd name="connsiteY1372" fmla="*/ 136509 h 301288"/>
                    <a:gd name="connsiteX1373" fmla="*/ 127365 w 260188"/>
                    <a:gd name="connsiteY1373" fmla="*/ 138151 h 301288"/>
                    <a:gd name="connsiteX1374" fmla="*/ 128502 w 260188"/>
                    <a:gd name="connsiteY1374" fmla="*/ 138846 h 301288"/>
                    <a:gd name="connsiteX1375" fmla="*/ 132671 w 260188"/>
                    <a:gd name="connsiteY1375" fmla="*/ 137583 h 301288"/>
                    <a:gd name="connsiteX1376" fmla="*/ 129450 w 260188"/>
                    <a:gd name="connsiteY1376" fmla="*/ 139414 h 301288"/>
                    <a:gd name="connsiteX1377" fmla="*/ 130397 w 260188"/>
                    <a:gd name="connsiteY1377" fmla="*/ 139983 h 301288"/>
                    <a:gd name="connsiteX1378" fmla="*/ 134439 w 260188"/>
                    <a:gd name="connsiteY1378" fmla="*/ 139162 h 301288"/>
                    <a:gd name="connsiteX1379" fmla="*/ 131344 w 260188"/>
                    <a:gd name="connsiteY1379" fmla="*/ 140551 h 301288"/>
                    <a:gd name="connsiteX1380" fmla="*/ 131913 w 260188"/>
                    <a:gd name="connsiteY1380" fmla="*/ 140930 h 301288"/>
                    <a:gd name="connsiteX1381" fmla="*/ 135639 w 260188"/>
                    <a:gd name="connsiteY1381" fmla="*/ 140109 h 301288"/>
                    <a:gd name="connsiteX1382" fmla="*/ 132734 w 260188"/>
                    <a:gd name="connsiteY1382" fmla="*/ 141499 h 301288"/>
                    <a:gd name="connsiteX1383" fmla="*/ 133555 w 260188"/>
                    <a:gd name="connsiteY1383" fmla="*/ 141941 h 301288"/>
                    <a:gd name="connsiteX1384" fmla="*/ 136776 w 260188"/>
                    <a:gd name="connsiteY1384" fmla="*/ 141625 h 301288"/>
                    <a:gd name="connsiteX1385" fmla="*/ 134313 w 260188"/>
                    <a:gd name="connsiteY1385" fmla="*/ 142509 h 301288"/>
                    <a:gd name="connsiteX1386" fmla="*/ 137218 w 260188"/>
                    <a:gd name="connsiteY1386" fmla="*/ 144341 h 301288"/>
                    <a:gd name="connsiteX1387" fmla="*/ 136650 w 260188"/>
                    <a:gd name="connsiteY1387" fmla="*/ 144593 h 301288"/>
                    <a:gd name="connsiteX1388" fmla="*/ 132229 w 260188"/>
                    <a:gd name="connsiteY1388" fmla="*/ 143078 h 301288"/>
                    <a:gd name="connsiteX1389" fmla="*/ 131660 w 260188"/>
                    <a:gd name="connsiteY1389" fmla="*/ 143393 h 301288"/>
                    <a:gd name="connsiteX1390" fmla="*/ 131913 w 260188"/>
                    <a:gd name="connsiteY1390" fmla="*/ 142951 h 301288"/>
                    <a:gd name="connsiteX1391" fmla="*/ 130839 w 260188"/>
                    <a:gd name="connsiteY1391" fmla="*/ 142699 h 301288"/>
                    <a:gd name="connsiteX1392" fmla="*/ 128881 w 260188"/>
                    <a:gd name="connsiteY1392" fmla="*/ 143646 h 301288"/>
                    <a:gd name="connsiteX1393" fmla="*/ 130018 w 260188"/>
                    <a:gd name="connsiteY1393" fmla="*/ 142383 h 301288"/>
                    <a:gd name="connsiteX1394" fmla="*/ 128881 w 260188"/>
                    <a:gd name="connsiteY1394" fmla="*/ 142004 h 301288"/>
                    <a:gd name="connsiteX1395" fmla="*/ 126923 w 260188"/>
                    <a:gd name="connsiteY1395" fmla="*/ 142951 h 301288"/>
                    <a:gd name="connsiteX1396" fmla="*/ 128060 w 260188"/>
                    <a:gd name="connsiteY1396" fmla="*/ 141562 h 301288"/>
                    <a:gd name="connsiteX1397" fmla="*/ 126923 w 260188"/>
                    <a:gd name="connsiteY1397" fmla="*/ 141120 h 301288"/>
                    <a:gd name="connsiteX1398" fmla="*/ 124523 w 260188"/>
                    <a:gd name="connsiteY1398" fmla="*/ 142635 h 301288"/>
                    <a:gd name="connsiteX1399" fmla="*/ 125913 w 260188"/>
                    <a:gd name="connsiteY1399" fmla="*/ 140804 h 301288"/>
                    <a:gd name="connsiteX1400" fmla="*/ 124397 w 260188"/>
                    <a:gd name="connsiteY1400" fmla="*/ 140235 h 301288"/>
                    <a:gd name="connsiteX1401" fmla="*/ 122313 w 260188"/>
                    <a:gd name="connsiteY1401" fmla="*/ 142004 h 301288"/>
                    <a:gd name="connsiteX1402" fmla="*/ 123386 w 260188"/>
                    <a:gd name="connsiteY1402" fmla="*/ 139920 h 301288"/>
                    <a:gd name="connsiteX1403" fmla="*/ 121997 w 260188"/>
                    <a:gd name="connsiteY1403" fmla="*/ 139351 h 301288"/>
                    <a:gd name="connsiteX1404" fmla="*/ 119660 w 260188"/>
                    <a:gd name="connsiteY1404" fmla="*/ 141435 h 301288"/>
                    <a:gd name="connsiteX1405" fmla="*/ 121050 w 260188"/>
                    <a:gd name="connsiteY1405" fmla="*/ 139035 h 301288"/>
                    <a:gd name="connsiteX1406" fmla="*/ 118839 w 260188"/>
                    <a:gd name="connsiteY1406" fmla="*/ 138214 h 301288"/>
                    <a:gd name="connsiteX1407" fmla="*/ 116186 w 260188"/>
                    <a:gd name="connsiteY1407" fmla="*/ 140614 h 301288"/>
                    <a:gd name="connsiteX1408" fmla="*/ 117576 w 260188"/>
                    <a:gd name="connsiteY1408" fmla="*/ 137835 h 301288"/>
                    <a:gd name="connsiteX1409" fmla="*/ 117323 w 260188"/>
                    <a:gd name="connsiteY1409" fmla="*/ 137709 h 301288"/>
                    <a:gd name="connsiteX1410" fmla="*/ 120544 w 260188"/>
                    <a:gd name="connsiteY1410" fmla="*/ 133983 h 301288"/>
                    <a:gd name="connsiteX1411" fmla="*/ 120860 w 260188"/>
                    <a:gd name="connsiteY1411" fmla="*/ 134109 h 301288"/>
                    <a:gd name="connsiteX1412" fmla="*/ 122944 w 260188"/>
                    <a:gd name="connsiteY1412" fmla="*/ 132720 h 301288"/>
                    <a:gd name="connsiteX1413" fmla="*/ 121871 w 260188"/>
                    <a:gd name="connsiteY1413" fmla="*/ 134678 h 301288"/>
                    <a:gd name="connsiteX1414" fmla="*/ 122250 w 260188"/>
                    <a:gd name="connsiteY1414" fmla="*/ 134993 h 301288"/>
                    <a:gd name="connsiteX1415" fmla="*/ 125850 w 260188"/>
                    <a:gd name="connsiteY1415" fmla="*/ 132720 h 301288"/>
                    <a:gd name="connsiteX1416" fmla="*/ 123197 w 260188"/>
                    <a:gd name="connsiteY1416" fmla="*/ 135499 h 301288"/>
                    <a:gd name="connsiteX1417" fmla="*/ 124018 w 260188"/>
                    <a:gd name="connsiteY1417" fmla="*/ 136067 h 301288"/>
                    <a:gd name="connsiteX1418" fmla="*/ 145050 w 260188"/>
                    <a:gd name="connsiteY1418" fmla="*/ 168593 h 301288"/>
                    <a:gd name="connsiteX1419" fmla="*/ 145744 w 260188"/>
                    <a:gd name="connsiteY1419" fmla="*/ 169288 h 301288"/>
                    <a:gd name="connsiteX1420" fmla="*/ 145050 w 260188"/>
                    <a:gd name="connsiteY1420" fmla="*/ 169983 h 301288"/>
                    <a:gd name="connsiteX1421" fmla="*/ 144544 w 260188"/>
                    <a:gd name="connsiteY1421" fmla="*/ 169288 h 301288"/>
                    <a:gd name="connsiteX1422" fmla="*/ 145050 w 260188"/>
                    <a:gd name="connsiteY1422" fmla="*/ 168593 h 301288"/>
                    <a:gd name="connsiteX1423" fmla="*/ 144481 w 260188"/>
                    <a:gd name="connsiteY1423" fmla="*/ 167078 h 301288"/>
                    <a:gd name="connsiteX1424" fmla="*/ 144608 w 260188"/>
                    <a:gd name="connsiteY1424" fmla="*/ 164993 h 301288"/>
                    <a:gd name="connsiteX1425" fmla="*/ 145871 w 260188"/>
                    <a:gd name="connsiteY1425" fmla="*/ 165562 h 301288"/>
                    <a:gd name="connsiteX1426" fmla="*/ 145492 w 260188"/>
                    <a:gd name="connsiteY1426" fmla="*/ 167772 h 301288"/>
                    <a:gd name="connsiteX1427" fmla="*/ 144544 w 260188"/>
                    <a:gd name="connsiteY1427" fmla="*/ 167078 h 301288"/>
                    <a:gd name="connsiteX1428" fmla="*/ 146565 w 260188"/>
                    <a:gd name="connsiteY1428" fmla="*/ 170867 h 301288"/>
                    <a:gd name="connsiteX1429" fmla="*/ 147765 w 260188"/>
                    <a:gd name="connsiteY1429" fmla="*/ 168783 h 301288"/>
                    <a:gd name="connsiteX1430" fmla="*/ 147197 w 260188"/>
                    <a:gd name="connsiteY1430" fmla="*/ 159625 h 301288"/>
                    <a:gd name="connsiteX1431" fmla="*/ 148460 w 260188"/>
                    <a:gd name="connsiteY1431" fmla="*/ 159499 h 301288"/>
                    <a:gd name="connsiteX1432" fmla="*/ 148713 w 260188"/>
                    <a:gd name="connsiteY1432" fmla="*/ 161141 h 301288"/>
                    <a:gd name="connsiteX1433" fmla="*/ 150544 w 260188"/>
                    <a:gd name="connsiteY1433" fmla="*/ 163099 h 301288"/>
                    <a:gd name="connsiteX1434" fmla="*/ 148586 w 260188"/>
                    <a:gd name="connsiteY1434" fmla="*/ 163541 h 301288"/>
                    <a:gd name="connsiteX1435" fmla="*/ 151113 w 260188"/>
                    <a:gd name="connsiteY1435" fmla="*/ 163793 h 301288"/>
                    <a:gd name="connsiteX1436" fmla="*/ 151239 w 260188"/>
                    <a:gd name="connsiteY1436" fmla="*/ 165183 h 301288"/>
                    <a:gd name="connsiteX1437" fmla="*/ 148839 w 260188"/>
                    <a:gd name="connsiteY1437" fmla="*/ 165562 h 301288"/>
                    <a:gd name="connsiteX1438" fmla="*/ 151808 w 260188"/>
                    <a:gd name="connsiteY1438" fmla="*/ 165941 h 301288"/>
                    <a:gd name="connsiteX1439" fmla="*/ 151492 w 260188"/>
                    <a:gd name="connsiteY1439" fmla="*/ 167204 h 301288"/>
                    <a:gd name="connsiteX1440" fmla="*/ 150229 w 260188"/>
                    <a:gd name="connsiteY1440" fmla="*/ 168025 h 301288"/>
                    <a:gd name="connsiteX1441" fmla="*/ 152313 w 260188"/>
                    <a:gd name="connsiteY1441" fmla="*/ 168278 h 301288"/>
                    <a:gd name="connsiteX1442" fmla="*/ 153134 w 260188"/>
                    <a:gd name="connsiteY1442" fmla="*/ 169667 h 301288"/>
                    <a:gd name="connsiteX1443" fmla="*/ 150355 w 260188"/>
                    <a:gd name="connsiteY1443" fmla="*/ 175099 h 301288"/>
                    <a:gd name="connsiteX1444" fmla="*/ 141008 w 260188"/>
                    <a:gd name="connsiteY1444" fmla="*/ 177183 h 301288"/>
                    <a:gd name="connsiteX1445" fmla="*/ 140439 w 260188"/>
                    <a:gd name="connsiteY1445" fmla="*/ 176614 h 301288"/>
                    <a:gd name="connsiteX1446" fmla="*/ 140250 w 260188"/>
                    <a:gd name="connsiteY1446" fmla="*/ 176362 h 301288"/>
                    <a:gd name="connsiteX1447" fmla="*/ 140818 w 260188"/>
                    <a:gd name="connsiteY1447" fmla="*/ 175793 h 301288"/>
                    <a:gd name="connsiteX1448" fmla="*/ 141260 w 260188"/>
                    <a:gd name="connsiteY1448" fmla="*/ 176172 h 301288"/>
                    <a:gd name="connsiteX1449" fmla="*/ 142650 w 260188"/>
                    <a:gd name="connsiteY1449" fmla="*/ 175920 h 301288"/>
                    <a:gd name="connsiteX1450" fmla="*/ 142650 w 260188"/>
                    <a:gd name="connsiteY1450" fmla="*/ 173141 h 301288"/>
                    <a:gd name="connsiteX1451" fmla="*/ 141386 w 260188"/>
                    <a:gd name="connsiteY1451" fmla="*/ 173393 h 301288"/>
                    <a:gd name="connsiteX1452" fmla="*/ 141386 w 260188"/>
                    <a:gd name="connsiteY1452" fmla="*/ 173835 h 301288"/>
                    <a:gd name="connsiteX1453" fmla="*/ 140818 w 260188"/>
                    <a:gd name="connsiteY1453" fmla="*/ 174783 h 301288"/>
                    <a:gd name="connsiteX1454" fmla="*/ 140250 w 260188"/>
                    <a:gd name="connsiteY1454" fmla="*/ 173835 h 301288"/>
                    <a:gd name="connsiteX1455" fmla="*/ 140250 w 260188"/>
                    <a:gd name="connsiteY1455" fmla="*/ 173646 h 301288"/>
                    <a:gd name="connsiteX1456" fmla="*/ 139681 w 260188"/>
                    <a:gd name="connsiteY1456" fmla="*/ 173835 h 301288"/>
                    <a:gd name="connsiteX1457" fmla="*/ 139555 w 260188"/>
                    <a:gd name="connsiteY1457" fmla="*/ 172130 h 301288"/>
                    <a:gd name="connsiteX1458" fmla="*/ 146376 w 260188"/>
                    <a:gd name="connsiteY1458" fmla="*/ 170741 h 301288"/>
                    <a:gd name="connsiteX1459" fmla="*/ 156734 w 260188"/>
                    <a:gd name="connsiteY1459" fmla="*/ 176425 h 301288"/>
                    <a:gd name="connsiteX1460" fmla="*/ 157808 w 260188"/>
                    <a:gd name="connsiteY1460" fmla="*/ 176804 h 301288"/>
                    <a:gd name="connsiteX1461" fmla="*/ 156986 w 260188"/>
                    <a:gd name="connsiteY1461" fmla="*/ 178762 h 301288"/>
                    <a:gd name="connsiteX1462" fmla="*/ 156544 w 260188"/>
                    <a:gd name="connsiteY1462" fmla="*/ 178762 h 301288"/>
                    <a:gd name="connsiteX1463" fmla="*/ 156671 w 260188"/>
                    <a:gd name="connsiteY1463" fmla="*/ 176425 h 301288"/>
                    <a:gd name="connsiteX1464" fmla="*/ 156860 w 260188"/>
                    <a:gd name="connsiteY1464" fmla="*/ 171499 h 301288"/>
                    <a:gd name="connsiteX1465" fmla="*/ 157681 w 260188"/>
                    <a:gd name="connsiteY1465" fmla="*/ 172762 h 301288"/>
                    <a:gd name="connsiteX1466" fmla="*/ 157429 w 260188"/>
                    <a:gd name="connsiteY1466" fmla="*/ 174151 h 301288"/>
                    <a:gd name="connsiteX1467" fmla="*/ 156734 w 260188"/>
                    <a:gd name="connsiteY1467" fmla="*/ 173014 h 301288"/>
                    <a:gd name="connsiteX1468" fmla="*/ 156860 w 260188"/>
                    <a:gd name="connsiteY1468" fmla="*/ 171435 h 301288"/>
                    <a:gd name="connsiteX1469" fmla="*/ 156986 w 260188"/>
                    <a:gd name="connsiteY1469" fmla="*/ 180025 h 301288"/>
                    <a:gd name="connsiteX1470" fmla="*/ 157365 w 260188"/>
                    <a:gd name="connsiteY1470" fmla="*/ 180593 h 301288"/>
                    <a:gd name="connsiteX1471" fmla="*/ 156986 w 260188"/>
                    <a:gd name="connsiteY1471" fmla="*/ 181162 h 301288"/>
                    <a:gd name="connsiteX1472" fmla="*/ 156418 w 260188"/>
                    <a:gd name="connsiteY1472" fmla="*/ 180593 h 301288"/>
                    <a:gd name="connsiteX1473" fmla="*/ 156986 w 260188"/>
                    <a:gd name="connsiteY1473" fmla="*/ 180025 h 301288"/>
                    <a:gd name="connsiteX1474" fmla="*/ 156608 w 260188"/>
                    <a:gd name="connsiteY1474" fmla="*/ 183056 h 301288"/>
                    <a:gd name="connsiteX1475" fmla="*/ 156292 w 260188"/>
                    <a:gd name="connsiteY1475" fmla="*/ 184004 h 301288"/>
                    <a:gd name="connsiteX1476" fmla="*/ 156039 w 260188"/>
                    <a:gd name="connsiteY1476" fmla="*/ 183056 h 301288"/>
                    <a:gd name="connsiteX1477" fmla="*/ 156292 w 260188"/>
                    <a:gd name="connsiteY1477" fmla="*/ 182109 h 301288"/>
                    <a:gd name="connsiteX1478" fmla="*/ 156608 w 260188"/>
                    <a:gd name="connsiteY1478" fmla="*/ 183056 h 301288"/>
                    <a:gd name="connsiteX1479" fmla="*/ 156039 w 260188"/>
                    <a:gd name="connsiteY1479" fmla="*/ 170867 h 301288"/>
                    <a:gd name="connsiteX1480" fmla="*/ 154776 w 260188"/>
                    <a:gd name="connsiteY1480" fmla="*/ 172256 h 301288"/>
                    <a:gd name="connsiteX1481" fmla="*/ 153829 w 260188"/>
                    <a:gd name="connsiteY1481" fmla="*/ 167962 h 301288"/>
                    <a:gd name="connsiteX1482" fmla="*/ 154776 w 260188"/>
                    <a:gd name="connsiteY1482" fmla="*/ 167583 h 301288"/>
                    <a:gd name="connsiteX1483" fmla="*/ 156039 w 260188"/>
                    <a:gd name="connsiteY1483" fmla="*/ 170930 h 301288"/>
                    <a:gd name="connsiteX1484" fmla="*/ 153955 w 260188"/>
                    <a:gd name="connsiteY1484" fmla="*/ 175035 h 301288"/>
                    <a:gd name="connsiteX1485" fmla="*/ 155786 w 260188"/>
                    <a:gd name="connsiteY1485" fmla="*/ 175856 h 301288"/>
                    <a:gd name="connsiteX1486" fmla="*/ 153576 w 260188"/>
                    <a:gd name="connsiteY1486" fmla="*/ 184888 h 301288"/>
                    <a:gd name="connsiteX1487" fmla="*/ 153576 w 260188"/>
                    <a:gd name="connsiteY1487" fmla="*/ 177372 h 301288"/>
                    <a:gd name="connsiteX1488" fmla="*/ 153008 w 260188"/>
                    <a:gd name="connsiteY1488" fmla="*/ 177499 h 301288"/>
                    <a:gd name="connsiteX1489" fmla="*/ 151050 w 260188"/>
                    <a:gd name="connsiteY1489" fmla="*/ 185141 h 301288"/>
                    <a:gd name="connsiteX1490" fmla="*/ 151302 w 260188"/>
                    <a:gd name="connsiteY1490" fmla="*/ 178193 h 301288"/>
                    <a:gd name="connsiteX1491" fmla="*/ 150608 w 260188"/>
                    <a:gd name="connsiteY1491" fmla="*/ 178193 h 301288"/>
                    <a:gd name="connsiteX1492" fmla="*/ 149092 w 260188"/>
                    <a:gd name="connsiteY1492" fmla="*/ 185014 h 301288"/>
                    <a:gd name="connsiteX1493" fmla="*/ 149471 w 260188"/>
                    <a:gd name="connsiteY1493" fmla="*/ 179014 h 301288"/>
                    <a:gd name="connsiteX1494" fmla="*/ 148776 w 260188"/>
                    <a:gd name="connsiteY1494" fmla="*/ 178446 h 301288"/>
                    <a:gd name="connsiteX1495" fmla="*/ 145176 w 260188"/>
                    <a:gd name="connsiteY1495" fmla="*/ 189309 h 301288"/>
                    <a:gd name="connsiteX1496" fmla="*/ 146313 w 260188"/>
                    <a:gd name="connsiteY1496" fmla="*/ 179141 h 301288"/>
                    <a:gd name="connsiteX1497" fmla="*/ 145871 w 260188"/>
                    <a:gd name="connsiteY1497" fmla="*/ 178888 h 301288"/>
                    <a:gd name="connsiteX1498" fmla="*/ 143660 w 260188"/>
                    <a:gd name="connsiteY1498" fmla="*/ 188614 h 301288"/>
                    <a:gd name="connsiteX1499" fmla="*/ 144355 w 260188"/>
                    <a:gd name="connsiteY1499" fmla="*/ 179456 h 301288"/>
                    <a:gd name="connsiteX1500" fmla="*/ 144102 w 260188"/>
                    <a:gd name="connsiteY1500" fmla="*/ 179456 h 301288"/>
                    <a:gd name="connsiteX1501" fmla="*/ 141576 w 260188"/>
                    <a:gd name="connsiteY1501" fmla="*/ 188046 h 301288"/>
                    <a:gd name="connsiteX1502" fmla="*/ 141829 w 260188"/>
                    <a:gd name="connsiteY1502" fmla="*/ 184699 h 301288"/>
                    <a:gd name="connsiteX1503" fmla="*/ 142081 w 260188"/>
                    <a:gd name="connsiteY1503" fmla="*/ 179835 h 301288"/>
                    <a:gd name="connsiteX1504" fmla="*/ 141702 w 260188"/>
                    <a:gd name="connsiteY1504" fmla="*/ 180088 h 301288"/>
                    <a:gd name="connsiteX1505" fmla="*/ 139302 w 260188"/>
                    <a:gd name="connsiteY1505" fmla="*/ 186404 h 301288"/>
                    <a:gd name="connsiteX1506" fmla="*/ 139744 w 260188"/>
                    <a:gd name="connsiteY1506" fmla="*/ 180025 h 301288"/>
                    <a:gd name="connsiteX1507" fmla="*/ 137913 w 260188"/>
                    <a:gd name="connsiteY1507" fmla="*/ 184635 h 301288"/>
                    <a:gd name="connsiteX1508" fmla="*/ 138039 w 260188"/>
                    <a:gd name="connsiteY1508" fmla="*/ 180846 h 301288"/>
                    <a:gd name="connsiteX1509" fmla="*/ 136081 w 260188"/>
                    <a:gd name="connsiteY1509" fmla="*/ 181730 h 301288"/>
                    <a:gd name="connsiteX1510" fmla="*/ 139934 w 260188"/>
                    <a:gd name="connsiteY1510" fmla="*/ 178383 h 301288"/>
                    <a:gd name="connsiteX1511" fmla="*/ 153829 w 260188"/>
                    <a:gd name="connsiteY1511" fmla="*/ 175099 h 301288"/>
                    <a:gd name="connsiteX1512" fmla="*/ 141576 w 260188"/>
                    <a:gd name="connsiteY1512" fmla="*/ 199478 h 301288"/>
                    <a:gd name="connsiteX1513" fmla="*/ 141323 w 260188"/>
                    <a:gd name="connsiteY1513" fmla="*/ 200867 h 301288"/>
                    <a:gd name="connsiteX1514" fmla="*/ 134944 w 260188"/>
                    <a:gd name="connsiteY1514" fmla="*/ 199604 h 301288"/>
                    <a:gd name="connsiteX1515" fmla="*/ 129134 w 260188"/>
                    <a:gd name="connsiteY1515" fmla="*/ 195814 h 301288"/>
                    <a:gd name="connsiteX1516" fmla="*/ 130081 w 260188"/>
                    <a:gd name="connsiteY1516" fmla="*/ 194993 h 301288"/>
                    <a:gd name="connsiteX1517" fmla="*/ 141639 w 260188"/>
                    <a:gd name="connsiteY1517" fmla="*/ 199414 h 301288"/>
                    <a:gd name="connsiteX1518" fmla="*/ 131534 w 260188"/>
                    <a:gd name="connsiteY1518" fmla="*/ 192846 h 301288"/>
                    <a:gd name="connsiteX1519" fmla="*/ 136523 w 260188"/>
                    <a:gd name="connsiteY1519" fmla="*/ 192404 h 301288"/>
                    <a:gd name="connsiteX1520" fmla="*/ 139176 w 260188"/>
                    <a:gd name="connsiteY1520" fmla="*/ 194046 h 301288"/>
                    <a:gd name="connsiteX1521" fmla="*/ 141576 w 260188"/>
                    <a:gd name="connsiteY1521" fmla="*/ 196699 h 301288"/>
                    <a:gd name="connsiteX1522" fmla="*/ 140755 w 260188"/>
                    <a:gd name="connsiteY1522" fmla="*/ 198656 h 301288"/>
                    <a:gd name="connsiteX1523" fmla="*/ 131155 w 260188"/>
                    <a:gd name="connsiteY1523" fmla="*/ 194930 h 301288"/>
                    <a:gd name="connsiteX1524" fmla="*/ 131534 w 260188"/>
                    <a:gd name="connsiteY1524" fmla="*/ 192846 h 301288"/>
                    <a:gd name="connsiteX1525" fmla="*/ 140186 w 260188"/>
                    <a:gd name="connsiteY1525" fmla="*/ 148320 h 301288"/>
                    <a:gd name="connsiteX1526" fmla="*/ 131660 w 260188"/>
                    <a:gd name="connsiteY1526" fmla="*/ 157225 h 301288"/>
                    <a:gd name="connsiteX1527" fmla="*/ 134439 w 260188"/>
                    <a:gd name="connsiteY1527" fmla="*/ 155014 h 301288"/>
                    <a:gd name="connsiteX1528" fmla="*/ 139744 w 260188"/>
                    <a:gd name="connsiteY1528" fmla="*/ 151225 h 301288"/>
                    <a:gd name="connsiteX1529" fmla="*/ 134313 w 260188"/>
                    <a:gd name="connsiteY1529" fmla="*/ 157099 h 301288"/>
                    <a:gd name="connsiteX1530" fmla="*/ 130839 w 260188"/>
                    <a:gd name="connsiteY1530" fmla="*/ 160825 h 301288"/>
                    <a:gd name="connsiteX1531" fmla="*/ 130586 w 260188"/>
                    <a:gd name="connsiteY1531" fmla="*/ 161646 h 301288"/>
                    <a:gd name="connsiteX1532" fmla="*/ 136713 w 260188"/>
                    <a:gd name="connsiteY1532" fmla="*/ 157667 h 301288"/>
                    <a:gd name="connsiteX1533" fmla="*/ 130018 w 260188"/>
                    <a:gd name="connsiteY1533" fmla="*/ 165562 h 301288"/>
                    <a:gd name="connsiteX1534" fmla="*/ 137344 w 260188"/>
                    <a:gd name="connsiteY1534" fmla="*/ 159878 h 301288"/>
                    <a:gd name="connsiteX1535" fmla="*/ 128313 w 260188"/>
                    <a:gd name="connsiteY1535" fmla="*/ 169035 h 301288"/>
                    <a:gd name="connsiteX1536" fmla="*/ 128313 w 260188"/>
                    <a:gd name="connsiteY1536" fmla="*/ 169730 h 301288"/>
                    <a:gd name="connsiteX1537" fmla="*/ 135702 w 260188"/>
                    <a:gd name="connsiteY1537" fmla="*/ 165309 h 301288"/>
                    <a:gd name="connsiteX1538" fmla="*/ 129450 w 260188"/>
                    <a:gd name="connsiteY1538" fmla="*/ 172256 h 301288"/>
                    <a:gd name="connsiteX1539" fmla="*/ 133239 w 260188"/>
                    <a:gd name="connsiteY1539" fmla="*/ 170425 h 301288"/>
                    <a:gd name="connsiteX1540" fmla="*/ 130965 w 260188"/>
                    <a:gd name="connsiteY1540" fmla="*/ 173899 h 301288"/>
                    <a:gd name="connsiteX1541" fmla="*/ 127744 w 260188"/>
                    <a:gd name="connsiteY1541" fmla="*/ 176109 h 301288"/>
                    <a:gd name="connsiteX1542" fmla="*/ 130208 w 260188"/>
                    <a:gd name="connsiteY1542" fmla="*/ 175099 h 301288"/>
                    <a:gd name="connsiteX1543" fmla="*/ 126860 w 260188"/>
                    <a:gd name="connsiteY1543" fmla="*/ 179014 h 301288"/>
                    <a:gd name="connsiteX1544" fmla="*/ 129765 w 260188"/>
                    <a:gd name="connsiteY1544" fmla="*/ 178193 h 301288"/>
                    <a:gd name="connsiteX1545" fmla="*/ 125976 w 260188"/>
                    <a:gd name="connsiteY1545" fmla="*/ 182172 h 301288"/>
                    <a:gd name="connsiteX1546" fmla="*/ 128629 w 260188"/>
                    <a:gd name="connsiteY1546" fmla="*/ 181667 h 301288"/>
                    <a:gd name="connsiteX1547" fmla="*/ 127113 w 260188"/>
                    <a:gd name="connsiteY1547" fmla="*/ 184004 h 301288"/>
                    <a:gd name="connsiteX1548" fmla="*/ 130839 w 260188"/>
                    <a:gd name="connsiteY1548" fmla="*/ 182804 h 301288"/>
                    <a:gd name="connsiteX1549" fmla="*/ 129008 w 260188"/>
                    <a:gd name="connsiteY1549" fmla="*/ 184762 h 301288"/>
                    <a:gd name="connsiteX1550" fmla="*/ 129260 w 260188"/>
                    <a:gd name="connsiteY1550" fmla="*/ 185456 h 301288"/>
                    <a:gd name="connsiteX1551" fmla="*/ 130776 w 260188"/>
                    <a:gd name="connsiteY1551" fmla="*/ 185583 h 301288"/>
                    <a:gd name="connsiteX1552" fmla="*/ 131597 w 260188"/>
                    <a:gd name="connsiteY1552" fmla="*/ 187414 h 301288"/>
                    <a:gd name="connsiteX1553" fmla="*/ 133871 w 260188"/>
                    <a:gd name="connsiteY1553" fmla="*/ 188362 h 301288"/>
                    <a:gd name="connsiteX1554" fmla="*/ 133997 w 260188"/>
                    <a:gd name="connsiteY1554" fmla="*/ 191393 h 301288"/>
                    <a:gd name="connsiteX1555" fmla="*/ 129829 w 260188"/>
                    <a:gd name="connsiteY1555" fmla="*/ 192088 h 301288"/>
                    <a:gd name="connsiteX1556" fmla="*/ 126923 w 260188"/>
                    <a:gd name="connsiteY1556" fmla="*/ 190699 h 301288"/>
                    <a:gd name="connsiteX1557" fmla="*/ 123134 w 260188"/>
                    <a:gd name="connsiteY1557" fmla="*/ 184130 h 301288"/>
                    <a:gd name="connsiteX1558" fmla="*/ 124650 w 260188"/>
                    <a:gd name="connsiteY1558" fmla="*/ 177309 h 301288"/>
                    <a:gd name="connsiteX1559" fmla="*/ 127302 w 260188"/>
                    <a:gd name="connsiteY1559" fmla="*/ 173393 h 301288"/>
                    <a:gd name="connsiteX1560" fmla="*/ 127429 w 260188"/>
                    <a:gd name="connsiteY1560" fmla="*/ 169793 h 301288"/>
                    <a:gd name="connsiteX1561" fmla="*/ 128818 w 260188"/>
                    <a:gd name="connsiteY1561" fmla="*/ 166067 h 301288"/>
                    <a:gd name="connsiteX1562" fmla="*/ 129323 w 260188"/>
                    <a:gd name="connsiteY1562" fmla="*/ 162278 h 301288"/>
                    <a:gd name="connsiteX1563" fmla="*/ 129513 w 260188"/>
                    <a:gd name="connsiteY1563" fmla="*/ 159372 h 301288"/>
                    <a:gd name="connsiteX1564" fmla="*/ 129955 w 260188"/>
                    <a:gd name="connsiteY1564" fmla="*/ 156593 h 301288"/>
                    <a:gd name="connsiteX1565" fmla="*/ 129260 w 260188"/>
                    <a:gd name="connsiteY1565" fmla="*/ 154951 h 301288"/>
                    <a:gd name="connsiteX1566" fmla="*/ 140123 w 260188"/>
                    <a:gd name="connsiteY1566" fmla="*/ 147183 h 301288"/>
                    <a:gd name="connsiteX1567" fmla="*/ 139997 w 260188"/>
                    <a:gd name="connsiteY1567" fmla="*/ 148320 h 301288"/>
                    <a:gd name="connsiteX1568" fmla="*/ 102734 w 260188"/>
                    <a:gd name="connsiteY1568" fmla="*/ 147625 h 301288"/>
                    <a:gd name="connsiteX1569" fmla="*/ 102481 w 260188"/>
                    <a:gd name="connsiteY1569" fmla="*/ 148193 h 301288"/>
                    <a:gd name="connsiteX1570" fmla="*/ 99576 w 260188"/>
                    <a:gd name="connsiteY1570" fmla="*/ 148888 h 301288"/>
                    <a:gd name="connsiteX1571" fmla="*/ 100839 w 260188"/>
                    <a:gd name="connsiteY1571" fmla="*/ 149835 h 301288"/>
                    <a:gd name="connsiteX1572" fmla="*/ 99829 w 260188"/>
                    <a:gd name="connsiteY1572" fmla="*/ 150656 h 301288"/>
                    <a:gd name="connsiteX1573" fmla="*/ 101786 w 260188"/>
                    <a:gd name="connsiteY1573" fmla="*/ 150404 h 301288"/>
                    <a:gd name="connsiteX1574" fmla="*/ 101660 w 260188"/>
                    <a:gd name="connsiteY1574" fmla="*/ 151225 h 301288"/>
                    <a:gd name="connsiteX1575" fmla="*/ 99576 w 260188"/>
                    <a:gd name="connsiteY1575" fmla="*/ 152046 h 301288"/>
                    <a:gd name="connsiteX1576" fmla="*/ 101344 w 260188"/>
                    <a:gd name="connsiteY1576" fmla="*/ 153056 h 301288"/>
                    <a:gd name="connsiteX1577" fmla="*/ 99576 w 260188"/>
                    <a:gd name="connsiteY1577" fmla="*/ 154193 h 301288"/>
                    <a:gd name="connsiteX1578" fmla="*/ 101092 w 260188"/>
                    <a:gd name="connsiteY1578" fmla="*/ 154762 h 301288"/>
                    <a:gd name="connsiteX1579" fmla="*/ 99134 w 260188"/>
                    <a:gd name="connsiteY1579" fmla="*/ 155583 h 301288"/>
                    <a:gd name="connsiteX1580" fmla="*/ 100776 w 260188"/>
                    <a:gd name="connsiteY1580" fmla="*/ 156720 h 301288"/>
                    <a:gd name="connsiteX1581" fmla="*/ 98692 w 260188"/>
                    <a:gd name="connsiteY1581" fmla="*/ 157414 h 301288"/>
                    <a:gd name="connsiteX1582" fmla="*/ 100776 w 260188"/>
                    <a:gd name="connsiteY1582" fmla="*/ 158993 h 301288"/>
                    <a:gd name="connsiteX1583" fmla="*/ 98502 w 260188"/>
                    <a:gd name="connsiteY1583" fmla="*/ 159941 h 301288"/>
                    <a:gd name="connsiteX1584" fmla="*/ 100081 w 260188"/>
                    <a:gd name="connsiteY1584" fmla="*/ 161456 h 301288"/>
                    <a:gd name="connsiteX1585" fmla="*/ 97997 w 260188"/>
                    <a:gd name="connsiteY1585" fmla="*/ 162341 h 301288"/>
                    <a:gd name="connsiteX1586" fmla="*/ 99639 w 260188"/>
                    <a:gd name="connsiteY1586" fmla="*/ 163604 h 301288"/>
                    <a:gd name="connsiteX1587" fmla="*/ 97997 w 260188"/>
                    <a:gd name="connsiteY1587" fmla="*/ 164109 h 301288"/>
                    <a:gd name="connsiteX1588" fmla="*/ 99639 w 260188"/>
                    <a:gd name="connsiteY1588" fmla="*/ 165941 h 301288"/>
                    <a:gd name="connsiteX1589" fmla="*/ 97681 w 260188"/>
                    <a:gd name="connsiteY1589" fmla="*/ 166509 h 301288"/>
                    <a:gd name="connsiteX1590" fmla="*/ 99639 w 260188"/>
                    <a:gd name="connsiteY1590" fmla="*/ 168088 h 301288"/>
                    <a:gd name="connsiteX1591" fmla="*/ 97302 w 260188"/>
                    <a:gd name="connsiteY1591" fmla="*/ 169225 h 301288"/>
                    <a:gd name="connsiteX1592" fmla="*/ 99513 w 260188"/>
                    <a:gd name="connsiteY1592" fmla="*/ 169478 h 301288"/>
                    <a:gd name="connsiteX1593" fmla="*/ 99513 w 260188"/>
                    <a:gd name="connsiteY1593" fmla="*/ 170046 h 301288"/>
                    <a:gd name="connsiteX1594" fmla="*/ 97302 w 260188"/>
                    <a:gd name="connsiteY1594" fmla="*/ 170741 h 301288"/>
                    <a:gd name="connsiteX1595" fmla="*/ 99513 w 260188"/>
                    <a:gd name="connsiteY1595" fmla="*/ 172572 h 301288"/>
                    <a:gd name="connsiteX1596" fmla="*/ 97429 w 260188"/>
                    <a:gd name="connsiteY1596" fmla="*/ 173772 h 301288"/>
                    <a:gd name="connsiteX1597" fmla="*/ 99639 w 260188"/>
                    <a:gd name="connsiteY1597" fmla="*/ 174214 h 301288"/>
                    <a:gd name="connsiteX1598" fmla="*/ 97555 w 260188"/>
                    <a:gd name="connsiteY1598" fmla="*/ 175730 h 301288"/>
                    <a:gd name="connsiteX1599" fmla="*/ 99513 w 260188"/>
                    <a:gd name="connsiteY1599" fmla="*/ 176551 h 301288"/>
                    <a:gd name="connsiteX1600" fmla="*/ 97555 w 260188"/>
                    <a:gd name="connsiteY1600" fmla="*/ 177499 h 301288"/>
                    <a:gd name="connsiteX1601" fmla="*/ 102292 w 260188"/>
                    <a:gd name="connsiteY1601" fmla="*/ 178446 h 301288"/>
                    <a:gd name="connsiteX1602" fmla="*/ 102860 w 260188"/>
                    <a:gd name="connsiteY1602" fmla="*/ 179141 h 301288"/>
                    <a:gd name="connsiteX1603" fmla="*/ 103239 w 260188"/>
                    <a:gd name="connsiteY1603" fmla="*/ 178446 h 301288"/>
                    <a:gd name="connsiteX1604" fmla="*/ 106208 w 260188"/>
                    <a:gd name="connsiteY1604" fmla="*/ 178446 h 301288"/>
                    <a:gd name="connsiteX1605" fmla="*/ 107155 w 260188"/>
                    <a:gd name="connsiteY1605" fmla="*/ 179835 h 301288"/>
                    <a:gd name="connsiteX1606" fmla="*/ 107850 w 260188"/>
                    <a:gd name="connsiteY1606" fmla="*/ 178193 h 301288"/>
                    <a:gd name="connsiteX1607" fmla="*/ 108860 w 260188"/>
                    <a:gd name="connsiteY1607" fmla="*/ 180025 h 301288"/>
                    <a:gd name="connsiteX1608" fmla="*/ 109681 w 260188"/>
                    <a:gd name="connsiteY1608" fmla="*/ 177814 h 301288"/>
                    <a:gd name="connsiteX1609" fmla="*/ 110818 w 260188"/>
                    <a:gd name="connsiteY1609" fmla="*/ 180846 h 301288"/>
                    <a:gd name="connsiteX1610" fmla="*/ 111639 w 260188"/>
                    <a:gd name="connsiteY1610" fmla="*/ 177688 h 301288"/>
                    <a:gd name="connsiteX1611" fmla="*/ 112586 w 260188"/>
                    <a:gd name="connsiteY1611" fmla="*/ 180341 h 301288"/>
                    <a:gd name="connsiteX1612" fmla="*/ 113471 w 260188"/>
                    <a:gd name="connsiteY1612" fmla="*/ 177372 h 301288"/>
                    <a:gd name="connsiteX1613" fmla="*/ 114165 w 260188"/>
                    <a:gd name="connsiteY1613" fmla="*/ 179772 h 301288"/>
                    <a:gd name="connsiteX1614" fmla="*/ 114860 w 260188"/>
                    <a:gd name="connsiteY1614" fmla="*/ 176930 h 301288"/>
                    <a:gd name="connsiteX1615" fmla="*/ 116123 w 260188"/>
                    <a:gd name="connsiteY1615" fmla="*/ 179583 h 301288"/>
                    <a:gd name="connsiteX1616" fmla="*/ 117071 w 260188"/>
                    <a:gd name="connsiteY1616" fmla="*/ 176235 h 301288"/>
                    <a:gd name="connsiteX1617" fmla="*/ 118334 w 260188"/>
                    <a:gd name="connsiteY1617" fmla="*/ 179014 h 301288"/>
                    <a:gd name="connsiteX1618" fmla="*/ 119155 w 260188"/>
                    <a:gd name="connsiteY1618" fmla="*/ 176804 h 301288"/>
                    <a:gd name="connsiteX1619" fmla="*/ 120292 w 260188"/>
                    <a:gd name="connsiteY1619" fmla="*/ 178762 h 301288"/>
                    <a:gd name="connsiteX1620" fmla="*/ 120986 w 260188"/>
                    <a:gd name="connsiteY1620" fmla="*/ 176425 h 301288"/>
                    <a:gd name="connsiteX1621" fmla="*/ 121871 w 260188"/>
                    <a:gd name="connsiteY1621" fmla="*/ 178130 h 301288"/>
                    <a:gd name="connsiteX1622" fmla="*/ 119471 w 260188"/>
                    <a:gd name="connsiteY1622" fmla="*/ 181035 h 301288"/>
                    <a:gd name="connsiteX1623" fmla="*/ 98755 w 260188"/>
                    <a:gd name="connsiteY1623" fmla="*/ 184383 h 301288"/>
                    <a:gd name="connsiteX1624" fmla="*/ 95723 w 260188"/>
                    <a:gd name="connsiteY1624" fmla="*/ 180783 h 301288"/>
                    <a:gd name="connsiteX1625" fmla="*/ 95850 w 260188"/>
                    <a:gd name="connsiteY1625" fmla="*/ 165625 h 301288"/>
                    <a:gd name="connsiteX1626" fmla="*/ 100713 w 260188"/>
                    <a:gd name="connsiteY1626" fmla="*/ 145162 h 301288"/>
                    <a:gd name="connsiteX1627" fmla="*/ 102355 w 260188"/>
                    <a:gd name="connsiteY1627" fmla="*/ 146299 h 301288"/>
                    <a:gd name="connsiteX1628" fmla="*/ 100713 w 260188"/>
                    <a:gd name="connsiteY1628" fmla="*/ 147309 h 301288"/>
                    <a:gd name="connsiteX1629" fmla="*/ 102797 w 260188"/>
                    <a:gd name="connsiteY1629" fmla="*/ 147878 h 301288"/>
                    <a:gd name="connsiteX1630" fmla="*/ 106523 w 260188"/>
                    <a:gd name="connsiteY1630" fmla="*/ 145920 h 301288"/>
                    <a:gd name="connsiteX1631" fmla="*/ 106902 w 260188"/>
                    <a:gd name="connsiteY1631" fmla="*/ 146867 h 301288"/>
                    <a:gd name="connsiteX1632" fmla="*/ 105639 w 260188"/>
                    <a:gd name="connsiteY1632" fmla="*/ 175414 h 301288"/>
                    <a:gd name="connsiteX1633" fmla="*/ 108039 w 260188"/>
                    <a:gd name="connsiteY1633" fmla="*/ 148193 h 301288"/>
                    <a:gd name="connsiteX1634" fmla="*/ 108039 w 260188"/>
                    <a:gd name="connsiteY1634" fmla="*/ 149583 h 301288"/>
                    <a:gd name="connsiteX1635" fmla="*/ 107786 w 260188"/>
                    <a:gd name="connsiteY1635" fmla="*/ 174593 h 301288"/>
                    <a:gd name="connsiteX1636" fmla="*/ 108355 w 260188"/>
                    <a:gd name="connsiteY1636" fmla="*/ 174214 h 301288"/>
                    <a:gd name="connsiteX1637" fmla="*/ 109429 w 260188"/>
                    <a:gd name="connsiteY1637" fmla="*/ 147246 h 301288"/>
                    <a:gd name="connsiteX1638" fmla="*/ 110439 w 260188"/>
                    <a:gd name="connsiteY1638" fmla="*/ 147372 h 301288"/>
                    <a:gd name="connsiteX1639" fmla="*/ 109871 w 260188"/>
                    <a:gd name="connsiteY1639" fmla="*/ 174088 h 301288"/>
                    <a:gd name="connsiteX1640" fmla="*/ 110439 w 260188"/>
                    <a:gd name="connsiteY1640" fmla="*/ 173520 h 301288"/>
                    <a:gd name="connsiteX1641" fmla="*/ 111134 w 260188"/>
                    <a:gd name="connsiteY1641" fmla="*/ 147941 h 301288"/>
                    <a:gd name="connsiteX1642" fmla="*/ 111955 w 260188"/>
                    <a:gd name="connsiteY1642" fmla="*/ 148067 h 301288"/>
                    <a:gd name="connsiteX1643" fmla="*/ 111639 w 260188"/>
                    <a:gd name="connsiteY1643" fmla="*/ 173772 h 301288"/>
                    <a:gd name="connsiteX1644" fmla="*/ 112208 w 260188"/>
                    <a:gd name="connsiteY1644" fmla="*/ 173646 h 301288"/>
                    <a:gd name="connsiteX1645" fmla="*/ 113155 w 260188"/>
                    <a:gd name="connsiteY1645" fmla="*/ 147814 h 301288"/>
                    <a:gd name="connsiteX1646" fmla="*/ 113723 w 260188"/>
                    <a:gd name="connsiteY1646" fmla="*/ 148383 h 301288"/>
                    <a:gd name="connsiteX1647" fmla="*/ 113723 w 260188"/>
                    <a:gd name="connsiteY1647" fmla="*/ 173330 h 301288"/>
                    <a:gd name="connsiteX1648" fmla="*/ 114292 w 260188"/>
                    <a:gd name="connsiteY1648" fmla="*/ 173014 h 301288"/>
                    <a:gd name="connsiteX1649" fmla="*/ 114671 w 260188"/>
                    <a:gd name="connsiteY1649" fmla="*/ 149204 h 301288"/>
                    <a:gd name="connsiteX1650" fmla="*/ 115365 w 260188"/>
                    <a:gd name="connsiteY1650" fmla="*/ 148383 h 301288"/>
                    <a:gd name="connsiteX1651" fmla="*/ 115618 w 260188"/>
                    <a:gd name="connsiteY1651" fmla="*/ 173141 h 301288"/>
                    <a:gd name="connsiteX1652" fmla="*/ 116186 w 260188"/>
                    <a:gd name="connsiteY1652" fmla="*/ 173141 h 301288"/>
                    <a:gd name="connsiteX1653" fmla="*/ 116629 w 260188"/>
                    <a:gd name="connsiteY1653" fmla="*/ 147435 h 301288"/>
                    <a:gd name="connsiteX1654" fmla="*/ 117134 w 260188"/>
                    <a:gd name="connsiteY1654" fmla="*/ 147814 h 301288"/>
                    <a:gd name="connsiteX1655" fmla="*/ 117260 w 260188"/>
                    <a:gd name="connsiteY1655" fmla="*/ 173267 h 301288"/>
                    <a:gd name="connsiteX1656" fmla="*/ 117829 w 260188"/>
                    <a:gd name="connsiteY1656" fmla="*/ 173141 h 301288"/>
                    <a:gd name="connsiteX1657" fmla="*/ 118902 w 260188"/>
                    <a:gd name="connsiteY1657" fmla="*/ 148067 h 301288"/>
                    <a:gd name="connsiteX1658" fmla="*/ 119029 w 260188"/>
                    <a:gd name="connsiteY1658" fmla="*/ 150593 h 301288"/>
                    <a:gd name="connsiteX1659" fmla="*/ 119029 w 260188"/>
                    <a:gd name="connsiteY1659" fmla="*/ 173014 h 301288"/>
                    <a:gd name="connsiteX1660" fmla="*/ 119913 w 260188"/>
                    <a:gd name="connsiteY1660" fmla="*/ 173141 h 301288"/>
                    <a:gd name="connsiteX1661" fmla="*/ 121050 w 260188"/>
                    <a:gd name="connsiteY1661" fmla="*/ 148383 h 301288"/>
                    <a:gd name="connsiteX1662" fmla="*/ 121618 w 260188"/>
                    <a:gd name="connsiteY1662" fmla="*/ 150214 h 301288"/>
                    <a:gd name="connsiteX1663" fmla="*/ 120923 w 260188"/>
                    <a:gd name="connsiteY1663" fmla="*/ 173141 h 301288"/>
                    <a:gd name="connsiteX1664" fmla="*/ 121871 w 260188"/>
                    <a:gd name="connsiteY1664" fmla="*/ 173141 h 301288"/>
                    <a:gd name="connsiteX1665" fmla="*/ 121997 w 260188"/>
                    <a:gd name="connsiteY1665" fmla="*/ 174404 h 301288"/>
                    <a:gd name="connsiteX1666" fmla="*/ 102355 w 260188"/>
                    <a:gd name="connsiteY1666" fmla="*/ 177435 h 301288"/>
                    <a:gd name="connsiteX1667" fmla="*/ 100713 w 260188"/>
                    <a:gd name="connsiteY1667" fmla="*/ 175099 h 301288"/>
                    <a:gd name="connsiteX1668" fmla="*/ 103808 w 260188"/>
                    <a:gd name="connsiteY1668" fmla="*/ 147941 h 301288"/>
                    <a:gd name="connsiteX1669" fmla="*/ 104186 w 260188"/>
                    <a:gd name="connsiteY1669" fmla="*/ 147814 h 301288"/>
                    <a:gd name="connsiteX1670" fmla="*/ 102923 w 260188"/>
                    <a:gd name="connsiteY1670" fmla="*/ 175667 h 301288"/>
                    <a:gd name="connsiteX1671" fmla="*/ 106460 w 260188"/>
                    <a:gd name="connsiteY1671" fmla="*/ 146046 h 301288"/>
                    <a:gd name="connsiteX1672" fmla="*/ 113913 w 260188"/>
                    <a:gd name="connsiteY1672" fmla="*/ 134362 h 301288"/>
                    <a:gd name="connsiteX1673" fmla="*/ 117829 w 260188"/>
                    <a:gd name="connsiteY1673" fmla="*/ 132720 h 301288"/>
                    <a:gd name="connsiteX1674" fmla="*/ 114860 w 260188"/>
                    <a:gd name="connsiteY1674" fmla="*/ 135941 h 301288"/>
                    <a:gd name="connsiteX1675" fmla="*/ 110818 w 260188"/>
                    <a:gd name="connsiteY1675" fmla="*/ 137456 h 301288"/>
                    <a:gd name="connsiteX1676" fmla="*/ 113913 w 260188"/>
                    <a:gd name="connsiteY1676" fmla="*/ 134362 h 301288"/>
                    <a:gd name="connsiteX1677" fmla="*/ 112776 w 260188"/>
                    <a:gd name="connsiteY1677" fmla="*/ 132846 h 301288"/>
                    <a:gd name="connsiteX1678" fmla="*/ 113344 w 260188"/>
                    <a:gd name="connsiteY1678" fmla="*/ 132151 h 301288"/>
                    <a:gd name="connsiteX1679" fmla="*/ 114039 w 260188"/>
                    <a:gd name="connsiteY1679" fmla="*/ 132846 h 301288"/>
                    <a:gd name="connsiteX1680" fmla="*/ 113344 w 260188"/>
                    <a:gd name="connsiteY1680" fmla="*/ 133667 h 301288"/>
                    <a:gd name="connsiteX1681" fmla="*/ 112776 w 260188"/>
                    <a:gd name="connsiteY1681" fmla="*/ 132846 h 301288"/>
                    <a:gd name="connsiteX1682" fmla="*/ 111071 w 260188"/>
                    <a:gd name="connsiteY1682" fmla="*/ 134678 h 301288"/>
                    <a:gd name="connsiteX1683" fmla="*/ 110186 w 260188"/>
                    <a:gd name="connsiteY1683" fmla="*/ 133856 h 301288"/>
                    <a:gd name="connsiteX1684" fmla="*/ 111071 w 260188"/>
                    <a:gd name="connsiteY1684" fmla="*/ 132909 h 301288"/>
                    <a:gd name="connsiteX1685" fmla="*/ 111892 w 260188"/>
                    <a:gd name="connsiteY1685" fmla="*/ 133856 h 301288"/>
                    <a:gd name="connsiteX1686" fmla="*/ 111071 w 260188"/>
                    <a:gd name="connsiteY1686" fmla="*/ 134678 h 301288"/>
                    <a:gd name="connsiteX1687" fmla="*/ 122250 w 260188"/>
                    <a:gd name="connsiteY1687" fmla="*/ 170299 h 301288"/>
                    <a:gd name="connsiteX1688" fmla="*/ 121871 w 260188"/>
                    <a:gd name="connsiteY1688" fmla="*/ 170299 h 301288"/>
                    <a:gd name="connsiteX1689" fmla="*/ 123260 w 260188"/>
                    <a:gd name="connsiteY1689" fmla="*/ 148888 h 301288"/>
                    <a:gd name="connsiteX1690" fmla="*/ 124208 w 260188"/>
                    <a:gd name="connsiteY1690" fmla="*/ 149141 h 301288"/>
                    <a:gd name="connsiteX1691" fmla="*/ 122250 w 260188"/>
                    <a:gd name="connsiteY1691" fmla="*/ 170299 h 301288"/>
                    <a:gd name="connsiteX1692" fmla="*/ 125281 w 260188"/>
                    <a:gd name="connsiteY1692" fmla="*/ 149141 h 301288"/>
                    <a:gd name="connsiteX1693" fmla="*/ 126544 w 260188"/>
                    <a:gd name="connsiteY1693" fmla="*/ 149393 h 301288"/>
                    <a:gd name="connsiteX1694" fmla="*/ 124144 w 260188"/>
                    <a:gd name="connsiteY1694" fmla="*/ 168720 h 301288"/>
                    <a:gd name="connsiteX1695" fmla="*/ 123639 w 260188"/>
                    <a:gd name="connsiteY1695" fmla="*/ 167520 h 301288"/>
                    <a:gd name="connsiteX1696" fmla="*/ 125281 w 260188"/>
                    <a:gd name="connsiteY1696" fmla="*/ 149141 h 301288"/>
                    <a:gd name="connsiteX1697" fmla="*/ 122376 w 260188"/>
                    <a:gd name="connsiteY1697" fmla="*/ 184635 h 301288"/>
                    <a:gd name="connsiteX1698" fmla="*/ 124586 w 260188"/>
                    <a:gd name="connsiteY1698" fmla="*/ 186846 h 301288"/>
                    <a:gd name="connsiteX1699" fmla="*/ 123892 w 260188"/>
                    <a:gd name="connsiteY1699" fmla="*/ 188362 h 301288"/>
                    <a:gd name="connsiteX1700" fmla="*/ 121113 w 260188"/>
                    <a:gd name="connsiteY1700" fmla="*/ 186720 h 301288"/>
                    <a:gd name="connsiteX1701" fmla="*/ 122376 w 260188"/>
                    <a:gd name="connsiteY1701" fmla="*/ 184635 h 301288"/>
                    <a:gd name="connsiteX1702" fmla="*/ 120671 w 260188"/>
                    <a:gd name="connsiteY1702" fmla="*/ 187099 h 301288"/>
                    <a:gd name="connsiteX1703" fmla="*/ 124839 w 260188"/>
                    <a:gd name="connsiteY1703" fmla="*/ 190193 h 301288"/>
                    <a:gd name="connsiteX1704" fmla="*/ 123892 w 260188"/>
                    <a:gd name="connsiteY1704" fmla="*/ 192151 h 301288"/>
                    <a:gd name="connsiteX1705" fmla="*/ 119408 w 260188"/>
                    <a:gd name="connsiteY1705" fmla="*/ 189372 h 301288"/>
                    <a:gd name="connsiteX1706" fmla="*/ 120671 w 260188"/>
                    <a:gd name="connsiteY1706" fmla="*/ 187162 h 301288"/>
                    <a:gd name="connsiteX1707" fmla="*/ 126797 w 260188"/>
                    <a:gd name="connsiteY1707" fmla="*/ 153562 h 301288"/>
                    <a:gd name="connsiteX1708" fmla="*/ 127618 w 260188"/>
                    <a:gd name="connsiteY1708" fmla="*/ 149393 h 301288"/>
                    <a:gd name="connsiteX1709" fmla="*/ 128881 w 260188"/>
                    <a:gd name="connsiteY1709" fmla="*/ 150278 h 301288"/>
                    <a:gd name="connsiteX1710" fmla="*/ 127113 w 260188"/>
                    <a:gd name="connsiteY1710" fmla="*/ 153688 h 301288"/>
                    <a:gd name="connsiteX1711" fmla="*/ 126797 w 260188"/>
                    <a:gd name="connsiteY1711" fmla="*/ 153562 h 301288"/>
                    <a:gd name="connsiteX1712" fmla="*/ 121239 w 260188"/>
                    <a:gd name="connsiteY1712" fmla="*/ 130888 h 301288"/>
                    <a:gd name="connsiteX1713" fmla="*/ 118902 w 260188"/>
                    <a:gd name="connsiteY1713" fmla="*/ 132151 h 301288"/>
                    <a:gd name="connsiteX1714" fmla="*/ 120544 w 260188"/>
                    <a:gd name="connsiteY1714" fmla="*/ 130067 h 301288"/>
                    <a:gd name="connsiteX1715" fmla="*/ 122881 w 260188"/>
                    <a:gd name="connsiteY1715" fmla="*/ 128678 h 301288"/>
                    <a:gd name="connsiteX1716" fmla="*/ 121239 w 260188"/>
                    <a:gd name="connsiteY1716" fmla="*/ 130888 h 301288"/>
                    <a:gd name="connsiteX1717" fmla="*/ 80313 w 260188"/>
                    <a:gd name="connsiteY1717" fmla="*/ 125899 h 301288"/>
                    <a:gd name="connsiteX1718" fmla="*/ 77850 w 260188"/>
                    <a:gd name="connsiteY1718" fmla="*/ 124888 h 301288"/>
                    <a:gd name="connsiteX1719" fmla="*/ 80313 w 260188"/>
                    <a:gd name="connsiteY1719" fmla="*/ 124067 h 301288"/>
                    <a:gd name="connsiteX1720" fmla="*/ 82713 w 260188"/>
                    <a:gd name="connsiteY1720" fmla="*/ 124888 h 301288"/>
                    <a:gd name="connsiteX1721" fmla="*/ 80313 w 260188"/>
                    <a:gd name="connsiteY1721" fmla="*/ 125899 h 301288"/>
                    <a:gd name="connsiteX1722" fmla="*/ 84797 w 260188"/>
                    <a:gd name="connsiteY1722" fmla="*/ 125204 h 301288"/>
                    <a:gd name="connsiteX1723" fmla="*/ 83408 w 260188"/>
                    <a:gd name="connsiteY1723" fmla="*/ 126151 h 301288"/>
                    <a:gd name="connsiteX1724" fmla="*/ 83913 w 260188"/>
                    <a:gd name="connsiteY1724" fmla="*/ 124383 h 301288"/>
                    <a:gd name="connsiteX1725" fmla="*/ 85239 w 260188"/>
                    <a:gd name="connsiteY1725" fmla="*/ 123246 h 301288"/>
                    <a:gd name="connsiteX1726" fmla="*/ 84797 w 260188"/>
                    <a:gd name="connsiteY1726" fmla="*/ 125204 h 301288"/>
                    <a:gd name="connsiteX1727" fmla="*/ 87702 w 260188"/>
                    <a:gd name="connsiteY1727" fmla="*/ 124825 h 301288"/>
                    <a:gd name="connsiteX1728" fmla="*/ 86060 w 260188"/>
                    <a:gd name="connsiteY1728" fmla="*/ 126088 h 301288"/>
                    <a:gd name="connsiteX1729" fmla="*/ 86755 w 260188"/>
                    <a:gd name="connsiteY1729" fmla="*/ 123878 h 301288"/>
                    <a:gd name="connsiteX1730" fmla="*/ 88271 w 260188"/>
                    <a:gd name="connsiteY1730" fmla="*/ 122614 h 301288"/>
                    <a:gd name="connsiteX1731" fmla="*/ 87702 w 260188"/>
                    <a:gd name="connsiteY1731" fmla="*/ 124825 h 301288"/>
                    <a:gd name="connsiteX1732" fmla="*/ 85744 w 260188"/>
                    <a:gd name="connsiteY1732" fmla="*/ 120088 h 301288"/>
                    <a:gd name="connsiteX1733" fmla="*/ 86439 w 260188"/>
                    <a:gd name="connsiteY1733" fmla="*/ 117183 h 301288"/>
                    <a:gd name="connsiteX1734" fmla="*/ 82271 w 260188"/>
                    <a:gd name="connsiteY1734" fmla="*/ 121351 h 301288"/>
                    <a:gd name="connsiteX1735" fmla="*/ 83660 w 260188"/>
                    <a:gd name="connsiteY1735" fmla="*/ 117183 h 301288"/>
                    <a:gd name="connsiteX1736" fmla="*/ 77976 w 260188"/>
                    <a:gd name="connsiteY1736" fmla="*/ 121478 h 301288"/>
                    <a:gd name="connsiteX1737" fmla="*/ 78923 w 260188"/>
                    <a:gd name="connsiteY1737" fmla="*/ 118825 h 301288"/>
                    <a:gd name="connsiteX1738" fmla="*/ 74755 w 260188"/>
                    <a:gd name="connsiteY1738" fmla="*/ 120909 h 301288"/>
                    <a:gd name="connsiteX1739" fmla="*/ 76523 w 260188"/>
                    <a:gd name="connsiteY1739" fmla="*/ 117941 h 301288"/>
                    <a:gd name="connsiteX1740" fmla="*/ 73302 w 260188"/>
                    <a:gd name="connsiteY1740" fmla="*/ 119330 h 301288"/>
                    <a:gd name="connsiteX1741" fmla="*/ 73744 w 260188"/>
                    <a:gd name="connsiteY1741" fmla="*/ 117435 h 301288"/>
                    <a:gd name="connsiteX1742" fmla="*/ 70839 w 260188"/>
                    <a:gd name="connsiteY1742" fmla="*/ 119204 h 301288"/>
                    <a:gd name="connsiteX1743" fmla="*/ 71976 w 260188"/>
                    <a:gd name="connsiteY1743" fmla="*/ 116741 h 301288"/>
                    <a:gd name="connsiteX1744" fmla="*/ 68629 w 260188"/>
                    <a:gd name="connsiteY1744" fmla="*/ 118130 h 301288"/>
                    <a:gd name="connsiteX1745" fmla="*/ 68439 w 260188"/>
                    <a:gd name="connsiteY1745" fmla="*/ 116425 h 301288"/>
                    <a:gd name="connsiteX1746" fmla="*/ 66229 w 260188"/>
                    <a:gd name="connsiteY1746" fmla="*/ 116993 h 301288"/>
                    <a:gd name="connsiteX1747" fmla="*/ 66229 w 260188"/>
                    <a:gd name="connsiteY1747" fmla="*/ 115162 h 301288"/>
                    <a:gd name="connsiteX1748" fmla="*/ 64271 w 260188"/>
                    <a:gd name="connsiteY1748" fmla="*/ 116299 h 301288"/>
                    <a:gd name="connsiteX1749" fmla="*/ 63955 w 260188"/>
                    <a:gd name="connsiteY1749" fmla="*/ 114909 h 301288"/>
                    <a:gd name="connsiteX1750" fmla="*/ 61302 w 260188"/>
                    <a:gd name="connsiteY1750" fmla="*/ 116046 h 301288"/>
                    <a:gd name="connsiteX1751" fmla="*/ 61429 w 260188"/>
                    <a:gd name="connsiteY1751" fmla="*/ 113962 h 301288"/>
                    <a:gd name="connsiteX1752" fmla="*/ 59471 w 260188"/>
                    <a:gd name="connsiteY1752" fmla="*/ 114909 h 301288"/>
                    <a:gd name="connsiteX1753" fmla="*/ 58776 w 260188"/>
                    <a:gd name="connsiteY1753" fmla="*/ 113962 h 301288"/>
                    <a:gd name="connsiteX1754" fmla="*/ 56376 w 260188"/>
                    <a:gd name="connsiteY1754" fmla="*/ 114783 h 301288"/>
                    <a:gd name="connsiteX1755" fmla="*/ 55997 w 260188"/>
                    <a:gd name="connsiteY1755" fmla="*/ 112951 h 301288"/>
                    <a:gd name="connsiteX1756" fmla="*/ 53913 w 260188"/>
                    <a:gd name="connsiteY1756" fmla="*/ 115035 h 301288"/>
                    <a:gd name="connsiteX1757" fmla="*/ 53471 w 260188"/>
                    <a:gd name="connsiteY1757" fmla="*/ 113393 h 301288"/>
                    <a:gd name="connsiteX1758" fmla="*/ 51134 w 260188"/>
                    <a:gd name="connsiteY1758" fmla="*/ 115225 h 301288"/>
                    <a:gd name="connsiteX1759" fmla="*/ 50565 w 260188"/>
                    <a:gd name="connsiteY1759" fmla="*/ 113393 h 301288"/>
                    <a:gd name="connsiteX1760" fmla="*/ 47534 w 260188"/>
                    <a:gd name="connsiteY1760" fmla="*/ 116046 h 301288"/>
                    <a:gd name="connsiteX1761" fmla="*/ 47786 w 260188"/>
                    <a:gd name="connsiteY1761" fmla="*/ 113520 h 301288"/>
                    <a:gd name="connsiteX1762" fmla="*/ 44060 w 260188"/>
                    <a:gd name="connsiteY1762" fmla="*/ 116741 h 301288"/>
                    <a:gd name="connsiteX1763" fmla="*/ 44629 w 260188"/>
                    <a:gd name="connsiteY1763" fmla="*/ 114088 h 301288"/>
                    <a:gd name="connsiteX1764" fmla="*/ 41597 w 260188"/>
                    <a:gd name="connsiteY1764" fmla="*/ 116867 h 301288"/>
                    <a:gd name="connsiteX1765" fmla="*/ 42544 w 260188"/>
                    <a:gd name="connsiteY1765" fmla="*/ 114404 h 301288"/>
                    <a:gd name="connsiteX1766" fmla="*/ 38376 w 260188"/>
                    <a:gd name="connsiteY1766" fmla="*/ 117309 h 301288"/>
                    <a:gd name="connsiteX1767" fmla="*/ 38881 w 260188"/>
                    <a:gd name="connsiteY1767" fmla="*/ 114846 h 301288"/>
                    <a:gd name="connsiteX1768" fmla="*/ 36923 w 260188"/>
                    <a:gd name="connsiteY1768" fmla="*/ 116109 h 301288"/>
                    <a:gd name="connsiteX1769" fmla="*/ 37492 w 260188"/>
                    <a:gd name="connsiteY1769" fmla="*/ 114593 h 301288"/>
                    <a:gd name="connsiteX1770" fmla="*/ 45260 w 260188"/>
                    <a:gd name="connsiteY1770" fmla="*/ 110993 h 301288"/>
                    <a:gd name="connsiteX1771" fmla="*/ 68313 w 260188"/>
                    <a:gd name="connsiteY1771" fmla="*/ 113583 h 301288"/>
                    <a:gd name="connsiteX1772" fmla="*/ 93955 w 260188"/>
                    <a:gd name="connsiteY1772" fmla="*/ 111814 h 301288"/>
                    <a:gd name="connsiteX1773" fmla="*/ 95471 w 260188"/>
                    <a:gd name="connsiteY1773" fmla="*/ 113899 h 301288"/>
                    <a:gd name="connsiteX1774" fmla="*/ 91997 w 260188"/>
                    <a:gd name="connsiteY1774" fmla="*/ 116362 h 301288"/>
                    <a:gd name="connsiteX1775" fmla="*/ 89534 w 260188"/>
                    <a:gd name="connsiteY1775" fmla="*/ 119709 h 301288"/>
                    <a:gd name="connsiteX1776" fmla="*/ 89660 w 260188"/>
                    <a:gd name="connsiteY1776" fmla="*/ 116867 h 301288"/>
                    <a:gd name="connsiteX1777" fmla="*/ 85618 w 260188"/>
                    <a:gd name="connsiteY1777" fmla="*/ 120088 h 301288"/>
                    <a:gd name="connsiteX1778" fmla="*/ 91050 w 260188"/>
                    <a:gd name="connsiteY1778" fmla="*/ 123435 h 301288"/>
                    <a:gd name="connsiteX1779" fmla="*/ 88965 w 260188"/>
                    <a:gd name="connsiteY1779" fmla="*/ 124951 h 301288"/>
                    <a:gd name="connsiteX1780" fmla="*/ 89786 w 260188"/>
                    <a:gd name="connsiteY1780" fmla="*/ 122172 h 301288"/>
                    <a:gd name="connsiteX1781" fmla="*/ 91871 w 260188"/>
                    <a:gd name="connsiteY1781" fmla="*/ 120656 h 301288"/>
                    <a:gd name="connsiteX1782" fmla="*/ 91050 w 260188"/>
                    <a:gd name="connsiteY1782" fmla="*/ 123435 h 301288"/>
                    <a:gd name="connsiteX1783" fmla="*/ 79113 w 260188"/>
                    <a:gd name="connsiteY1783" fmla="*/ 147183 h 301288"/>
                    <a:gd name="connsiteX1784" fmla="*/ 88018 w 260188"/>
                    <a:gd name="connsiteY1784" fmla="*/ 144088 h 301288"/>
                    <a:gd name="connsiteX1785" fmla="*/ 93892 w 260188"/>
                    <a:gd name="connsiteY1785" fmla="*/ 144088 h 301288"/>
                    <a:gd name="connsiteX1786" fmla="*/ 93765 w 260188"/>
                    <a:gd name="connsiteY1786" fmla="*/ 146172 h 301288"/>
                    <a:gd name="connsiteX1787" fmla="*/ 89597 w 260188"/>
                    <a:gd name="connsiteY1787" fmla="*/ 146172 h 301288"/>
                    <a:gd name="connsiteX1788" fmla="*/ 79681 w 260188"/>
                    <a:gd name="connsiteY1788" fmla="*/ 148825 h 301288"/>
                    <a:gd name="connsiteX1789" fmla="*/ 79176 w 260188"/>
                    <a:gd name="connsiteY1789" fmla="*/ 147183 h 301288"/>
                    <a:gd name="connsiteX1790" fmla="*/ 95092 w 260188"/>
                    <a:gd name="connsiteY1790" fmla="*/ 147372 h 301288"/>
                    <a:gd name="connsiteX1791" fmla="*/ 92313 w 260188"/>
                    <a:gd name="connsiteY1791" fmla="*/ 147941 h 301288"/>
                    <a:gd name="connsiteX1792" fmla="*/ 89534 w 260188"/>
                    <a:gd name="connsiteY1792" fmla="*/ 147372 h 301288"/>
                    <a:gd name="connsiteX1793" fmla="*/ 92313 w 260188"/>
                    <a:gd name="connsiteY1793" fmla="*/ 146804 h 301288"/>
                    <a:gd name="connsiteX1794" fmla="*/ 95092 w 260188"/>
                    <a:gd name="connsiteY1794" fmla="*/ 147372 h 301288"/>
                    <a:gd name="connsiteX1795" fmla="*/ 12987 w 260188"/>
                    <a:gd name="connsiteY1795" fmla="*/ 180972 h 301288"/>
                    <a:gd name="connsiteX1796" fmla="*/ 14439 w 260188"/>
                    <a:gd name="connsiteY1796" fmla="*/ 182109 h 301288"/>
                    <a:gd name="connsiteX1797" fmla="*/ 8755 w 260188"/>
                    <a:gd name="connsiteY1797" fmla="*/ 188362 h 301288"/>
                    <a:gd name="connsiteX1798" fmla="*/ 13050 w 260188"/>
                    <a:gd name="connsiteY1798" fmla="*/ 180972 h 301288"/>
                    <a:gd name="connsiteX1799" fmla="*/ 9955 w 260188"/>
                    <a:gd name="connsiteY1799" fmla="*/ 204214 h 301288"/>
                    <a:gd name="connsiteX1800" fmla="*/ 9008 w 260188"/>
                    <a:gd name="connsiteY1800" fmla="*/ 200741 h 301288"/>
                    <a:gd name="connsiteX1801" fmla="*/ 10650 w 260188"/>
                    <a:gd name="connsiteY1801" fmla="*/ 200299 h 301288"/>
                    <a:gd name="connsiteX1802" fmla="*/ 9955 w 260188"/>
                    <a:gd name="connsiteY1802" fmla="*/ 204214 h 301288"/>
                    <a:gd name="connsiteX1803" fmla="*/ 26755 w 260188"/>
                    <a:gd name="connsiteY1803" fmla="*/ 179899 h 301288"/>
                    <a:gd name="connsiteX1804" fmla="*/ 25871 w 260188"/>
                    <a:gd name="connsiteY1804" fmla="*/ 180151 h 301288"/>
                    <a:gd name="connsiteX1805" fmla="*/ 30229 w 260188"/>
                    <a:gd name="connsiteY1805" fmla="*/ 162593 h 301288"/>
                    <a:gd name="connsiteX1806" fmla="*/ 41723 w 260188"/>
                    <a:gd name="connsiteY1806" fmla="*/ 145730 h 301288"/>
                    <a:gd name="connsiteX1807" fmla="*/ 50944 w 260188"/>
                    <a:gd name="connsiteY1807" fmla="*/ 139730 h 301288"/>
                    <a:gd name="connsiteX1808" fmla="*/ 50250 w 260188"/>
                    <a:gd name="connsiteY1808" fmla="*/ 139730 h 301288"/>
                    <a:gd name="connsiteX1809" fmla="*/ 42860 w 260188"/>
                    <a:gd name="connsiteY1809" fmla="*/ 143772 h 301288"/>
                    <a:gd name="connsiteX1810" fmla="*/ 30229 w 260188"/>
                    <a:gd name="connsiteY1810" fmla="*/ 160320 h 301288"/>
                    <a:gd name="connsiteX1811" fmla="*/ 24923 w 260188"/>
                    <a:gd name="connsiteY1811" fmla="*/ 179835 h 301288"/>
                    <a:gd name="connsiteX1812" fmla="*/ 21197 w 260188"/>
                    <a:gd name="connsiteY1812" fmla="*/ 188741 h 301288"/>
                    <a:gd name="connsiteX1813" fmla="*/ 14123 w 260188"/>
                    <a:gd name="connsiteY1813" fmla="*/ 197962 h 301288"/>
                    <a:gd name="connsiteX1814" fmla="*/ 13429 w 260188"/>
                    <a:gd name="connsiteY1814" fmla="*/ 198214 h 301288"/>
                    <a:gd name="connsiteX1815" fmla="*/ 15513 w 260188"/>
                    <a:gd name="connsiteY1815" fmla="*/ 192972 h 301288"/>
                    <a:gd name="connsiteX1816" fmla="*/ 18734 w 260188"/>
                    <a:gd name="connsiteY1816" fmla="*/ 189309 h 301288"/>
                    <a:gd name="connsiteX1817" fmla="*/ 23850 w 260188"/>
                    <a:gd name="connsiteY1817" fmla="*/ 177625 h 301288"/>
                    <a:gd name="connsiteX1818" fmla="*/ 26629 w 260188"/>
                    <a:gd name="connsiteY1818" fmla="*/ 164109 h 301288"/>
                    <a:gd name="connsiteX1819" fmla="*/ 30923 w 260188"/>
                    <a:gd name="connsiteY1819" fmla="*/ 155520 h 301288"/>
                    <a:gd name="connsiteX1820" fmla="*/ 48986 w 260188"/>
                    <a:gd name="connsiteY1820" fmla="*/ 138593 h 301288"/>
                    <a:gd name="connsiteX1821" fmla="*/ 48039 w 260188"/>
                    <a:gd name="connsiteY1821" fmla="*/ 138720 h 301288"/>
                    <a:gd name="connsiteX1822" fmla="*/ 28018 w 260188"/>
                    <a:gd name="connsiteY1822" fmla="*/ 158614 h 301288"/>
                    <a:gd name="connsiteX1823" fmla="*/ 20250 w 260188"/>
                    <a:gd name="connsiteY1823" fmla="*/ 185204 h 301288"/>
                    <a:gd name="connsiteX1824" fmla="*/ 13997 w 260188"/>
                    <a:gd name="connsiteY1824" fmla="*/ 193414 h 301288"/>
                    <a:gd name="connsiteX1825" fmla="*/ 13302 w 260188"/>
                    <a:gd name="connsiteY1825" fmla="*/ 193541 h 301288"/>
                    <a:gd name="connsiteX1826" fmla="*/ 19429 w 260188"/>
                    <a:gd name="connsiteY1826" fmla="*/ 184699 h 301288"/>
                    <a:gd name="connsiteX1827" fmla="*/ 21386 w 260188"/>
                    <a:gd name="connsiteY1827" fmla="*/ 176614 h 301288"/>
                    <a:gd name="connsiteX1828" fmla="*/ 34334 w 260188"/>
                    <a:gd name="connsiteY1828" fmla="*/ 147435 h 301288"/>
                    <a:gd name="connsiteX1829" fmla="*/ 33387 w 260188"/>
                    <a:gd name="connsiteY1829" fmla="*/ 147435 h 301288"/>
                    <a:gd name="connsiteX1830" fmla="*/ 19050 w 260188"/>
                    <a:gd name="connsiteY1830" fmla="*/ 182299 h 301288"/>
                    <a:gd name="connsiteX1831" fmla="*/ 9892 w 260188"/>
                    <a:gd name="connsiteY1831" fmla="*/ 197204 h 301288"/>
                    <a:gd name="connsiteX1832" fmla="*/ 10587 w 260188"/>
                    <a:gd name="connsiteY1832" fmla="*/ 193856 h 301288"/>
                    <a:gd name="connsiteX1833" fmla="*/ 14629 w 260188"/>
                    <a:gd name="connsiteY1833" fmla="*/ 188235 h 301288"/>
                    <a:gd name="connsiteX1834" fmla="*/ 19365 w 260188"/>
                    <a:gd name="connsiteY1834" fmla="*/ 172951 h 301288"/>
                    <a:gd name="connsiteX1835" fmla="*/ 21892 w 260188"/>
                    <a:gd name="connsiteY1835" fmla="*/ 163730 h 301288"/>
                    <a:gd name="connsiteX1836" fmla="*/ 25113 w 260188"/>
                    <a:gd name="connsiteY1836" fmla="*/ 156783 h 301288"/>
                    <a:gd name="connsiteX1837" fmla="*/ 41281 w 260188"/>
                    <a:gd name="connsiteY1837" fmla="*/ 139793 h 301288"/>
                    <a:gd name="connsiteX1838" fmla="*/ 41281 w 260188"/>
                    <a:gd name="connsiteY1838" fmla="*/ 139225 h 301288"/>
                    <a:gd name="connsiteX1839" fmla="*/ 24608 w 260188"/>
                    <a:gd name="connsiteY1839" fmla="*/ 156088 h 301288"/>
                    <a:gd name="connsiteX1840" fmla="*/ 19302 w 260188"/>
                    <a:gd name="connsiteY1840" fmla="*/ 168214 h 301288"/>
                    <a:gd name="connsiteX1841" fmla="*/ 16523 w 260188"/>
                    <a:gd name="connsiteY1841" fmla="*/ 181541 h 301288"/>
                    <a:gd name="connsiteX1842" fmla="*/ 12102 w 260188"/>
                    <a:gd name="connsiteY1842" fmla="*/ 189435 h 301288"/>
                    <a:gd name="connsiteX1843" fmla="*/ 9008 w 260188"/>
                    <a:gd name="connsiteY1843" fmla="*/ 193351 h 301288"/>
                    <a:gd name="connsiteX1844" fmla="*/ 13302 w 260188"/>
                    <a:gd name="connsiteY1844" fmla="*/ 185709 h 301288"/>
                    <a:gd name="connsiteX1845" fmla="*/ 15513 w 260188"/>
                    <a:gd name="connsiteY1845" fmla="*/ 182109 h 301288"/>
                    <a:gd name="connsiteX1846" fmla="*/ 25681 w 260188"/>
                    <a:gd name="connsiteY1846" fmla="*/ 151099 h 301288"/>
                    <a:gd name="connsiteX1847" fmla="*/ 19555 w 260188"/>
                    <a:gd name="connsiteY1847" fmla="*/ 157793 h 301288"/>
                    <a:gd name="connsiteX1848" fmla="*/ 41471 w 260188"/>
                    <a:gd name="connsiteY1848" fmla="*/ 132720 h 301288"/>
                    <a:gd name="connsiteX1849" fmla="*/ 65723 w 260188"/>
                    <a:gd name="connsiteY1849" fmla="*/ 143456 h 301288"/>
                    <a:gd name="connsiteX1850" fmla="*/ 48355 w 260188"/>
                    <a:gd name="connsiteY1850" fmla="*/ 148193 h 301288"/>
                    <a:gd name="connsiteX1851" fmla="*/ 48102 w 260188"/>
                    <a:gd name="connsiteY1851" fmla="*/ 147372 h 301288"/>
                    <a:gd name="connsiteX1852" fmla="*/ 57134 w 260188"/>
                    <a:gd name="connsiteY1852" fmla="*/ 142762 h 301288"/>
                    <a:gd name="connsiteX1853" fmla="*/ 56250 w 260188"/>
                    <a:gd name="connsiteY1853" fmla="*/ 142635 h 301288"/>
                    <a:gd name="connsiteX1854" fmla="*/ 40144 w 260188"/>
                    <a:gd name="connsiteY1854" fmla="*/ 152362 h 301288"/>
                    <a:gd name="connsiteX1855" fmla="*/ 39323 w 260188"/>
                    <a:gd name="connsiteY1855" fmla="*/ 152488 h 301288"/>
                    <a:gd name="connsiteX1856" fmla="*/ 55744 w 260188"/>
                    <a:gd name="connsiteY1856" fmla="*/ 141056 h 301288"/>
                    <a:gd name="connsiteX1857" fmla="*/ 53092 w 260188"/>
                    <a:gd name="connsiteY1857" fmla="*/ 141183 h 301288"/>
                    <a:gd name="connsiteX1858" fmla="*/ 41092 w 260188"/>
                    <a:gd name="connsiteY1858" fmla="*/ 148699 h 301288"/>
                    <a:gd name="connsiteX1859" fmla="*/ 26944 w 260188"/>
                    <a:gd name="connsiteY1859" fmla="*/ 179899 h 301288"/>
                    <a:gd name="connsiteX1860" fmla="*/ 53597 w 260188"/>
                    <a:gd name="connsiteY1860" fmla="*/ 188362 h 301288"/>
                    <a:gd name="connsiteX1861" fmla="*/ 49618 w 260188"/>
                    <a:gd name="connsiteY1861" fmla="*/ 209204 h 301288"/>
                    <a:gd name="connsiteX1862" fmla="*/ 39892 w 260188"/>
                    <a:gd name="connsiteY1862" fmla="*/ 220130 h 301288"/>
                    <a:gd name="connsiteX1863" fmla="*/ 37302 w 260188"/>
                    <a:gd name="connsiteY1863" fmla="*/ 231499 h 301288"/>
                    <a:gd name="connsiteX1864" fmla="*/ 35976 w 260188"/>
                    <a:gd name="connsiteY1864" fmla="*/ 217099 h 301288"/>
                    <a:gd name="connsiteX1865" fmla="*/ 32313 w 260188"/>
                    <a:gd name="connsiteY1865" fmla="*/ 177309 h 301288"/>
                    <a:gd name="connsiteX1866" fmla="*/ 63071 w 260188"/>
                    <a:gd name="connsiteY1866" fmla="*/ 148635 h 301288"/>
                    <a:gd name="connsiteX1867" fmla="*/ 53660 w 260188"/>
                    <a:gd name="connsiteY1867" fmla="*/ 188362 h 301288"/>
                    <a:gd name="connsiteX1868" fmla="*/ 34965 w 260188"/>
                    <a:gd name="connsiteY1868" fmla="*/ 202762 h 301288"/>
                    <a:gd name="connsiteX1869" fmla="*/ 37429 w 260188"/>
                    <a:gd name="connsiteY1869" fmla="*/ 202762 h 301288"/>
                    <a:gd name="connsiteX1870" fmla="*/ 33134 w 260188"/>
                    <a:gd name="connsiteY1870" fmla="*/ 204088 h 301288"/>
                    <a:gd name="connsiteX1871" fmla="*/ 34965 w 260188"/>
                    <a:gd name="connsiteY1871" fmla="*/ 202762 h 301288"/>
                    <a:gd name="connsiteX1872" fmla="*/ 34586 w 260188"/>
                    <a:gd name="connsiteY1872" fmla="*/ 200741 h 301288"/>
                    <a:gd name="connsiteX1873" fmla="*/ 36355 w 260188"/>
                    <a:gd name="connsiteY1873" fmla="*/ 200299 h 301288"/>
                    <a:gd name="connsiteX1874" fmla="*/ 38313 w 260188"/>
                    <a:gd name="connsiteY1874" fmla="*/ 201309 h 301288"/>
                    <a:gd name="connsiteX1875" fmla="*/ 34586 w 260188"/>
                    <a:gd name="connsiteY1875" fmla="*/ 200741 h 301288"/>
                    <a:gd name="connsiteX1876" fmla="*/ 36229 w 260188"/>
                    <a:gd name="connsiteY1876" fmla="*/ 206867 h 301288"/>
                    <a:gd name="connsiteX1877" fmla="*/ 33576 w 260188"/>
                    <a:gd name="connsiteY1877" fmla="*/ 207435 h 301288"/>
                    <a:gd name="connsiteX1878" fmla="*/ 34713 w 260188"/>
                    <a:gd name="connsiteY1878" fmla="*/ 206678 h 301288"/>
                    <a:gd name="connsiteX1879" fmla="*/ 36229 w 260188"/>
                    <a:gd name="connsiteY1879" fmla="*/ 206804 h 301288"/>
                    <a:gd name="connsiteX1880" fmla="*/ 34144 w 260188"/>
                    <a:gd name="connsiteY1880" fmla="*/ 208699 h 301288"/>
                    <a:gd name="connsiteX1881" fmla="*/ 36923 w 260188"/>
                    <a:gd name="connsiteY1881" fmla="*/ 209393 h 301288"/>
                    <a:gd name="connsiteX1882" fmla="*/ 31744 w 260188"/>
                    <a:gd name="connsiteY1882" fmla="*/ 209772 h 301288"/>
                    <a:gd name="connsiteX1883" fmla="*/ 34144 w 260188"/>
                    <a:gd name="connsiteY1883" fmla="*/ 208635 h 301288"/>
                    <a:gd name="connsiteX1884" fmla="*/ 59344 w 260188"/>
                    <a:gd name="connsiteY1884" fmla="*/ 145920 h 301288"/>
                    <a:gd name="connsiteX1885" fmla="*/ 64776 w 260188"/>
                    <a:gd name="connsiteY1885" fmla="*/ 144909 h 301288"/>
                    <a:gd name="connsiteX1886" fmla="*/ 64460 w 260188"/>
                    <a:gd name="connsiteY1886" fmla="*/ 146046 h 301288"/>
                    <a:gd name="connsiteX1887" fmla="*/ 59344 w 260188"/>
                    <a:gd name="connsiteY1887" fmla="*/ 145920 h 301288"/>
                    <a:gd name="connsiteX1888" fmla="*/ 27450 w 260188"/>
                    <a:gd name="connsiteY1888" fmla="*/ 217541 h 301288"/>
                    <a:gd name="connsiteX1889" fmla="*/ 29534 w 260188"/>
                    <a:gd name="connsiteY1889" fmla="*/ 217288 h 301288"/>
                    <a:gd name="connsiteX1890" fmla="*/ 26060 w 260188"/>
                    <a:gd name="connsiteY1890" fmla="*/ 219120 h 301288"/>
                    <a:gd name="connsiteX1891" fmla="*/ 27387 w 260188"/>
                    <a:gd name="connsiteY1891" fmla="*/ 217604 h 301288"/>
                    <a:gd name="connsiteX1892" fmla="*/ 26629 w 260188"/>
                    <a:gd name="connsiteY1892" fmla="*/ 221520 h 301288"/>
                    <a:gd name="connsiteX1893" fmla="*/ 29534 w 260188"/>
                    <a:gd name="connsiteY1893" fmla="*/ 221078 h 301288"/>
                    <a:gd name="connsiteX1894" fmla="*/ 24797 w 260188"/>
                    <a:gd name="connsiteY1894" fmla="*/ 223414 h 301288"/>
                    <a:gd name="connsiteX1895" fmla="*/ 26629 w 260188"/>
                    <a:gd name="connsiteY1895" fmla="*/ 221520 h 301288"/>
                    <a:gd name="connsiteX1896" fmla="*/ 27071 w 260188"/>
                    <a:gd name="connsiteY1896" fmla="*/ 223856 h 301288"/>
                    <a:gd name="connsiteX1897" fmla="*/ 30165 w 260188"/>
                    <a:gd name="connsiteY1897" fmla="*/ 223730 h 301288"/>
                    <a:gd name="connsiteX1898" fmla="*/ 24987 w 260188"/>
                    <a:gd name="connsiteY1898" fmla="*/ 225688 h 301288"/>
                    <a:gd name="connsiteX1899" fmla="*/ 27071 w 260188"/>
                    <a:gd name="connsiteY1899" fmla="*/ 223856 h 301288"/>
                    <a:gd name="connsiteX1900" fmla="*/ 27450 w 260188"/>
                    <a:gd name="connsiteY1900" fmla="*/ 225941 h 301288"/>
                    <a:gd name="connsiteX1901" fmla="*/ 30418 w 260188"/>
                    <a:gd name="connsiteY1901" fmla="*/ 225814 h 301288"/>
                    <a:gd name="connsiteX1902" fmla="*/ 25555 w 260188"/>
                    <a:gd name="connsiteY1902" fmla="*/ 227646 h 301288"/>
                    <a:gd name="connsiteX1903" fmla="*/ 27513 w 260188"/>
                    <a:gd name="connsiteY1903" fmla="*/ 226004 h 301288"/>
                    <a:gd name="connsiteX1904" fmla="*/ 26502 w 260188"/>
                    <a:gd name="connsiteY1904" fmla="*/ 229730 h 301288"/>
                    <a:gd name="connsiteX1905" fmla="*/ 27765 w 260188"/>
                    <a:gd name="connsiteY1905" fmla="*/ 228341 h 301288"/>
                    <a:gd name="connsiteX1906" fmla="*/ 29850 w 260188"/>
                    <a:gd name="connsiteY1906" fmla="*/ 228025 h 301288"/>
                    <a:gd name="connsiteX1907" fmla="*/ 26502 w 260188"/>
                    <a:gd name="connsiteY1907" fmla="*/ 229730 h 301288"/>
                    <a:gd name="connsiteX1908" fmla="*/ 28713 w 260188"/>
                    <a:gd name="connsiteY1908" fmla="*/ 234278 h 301288"/>
                    <a:gd name="connsiteX1909" fmla="*/ 30797 w 260188"/>
                    <a:gd name="connsiteY1909" fmla="*/ 232509 h 301288"/>
                    <a:gd name="connsiteX1910" fmla="*/ 33134 w 260188"/>
                    <a:gd name="connsiteY1910" fmla="*/ 232509 h 301288"/>
                    <a:gd name="connsiteX1911" fmla="*/ 28713 w 260188"/>
                    <a:gd name="connsiteY1911" fmla="*/ 234278 h 301288"/>
                    <a:gd name="connsiteX1912" fmla="*/ 29155 w 260188"/>
                    <a:gd name="connsiteY1912" fmla="*/ 236930 h 301288"/>
                    <a:gd name="connsiteX1913" fmla="*/ 31492 w 260188"/>
                    <a:gd name="connsiteY1913" fmla="*/ 234278 h 301288"/>
                    <a:gd name="connsiteX1914" fmla="*/ 34523 w 260188"/>
                    <a:gd name="connsiteY1914" fmla="*/ 233835 h 301288"/>
                    <a:gd name="connsiteX1915" fmla="*/ 29092 w 260188"/>
                    <a:gd name="connsiteY1915" fmla="*/ 236930 h 301288"/>
                    <a:gd name="connsiteX1916" fmla="*/ 30671 w 260188"/>
                    <a:gd name="connsiteY1916" fmla="*/ 238193 h 301288"/>
                    <a:gd name="connsiteX1917" fmla="*/ 31934 w 260188"/>
                    <a:gd name="connsiteY1917" fmla="*/ 237499 h 301288"/>
                    <a:gd name="connsiteX1918" fmla="*/ 33450 w 260188"/>
                    <a:gd name="connsiteY1918" fmla="*/ 237625 h 301288"/>
                    <a:gd name="connsiteX1919" fmla="*/ 30671 w 260188"/>
                    <a:gd name="connsiteY1919" fmla="*/ 238193 h 301288"/>
                    <a:gd name="connsiteX1920" fmla="*/ 39260 w 260188"/>
                    <a:gd name="connsiteY1920" fmla="*/ 275772 h 301288"/>
                    <a:gd name="connsiteX1921" fmla="*/ 36481 w 260188"/>
                    <a:gd name="connsiteY1921" fmla="*/ 274572 h 301288"/>
                    <a:gd name="connsiteX1922" fmla="*/ 35913 w 260188"/>
                    <a:gd name="connsiteY1922" fmla="*/ 269141 h 301288"/>
                    <a:gd name="connsiteX1923" fmla="*/ 39008 w 260188"/>
                    <a:gd name="connsiteY1923" fmla="*/ 270088 h 301288"/>
                    <a:gd name="connsiteX1924" fmla="*/ 37618 w 260188"/>
                    <a:gd name="connsiteY1924" fmla="*/ 270088 h 301288"/>
                    <a:gd name="connsiteX1925" fmla="*/ 40208 w 260188"/>
                    <a:gd name="connsiteY1925" fmla="*/ 273056 h 301288"/>
                    <a:gd name="connsiteX1926" fmla="*/ 38123 w 260188"/>
                    <a:gd name="connsiteY1926" fmla="*/ 272488 h 301288"/>
                    <a:gd name="connsiteX1927" fmla="*/ 40334 w 260188"/>
                    <a:gd name="connsiteY1927" fmla="*/ 275393 h 301288"/>
                    <a:gd name="connsiteX1928" fmla="*/ 38692 w 260188"/>
                    <a:gd name="connsiteY1928" fmla="*/ 274256 h 301288"/>
                    <a:gd name="connsiteX1929" fmla="*/ 39197 w 260188"/>
                    <a:gd name="connsiteY1929" fmla="*/ 275772 h 301288"/>
                    <a:gd name="connsiteX1930" fmla="*/ 41786 w 260188"/>
                    <a:gd name="connsiteY1930" fmla="*/ 273120 h 301288"/>
                    <a:gd name="connsiteX1931" fmla="*/ 40650 w 260188"/>
                    <a:gd name="connsiteY1931" fmla="*/ 271730 h 301288"/>
                    <a:gd name="connsiteX1932" fmla="*/ 41344 w 260188"/>
                    <a:gd name="connsiteY1932" fmla="*/ 270025 h 301288"/>
                    <a:gd name="connsiteX1933" fmla="*/ 42481 w 260188"/>
                    <a:gd name="connsiteY1933" fmla="*/ 271414 h 301288"/>
                    <a:gd name="connsiteX1934" fmla="*/ 41786 w 260188"/>
                    <a:gd name="connsiteY1934" fmla="*/ 273056 h 301288"/>
                    <a:gd name="connsiteX1935" fmla="*/ 40586 w 260188"/>
                    <a:gd name="connsiteY1935" fmla="*/ 264214 h 301288"/>
                    <a:gd name="connsiteX1936" fmla="*/ 38881 w 260188"/>
                    <a:gd name="connsiteY1936" fmla="*/ 267562 h 301288"/>
                    <a:gd name="connsiteX1937" fmla="*/ 36671 w 260188"/>
                    <a:gd name="connsiteY1937" fmla="*/ 264214 h 301288"/>
                    <a:gd name="connsiteX1938" fmla="*/ 35218 w 260188"/>
                    <a:gd name="connsiteY1938" fmla="*/ 258341 h 301288"/>
                    <a:gd name="connsiteX1939" fmla="*/ 38060 w 260188"/>
                    <a:gd name="connsiteY1939" fmla="*/ 260551 h 301288"/>
                    <a:gd name="connsiteX1940" fmla="*/ 40586 w 260188"/>
                    <a:gd name="connsiteY1940" fmla="*/ 264151 h 301288"/>
                    <a:gd name="connsiteX1941" fmla="*/ 38629 w 260188"/>
                    <a:gd name="connsiteY1941" fmla="*/ 237751 h 301288"/>
                    <a:gd name="connsiteX1942" fmla="*/ 34271 w 260188"/>
                    <a:gd name="connsiteY1942" fmla="*/ 246656 h 301288"/>
                    <a:gd name="connsiteX1943" fmla="*/ 39008 w 260188"/>
                    <a:gd name="connsiteY1943" fmla="*/ 239141 h 301288"/>
                    <a:gd name="connsiteX1944" fmla="*/ 40144 w 260188"/>
                    <a:gd name="connsiteY1944" fmla="*/ 241667 h 301288"/>
                    <a:gd name="connsiteX1945" fmla="*/ 39008 w 260188"/>
                    <a:gd name="connsiteY1945" fmla="*/ 242678 h 301288"/>
                    <a:gd name="connsiteX1946" fmla="*/ 39134 w 260188"/>
                    <a:gd name="connsiteY1946" fmla="*/ 244320 h 301288"/>
                    <a:gd name="connsiteX1947" fmla="*/ 37744 w 260188"/>
                    <a:gd name="connsiteY1947" fmla="*/ 244446 h 301288"/>
                    <a:gd name="connsiteX1948" fmla="*/ 37744 w 260188"/>
                    <a:gd name="connsiteY1948" fmla="*/ 246656 h 301288"/>
                    <a:gd name="connsiteX1949" fmla="*/ 36481 w 260188"/>
                    <a:gd name="connsiteY1949" fmla="*/ 247225 h 301288"/>
                    <a:gd name="connsiteX1950" fmla="*/ 33134 w 260188"/>
                    <a:gd name="connsiteY1950" fmla="*/ 250699 h 301288"/>
                    <a:gd name="connsiteX1951" fmla="*/ 30102 w 260188"/>
                    <a:gd name="connsiteY1951" fmla="*/ 249183 h 301288"/>
                    <a:gd name="connsiteX1952" fmla="*/ 41218 w 260188"/>
                    <a:gd name="connsiteY1952" fmla="*/ 221204 h 301288"/>
                    <a:gd name="connsiteX1953" fmla="*/ 47218 w 260188"/>
                    <a:gd name="connsiteY1953" fmla="*/ 213562 h 301288"/>
                    <a:gd name="connsiteX1954" fmla="*/ 56250 w 260188"/>
                    <a:gd name="connsiteY1954" fmla="*/ 196193 h 301288"/>
                    <a:gd name="connsiteX1955" fmla="*/ 76965 w 260188"/>
                    <a:gd name="connsiteY1955" fmla="*/ 145541 h 301288"/>
                    <a:gd name="connsiteX1956" fmla="*/ 76586 w 260188"/>
                    <a:gd name="connsiteY1956" fmla="*/ 146804 h 301288"/>
                    <a:gd name="connsiteX1957" fmla="*/ 59344 w 260188"/>
                    <a:gd name="connsiteY1957" fmla="*/ 187667 h 301288"/>
                    <a:gd name="connsiteX1958" fmla="*/ 59344 w 260188"/>
                    <a:gd name="connsiteY1958" fmla="*/ 201183 h 301288"/>
                    <a:gd name="connsiteX1959" fmla="*/ 59723 w 260188"/>
                    <a:gd name="connsiteY1959" fmla="*/ 200172 h 301288"/>
                    <a:gd name="connsiteX1960" fmla="*/ 61555 w 260188"/>
                    <a:gd name="connsiteY1960" fmla="*/ 172320 h 301288"/>
                    <a:gd name="connsiteX1961" fmla="*/ 67871 w 260188"/>
                    <a:gd name="connsiteY1961" fmla="*/ 157288 h 301288"/>
                    <a:gd name="connsiteX1962" fmla="*/ 70208 w 260188"/>
                    <a:gd name="connsiteY1962" fmla="*/ 153941 h 301288"/>
                    <a:gd name="connsiteX1963" fmla="*/ 73555 w 260188"/>
                    <a:gd name="connsiteY1963" fmla="*/ 151541 h 301288"/>
                    <a:gd name="connsiteX1964" fmla="*/ 73429 w 260188"/>
                    <a:gd name="connsiteY1964" fmla="*/ 152488 h 301288"/>
                    <a:gd name="connsiteX1965" fmla="*/ 63134 w 260188"/>
                    <a:gd name="connsiteY1965" fmla="*/ 170614 h 301288"/>
                    <a:gd name="connsiteX1966" fmla="*/ 61744 w 260188"/>
                    <a:gd name="connsiteY1966" fmla="*/ 200109 h 301288"/>
                    <a:gd name="connsiteX1967" fmla="*/ 60734 w 260188"/>
                    <a:gd name="connsiteY1967" fmla="*/ 204025 h 301288"/>
                    <a:gd name="connsiteX1968" fmla="*/ 61302 w 260188"/>
                    <a:gd name="connsiteY1968" fmla="*/ 203772 h 301288"/>
                    <a:gd name="connsiteX1969" fmla="*/ 62565 w 260188"/>
                    <a:gd name="connsiteY1969" fmla="*/ 197772 h 301288"/>
                    <a:gd name="connsiteX1970" fmla="*/ 67176 w 260188"/>
                    <a:gd name="connsiteY1970" fmla="*/ 162972 h 301288"/>
                    <a:gd name="connsiteX1971" fmla="*/ 81260 w 260188"/>
                    <a:gd name="connsiteY1971" fmla="*/ 149330 h 301288"/>
                    <a:gd name="connsiteX1972" fmla="*/ 81008 w 260188"/>
                    <a:gd name="connsiteY1972" fmla="*/ 150278 h 301288"/>
                    <a:gd name="connsiteX1973" fmla="*/ 64965 w 260188"/>
                    <a:gd name="connsiteY1973" fmla="*/ 181730 h 301288"/>
                    <a:gd name="connsiteX1974" fmla="*/ 65408 w 260188"/>
                    <a:gd name="connsiteY1974" fmla="*/ 181288 h 301288"/>
                    <a:gd name="connsiteX1975" fmla="*/ 82650 w 260188"/>
                    <a:gd name="connsiteY1975" fmla="*/ 150278 h 301288"/>
                    <a:gd name="connsiteX1976" fmla="*/ 95344 w 260188"/>
                    <a:gd name="connsiteY1976" fmla="*/ 149014 h 301288"/>
                    <a:gd name="connsiteX1977" fmla="*/ 94460 w 260188"/>
                    <a:gd name="connsiteY1977" fmla="*/ 149709 h 301288"/>
                    <a:gd name="connsiteX1978" fmla="*/ 75513 w 260188"/>
                    <a:gd name="connsiteY1978" fmla="*/ 157225 h 301288"/>
                    <a:gd name="connsiteX1979" fmla="*/ 76397 w 260188"/>
                    <a:gd name="connsiteY1979" fmla="*/ 157541 h 301288"/>
                    <a:gd name="connsiteX1980" fmla="*/ 95092 w 260188"/>
                    <a:gd name="connsiteY1980" fmla="*/ 150972 h 301288"/>
                    <a:gd name="connsiteX1981" fmla="*/ 94523 w 260188"/>
                    <a:gd name="connsiteY1981" fmla="*/ 152046 h 301288"/>
                    <a:gd name="connsiteX1982" fmla="*/ 80629 w 260188"/>
                    <a:gd name="connsiteY1982" fmla="*/ 156404 h 301288"/>
                    <a:gd name="connsiteX1983" fmla="*/ 80629 w 260188"/>
                    <a:gd name="connsiteY1983" fmla="*/ 156972 h 301288"/>
                    <a:gd name="connsiteX1984" fmla="*/ 93892 w 260188"/>
                    <a:gd name="connsiteY1984" fmla="*/ 153056 h 301288"/>
                    <a:gd name="connsiteX1985" fmla="*/ 95281 w 260188"/>
                    <a:gd name="connsiteY1985" fmla="*/ 155962 h 301288"/>
                    <a:gd name="connsiteX1986" fmla="*/ 94397 w 260188"/>
                    <a:gd name="connsiteY1986" fmla="*/ 163604 h 301288"/>
                    <a:gd name="connsiteX1987" fmla="*/ 92060 w 260188"/>
                    <a:gd name="connsiteY1987" fmla="*/ 184762 h 301288"/>
                    <a:gd name="connsiteX1988" fmla="*/ 91365 w 260188"/>
                    <a:gd name="connsiteY1988" fmla="*/ 185330 h 301288"/>
                    <a:gd name="connsiteX1989" fmla="*/ 92060 w 260188"/>
                    <a:gd name="connsiteY1989" fmla="*/ 172572 h 301288"/>
                    <a:gd name="connsiteX1990" fmla="*/ 89092 w 260188"/>
                    <a:gd name="connsiteY1990" fmla="*/ 188425 h 301288"/>
                    <a:gd name="connsiteX1991" fmla="*/ 87829 w 260188"/>
                    <a:gd name="connsiteY1991" fmla="*/ 188235 h 301288"/>
                    <a:gd name="connsiteX1992" fmla="*/ 90355 w 260188"/>
                    <a:gd name="connsiteY1992" fmla="*/ 175478 h 301288"/>
                    <a:gd name="connsiteX1993" fmla="*/ 88965 w 260188"/>
                    <a:gd name="connsiteY1993" fmla="*/ 176993 h 301288"/>
                    <a:gd name="connsiteX1994" fmla="*/ 85492 w 260188"/>
                    <a:gd name="connsiteY1994" fmla="*/ 191330 h 301288"/>
                    <a:gd name="connsiteX1995" fmla="*/ 87134 w 260188"/>
                    <a:gd name="connsiteY1995" fmla="*/ 178383 h 301288"/>
                    <a:gd name="connsiteX1996" fmla="*/ 86313 w 260188"/>
                    <a:gd name="connsiteY1996" fmla="*/ 179078 h 301288"/>
                    <a:gd name="connsiteX1997" fmla="*/ 84229 w 260188"/>
                    <a:gd name="connsiteY1997" fmla="*/ 191204 h 301288"/>
                    <a:gd name="connsiteX1998" fmla="*/ 83218 w 260188"/>
                    <a:gd name="connsiteY1998" fmla="*/ 191772 h 301288"/>
                    <a:gd name="connsiteX1999" fmla="*/ 83913 w 260188"/>
                    <a:gd name="connsiteY1999" fmla="*/ 185077 h 301288"/>
                    <a:gd name="connsiteX2000" fmla="*/ 83408 w 260188"/>
                    <a:gd name="connsiteY2000" fmla="*/ 184951 h 301288"/>
                    <a:gd name="connsiteX2001" fmla="*/ 80439 w 260188"/>
                    <a:gd name="connsiteY2001" fmla="*/ 195625 h 301288"/>
                    <a:gd name="connsiteX2002" fmla="*/ 81386 w 260188"/>
                    <a:gd name="connsiteY2002" fmla="*/ 188235 h 301288"/>
                    <a:gd name="connsiteX2003" fmla="*/ 78923 w 260188"/>
                    <a:gd name="connsiteY2003" fmla="*/ 195625 h 301288"/>
                    <a:gd name="connsiteX2004" fmla="*/ 77976 w 260188"/>
                    <a:gd name="connsiteY2004" fmla="*/ 195625 h 301288"/>
                    <a:gd name="connsiteX2005" fmla="*/ 79239 w 260188"/>
                    <a:gd name="connsiteY2005" fmla="*/ 189372 h 301288"/>
                    <a:gd name="connsiteX2006" fmla="*/ 75071 w 260188"/>
                    <a:gd name="connsiteY2006" fmla="*/ 200804 h 301288"/>
                    <a:gd name="connsiteX2007" fmla="*/ 74692 w 260188"/>
                    <a:gd name="connsiteY2007" fmla="*/ 198720 h 301288"/>
                    <a:gd name="connsiteX2008" fmla="*/ 77344 w 260188"/>
                    <a:gd name="connsiteY2008" fmla="*/ 190888 h 301288"/>
                    <a:gd name="connsiteX2009" fmla="*/ 76460 w 260188"/>
                    <a:gd name="connsiteY2009" fmla="*/ 191014 h 301288"/>
                    <a:gd name="connsiteX2010" fmla="*/ 71471 w 260188"/>
                    <a:gd name="connsiteY2010" fmla="*/ 202004 h 301288"/>
                    <a:gd name="connsiteX2011" fmla="*/ 70776 w 260188"/>
                    <a:gd name="connsiteY2011" fmla="*/ 202130 h 301288"/>
                    <a:gd name="connsiteX2012" fmla="*/ 74250 w 260188"/>
                    <a:gd name="connsiteY2012" fmla="*/ 191962 h 301288"/>
                    <a:gd name="connsiteX2013" fmla="*/ 68376 w 260188"/>
                    <a:gd name="connsiteY2013" fmla="*/ 203204 h 301288"/>
                    <a:gd name="connsiteX2014" fmla="*/ 70144 w 260188"/>
                    <a:gd name="connsiteY2014" fmla="*/ 198467 h 301288"/>
                    <a:gd name="connsiteX2015" fmla="*/ 71660 w 260188"/>
                    <a:gd name="connsiteY2015" fmla="*/ 194425 h 301288"/>
                    <a:gd name="connsiteX2016" fmla="*/ 70144 w 260188"/>
                    <a:gd name="connsiteY2016" fmla="*/ 195120 h 301288"/>
                    <a:gd name="connsiteX2017" fmla="*/ 66418 w 260188"/>
                    <a:gd name="connsiteY2017" fmla="*/ 203204 h 301288"/>
                    <a:gd name="connsiteX2018" fmla="*/ 68186 w 260188"/>
                    <a:gd name="connsiteY2018" fmla="*/ 196383 h 301288"/>
                    <a:gd name="connsiteX2019" fmla="*/ 67934 w 260188"/>
                    <a:gd name="connsiteY2019" fmla="*/ 195499 h 301288"/>
                    <a:gd name="connsiteX2020" fmla="*/ 62629 w 260188"/>
                    <a:gd name="connsiteY2020" fmla="*/ 205099 h 301288"/>
                    <a:gd name="connsiteX2021" fmla="*/ 63765 w 260188"/>
                    <a:gd name="connsiteY2021" fmla="*/ 205667 h 301288"/>
                    <a:gd name="connsiteX2022" fmla="*/ 77976 w 260188"/>
                    <a:gd name="connsiteY2022" fmla="*/ 201625 h 301288"/>
                    <a:gd name="connsiteX2023" fmla="*/ 80881 w 260188"/>
                    <a:gd name="connsiteY2023" fmla="*/ 201372 h 301288"/>
                    <a:gd name="connsiteX2024" fmla="*/ 79934 w 260188"/>
                    <a:gd name="connsiteY2024" fmla="*/ 204025 h 301288"/>
                    <a:gd name="connsiteX2025" fmla="*/ 78923 w 260188"/>
                    <a:gd name="connsiteY2025" fmla="*/ 202509 h 301288"/>
                    <a:gd name="connsiteX2026" fmla="*/ 76397 w 260188"/>
                    <a:gd name="connsiteY2026" fmla="*/ 207372 h 301288"/>
                    <a:gd name="connsiteX2027" fmla="*/ 76018 w 260188"/>
                    <a:gd name="connsiteY2027" fmla="*/ 204278 h 301288"/>
                    <a:gd name="connsiteX2028" fmla="*/ 72102 w 260188"/>
                    <a:gd name="connsiteY2028" fmla="*/ 209456 h 301288"/>
                    <a:gd name="connsiteX2029" fmla="*/ 72481 w 260188"/>
                    <a:gd name="connsiteY2029" fmla="*/ 206551 h 301288"/>
                    <a:gd name="connsiteX2030" fmla="*/ 69260 w 260188"/>
                    <a:gd name="connsiteY2030" fmla="*/ 212551 h 301288"/>
                    <a:gd name="connsiteX2031" fmla="*/ 68565 w 260188"/>
                    <a:gd name="connsiteY2031" fmla="*/ 208383 h 301288"/>
                    <a:gd name="connsiteX2032" fmla="*/ 67176 w 260188"/>
                    <a:gd name="connsiteY2032" fmla="*/ 213499 h 301288"/>
                    <a:gd name="connsiteX2033" fmla="*/ 66355 w 260188"/>
                    <a:gd name="connsiteY2033" fmla="*/ 209330 h 301288"/>
                    <a:gd name="connsiteX2034" fmla="*/ 63829 w 260188"/>
                    <a:gd name="connsiteY2034" fmla="*/ 214320 h 301288"/>
                    <a:gd name="connsiteX2035" fmla="*/ 63576 w 260188"/>
                    <a:gd name="connsiteY2035" fmla="*/ 210278 h 301288"/>
                    <a:gd name="connsiteX2036" fmla="*/ 62186 w 260188"/>
                    <a:gd name="connsiteY2036" fmla="*/ 212930 h 301288"/>
                    <a:gd name="connsiteX2037" fmla="*/ 60797 w 260188"/>
                    <a:gd name="connsiteY2037" fmla="*/ 215456 h 301288"/>
                    <a:gd name="connsiteX2038" fmla="*/ 60671 w 260188"/>
                    <a:gd name="connsiteY2038" fmla="*/ 212109 h 301288"/>
                    <a:gd name="connsiteX2039" fmla="*/ 59029 w 260188"/>
                    <a:gd name="connsiteY2039" fmla="*/ 216593 h 301288"/>
                    <a:gd name="connsiteX2040" fmla="*/ 57892 w 260188"/>
                    <a:gd name="connsiteY2040" fmla="*/ 213562 h 301288"/>
                    <a:gd name="connsiteX2041" fmla="*/ 55681 w 260188"/>
                    <a:gd name="connsiteY2041" fmla="*/ 218677 h 301288"/>
                    <a:gd name="connsiteX2042" fmla="*/ 54797 w 260188"/>
                    <a:gd name="connsiteY2042" fmla="*/ 215204 h 301288"/>
                    <a:gd name="connsiteX2043" fmla="*/ 52460 w 260188"/>
                    <a:gd name="connsiteY2043" fmla="*/ 219120 h 301288"/>
                    <a:gd name="connsiteX2044" fmla="*/ 52144 w 260188"/>
                    <a:gd name="connsiteY2044" fmla="*/ 214509 h 301288"/>
                    <a:gd name="connsiteX2045" fmla="*/ 50313 w 260188"/>
                    <a:gd name="connsiteY2045" fmla="*/ 219688 h 301288"/>
                    <a:gd name="connsiteX2046" fmla="*/ 49050 w 260188"/>
                    <a:gd name="connsiteY2046" fmla="*/ 216341 h 301288"/>
                    <a:gd name="connsiteX2047" fmla="*/ 48481 w 260188"/>
                    <a:gd name="connsiteY2047" fmla="*/ 219562 h 301288"/>
                    <a:gd name="connsiteX2048" fmla="*/ 46081 w 260188"/>
                    <a:gd name="connsiteY2048" fmla="*/ 217162 h 301288"/>
                    <a:gd name="connsiteX2049" fmla="*/ 42734 w 260188"/>
                    <a:gd name="connsiteY2049" fmla="*/ 226888 h 301288"/>
                    <a:gd name="connsiteX2050" fmla="*/ 40081 w 260188"/>
                    <a:gd name="connsiteY2050" fmla="*/ 234278 h 301288"/>
                    <a:gd name="connsiteX2051" fmla="*/ 44565 w 260188"/>
                    <a:gd name="connsiteY2051" fmla="*/ 227772 h 301288"/>
                    <a:gd name="connsiteX2052" fmla="*/ 45513 w 260188"/>
                    <a:gd name="connsiteY2052" fmla="*/ 230109 h 301288"/>
                    <a:gd name="connsiteX2053" fmla="*/ 40902 w 260188"/>
                    <a:gd name="connsiteY2053" fmla="*/ 237625 h 301288"/>
                    <a:gd name="connsiteX2054" fmla="*/ 38565 w 260188"/>
                    <a:gd name="connsiteY2054" fmla="*/ 237625 h 301288"/>
                    <a:gd name="connsiteX2055" fmla="*/ 93134 w 260188"/>
                    <a:gd name="connsiteY2055" fmla="*/ 192846 h 301288"/>
                    <a:gd name="connsiteX2056" fmla="*/ 92818 w 260188"/>
                    <a:gd name="connsiteY2056" fmla="*/ 195372 h 301288"/>
                    <a:gd name="connsiteX2057" fmla="*/ 91618 w 260188"/>
                    <a:gd name="connsiteY2057" fmla="*/ 195499 h 301288"/>
                    <a:gd name="connsiteX2058" fmla="*/ 91871 w 260188"/>
                    <a:gd name="connsiteY2058" fmla="*/ 193035 h 301288"/>
                    <a:gd name="connsiteX2059" fmla="*/ 93134 w 260188"/>
                    <a:gd name="connsiteY2059" fmla="*/ 192846 h 301288"/>
                    <a:gd name="connsiteX2060" fmla="*/ 91176 w 260188"/>
                    <a:gd name="connsiteY2060" fmla="*/ 196193 h 301288"/>
                    <a:gd name="connsiteX2061" fmla="*/ 90608 w 260188"/>
                    <a:gd name="connsiteY2061" fmla="*/ 196888 h 301288"/>
                    <a:gd name="connsiteX2062" fmla="*/ 90229 w 260188"/>
                    <a:gd name="connsiteY2062" fmla="*/ 196193 h 301288"/>
                    <a:gd name="connsiteX2063" fmla="*/ 90608 w 260188"/>
                    <a:gd name="connsiteY2063" fmla="*/ 195499 h 301288"/>
                    <a:gd name="connsiteX2064" fmla="*/ 91176 w 260188"/>
                    <a:gd name="connsiteY2064" fmla="*/ 196193 h 301288"/>
                    <a:gd name="connsiteX2065" fmla="*/ 89786 w 260188"/>
                    <a:gd name="connsiteY2065" fmla="*/ 198214 h 301288"/>
                    <a:gd name="connsiteX2066" fmla="*/ 88523 w 260188"/>
                    <a:gd name="connsiteY2066" fmla="*/ 198341 h 301288"/>
                    <a:gd name="connsiteX2067" fmla="*/ 88271 w 260188"/>
                    <a:gd name="connsiteY2067" fmla="*/ 196383 h 301288"/>
                    <a:gd name="connsiteX2068" fmla="*/ 89534 w 260188"/>
                    <a:gd name="connsiteY2068" fmla="*/ 196256 h 301288"/>
                    <a:gd name="connsiteX2069" fmla="*/ 89786 w 260188"/>
                    <a:gd name="connsiteY2069" fmla="*/ 198214 h 301288"/>
                    <a:gd name="connsiteX2070" fmla="*/ 87450 w 260188"/>
                    <a:gd name="connsiteY2070" fmla="*/ 198783 h 301288"/>
                    <a:gd name="connsiteX2071" fmla="*/ 86755 w 260188"/>
                    <a:gd name="connsiteY2071" fmla="*/ 199604 h 301288"/>
                    <a:gd name="connsiteX2072" fmla="*/ 86060 w 260188"/>
                    <a:gd name="connsiteY2072" fmla="*/ 198783 h 301288"/>
                    <a:gd name="connsiteX2073" fmla="*/ 86755 w 260188"/>
                    <a:gd name="connsiteY2073" fmla="*/ 197962 h 301288"/>
                    <a:gd name="connsiteX2074" fmla="*/ 87450 w 260188"/>
                    <a:gd name="connsiteY2074" fmla="*/ 198783 h 301288"/>
                    <a:gd name="connsiteX2075" fmla="*/ 85365 w 260188"/>
                    <a:gd name="connsiteY2075" fmla="*/ 198972 h 301288"/>
                    <a:gd name="connsiteX2076" fmla="*/ 85365 w 260188"/>
                    <a:gd name="connsiteY2076" fmla="*/ 200804 h 301288"/>
                    <a:gd name="connsiteX2077" fmla="*/ 84418 w 260188"/>
                    <a:gd name="connsiteY2077" fmla="*/ 200804 h 301288"/>
                    <a:gd name="connsiteX2078" fmla="*/ 84544 w 260188"/>
                    <a:gd name="connsiteY2078" fmla="*/ 198972 h 301288"/>
                    <a:gd name="connsiteX2079" fmla="*/ 85365 w 260188"/>
                    <a:gd name="connsiteY2079" fmla="*/ 198972 h 301288"/>
                    <a:gd name="connsiteX2080" fmla="*/ 83408 w 260188"/>
                    <a:gd name="connsiteY2080" fmla="*/ 202130 h 301288"/>
                    <a:gd name="connsiteX2081" fmla="*/ 82144 w 260188"/>
                    <a:gd name="connsiteY2081" fmla="*/ 202004 h 301288"/>
                    <a:gd name="connsiteX2082" fmla="*/ 82144 w 260188"/>
                    <a:gd name="connsiteY2082" fmla="*/ 200299 h 301288"/>
                    <a:gd name="connsiteX2083" fmla="*/ 83281 w 260188"/>
                    <a:gd name="connsiteY2083" fmla="*/ 200425 h 301288"/>
                    <a:gd name="connsiteX2084" fmla="*/ 83408 w 260188"/>
                    <a:gd name="connsiteY2084" fmla="*/ 202067 h 301288"/>
                    <a:gd name="connsiteX2085" fmla="*/ 78355 w 260188"/>
                    <a:gd name="connsiteY2085" fmla="*/ 197014 h 301288"/>
                    <a:gd name="connsiteX2086" fmla="*/ 77850 w 260188"/>
                    <a:gd name="connsiteY2086" fmla="*/ 198783 h 301288"/>
                    <a:gd name="connsiteX2087" fmla="*/ 77281 w 260188"/>
                    <a:gd name="connsiteY2087" fmla="*/ 198467 h 301288"/>
                    <a:gd name="connsiteX2088" fmla="*/ 77534 w 260188"/>
                    <a:gd name="connsiteY2088" fmla="*/ 196951 h 301288"/>
                    <a:gd name="connsiteX2089" fmla="*/ 78355 w 260188"/>
                    <a:gd name="connsiteY2089" fmla="*/ 196951 h 301288"/>
                    <a:gd name="connsiteX2090" fmla="*/ 44060 w 260188"/>
                    <a:gd name="connsiteY2090" fmla="*/ 243878 h 301288"/>
                    <a:gd name="connsiteX2091" fmla="*/ 45450 w 260188"/>
                    <a:gd name="connsiteY2091" fmla="*/ 240972 h 301288"/>
                    <a:gd name="connsiteX2092" fmla="*/ 48544 w 260188"/>
                    <a:gd name="connsiteY2092" fmla="*/ 239456 h 301288"/>
                    <a:gd name="connsiteX2093" fmla="*/ 44060 w 260188"/>
                    <a:gd name="connsiteY2093" fmla="*/ 243878 h 301288"/>
                    <a:gd name="connsiteX2094" fmla="*/ 55555 w 260188"/>
                    <a:gd name="connsiteY2094" fmla="*/ 241099 h 301288"/>
                    <a:gd name="connsiteX2095" fmla="*/ 51639 w 260188"/>
                    <a:gd name="connsiteY2095" fmla="*/ 244572 h 301288"/>
                    <a:gd name="connsiteX2096" fmla="*/ 52902 w 260188"/>
                    <a:gd name="connsiteY2096" fmla="*/ 242235 h 301288"/>
                    <a:gd name="connsiteX2097" fmla="*/ 53913 w 260188"/>
                    <a:gd name="connsiteY2097" fmla="*/ 241414 h 301288"/>
                    <a:gd name="connsiteX2098" fmla="*/ 53092 w 260188"/>
                    <a:gd name="connsiteY2098" fmla="*/ 241414 h 301288"/>
                    <a:gd name="connsiteX2099" fmla="*/ 50186 w 260188"/>
                    <a:gd name="connsiteY2099" fmla="*/ 243814 h 301288"/>
                    <a:gd name="connsiteX2100" fmla="*/ 51134 w 260188"/>
                    <a:gd name="connsiteY2100" fmla="*/ 241856 h 301288"/>
                    <a:gd name="connsiteX2101" fmla="*/ 51702 w 260188"/>
                    <a:gd name="connsiteY2101" fmla="*/ 241288 h 301288"/>
                    <a:gd name="connsiteX2102" fmla="*/ 50313 w 260188"/>
                    <a:gd name="connsiteY2102" fmla="*/ 241035 h 301288"/>
                    <a:gd name="connsiteX2103" fmla="*/ 52839 w 260188"/>
                    <a:gd name="connsiteY2103" fmla="*/ 240088 h 301288"/>
                    <a:gd name="connsiteX2104" fmla="*/ 55744 w 260188"/>
                    <a:gd name="connsiteY2104" fmla="*/ 241225 h 301288"/>
                    <a:gd name="connsiteX2105" fmla="*/ 55618 w 260188"/>
                    <a:gd name="connsiteY2105" fmla="*/ 241225 h 301288"/>
                    <a:gd name="connsiteX2106" fmla="*/ 57955 w 260188"/>
                    <a:gd name="connsiteY2106" fmla="*/ 263835 h 301288"/>
                    <a:gd name="connsiteX2107" fmla="*/ 60165 w 260188"/>
                    <a:gd name="connsiteY2107" fmla="*/ 263520 h 301288"/>
                    <a:gd name="connsiteX2108" fmla="*/ 62123 w 260188"/>
                    <a:gd name="connsiteY2108" fmla="*/ 264467 h 301288"/>
                    <a:gd name="connsiteX2109" fmla="*/ 59913 w 260188"/>
                    <a:gd name="connsiteY2109" fmla="*/ 264720 h 301288"/>
                    <a:gd name="connsiteX2110" fmla="*/ 57955 w 260188"/>
                    <a:gd name="connsiteY2110" fmla="*/ 263772 h 301288"/>
                    <a:gd name="connsiteX2111" fmla="*/ 58776 w 260188"/>
                    <a:gd name="connsiteY2111" fmla="*/ 265983 h 301288"/>
                    <a:gd name="connsiteX2112" fmla="*/ 60608 w 260188"/>
                    <a:gd name="connsiteY2112" fmla="*/ 265730 h 301288"/>
                    <a:gd name="connsiteX2113" fmla="*/ 62250 w 260188"/>
                    <a:gd name="connsiteY2113" fmla="*/ 266551 h 301288"/>
                    <a:gd name="connsiteX2114" fmla="*/ 60418 w 260188"/>
                    <a:gd name="connsiteY2114" fmla="*/ 266867 h 301288"/>
                    <a:gd name="connsiteX2115" fmla="*/ 58713 w 260188"/>
                    <a:gd name="connsiteY2115" fmla="*/ 265983 h 301288"/>
                    <a:gd name="connsiteX2116" fmla="*/ 61113 w 260188"/>
                    <a:gd name="connsiteY2116" fmla="*/ 268383 h 301288"/>
                    <a:gd name="connsiteX2117" fmla="*/ 59850 w 260188"/>
                    <a:gd name="connsiteY2117" fmla="*/ 267814 h 301288"/>
                    <a:gd name="connsiteX2118" fmla="*/ 61239 w 260188"/>
                    <a:gd name="connsiteY2118" fmla="*/ 267562 h 301288"/>
                    <a:gd name="connsiteX2119" fmla="*/ 62629 w 260188"/>
                    <a:gd name="connsiteY2119" fmla="*/ 268256 h 301288"/>
                    <a:gd name="connsiteX2120" fmla="*/ 61113 w 260188"/>
                    <a:gd name="connsiteY2120" fmla="*/ 268383 h 301288"/>
                    <a:gd name="connsiteX2121" fmla="*/ 63955 w 260188"/>
                    <a:gd name="connsiteY2121" fmla="*/ 254362 h 301288"/>
                    <a:gd name="connsiteX2122" fmla="*/ 61744 w 260188"/>
                    <a:gd name="connsiteY2122" fmla="*/ 252404 h 301288"/>
                    <a:gd name="connsiteX2123" fmla="*/ 62439 w 260188"/>
                    <a:gd name="connsiteY2123" fmla="*/ 256193 h 301288"/>
                    <a:gd name="connsiteX2124" fmla="*/ 60734 w 260188"/>
                    <a:gd name="connsiteY2124" fmla="*/ 254362 h 301288"/>
                    <a:gd name="connsiteX2125" fmla="*/ 60355 w 260188"/>
                    <a:gd name="connsiteY2125" fmla="*/ 257709 h 301288"/>
                    <a:gd name="connsiteX2126" fmla="*/ 60355 w 260188"/>
                    <a:gd name="connsiteY2126" fmla="*/ 251835 h 301288"/>
                    <a:gd name="connsiteX2127" fmla="*/ 63702 w 260188"/>
                    <a:gd name="connsiteY2127" fmla="*/ 248235 h 301288"/>
                    <a:gd name="connsiteX2128" fmla="*/ 63955 w 260188"/>
                    <a:gd name="connsiteY2128" fmla="*/ 254362 h 301288"/>
                    <a:gd name="connsiteX2129" fmla="*/ 65723 w 260188"/>
                    <a:gd name="connsiteY2129" fmla="*/ 242614 h 301288"/>
                    <a:gd name="connsiteX2130" fmla="*/ 61808 w 260188"/>
                    <a:gd name="connsiteY2130" fmla="*/ 246404 h 301288"/>
                    <a:gd name="connsiteX2131" fmla="*/ 62944 w 260188"/>
                    <a:gd name="connsiteY2131" fmla="*/ 243878 h 301288"/>
                    <a:gd name="connsiteX2132" fmla="*/ 63765 w 260188"/>
                    <a:gd name="connsiteY2132" fmla="*/ 243056 h 301288"/>
                    <a:gd name="connsiteX2133" fmla="*/ 62818 w 260188"/>
                    <a:gd name="connsiteY2133" fmla="*/ 243056 h 301288"/>
                    <a:gd name="connsiteX2134" fmla="*/ 60039 w 260188"/>
                    <a:gd name="connsiteY2134" fmla="*/ 245456 h 301288"/>
                    <a:gd name="connsiteX2135" fmla="*/ 60860 w 260188"/>
                    <a:gd name="connsiteY2135" fmla="*/ 243372 h 301288"/>
                    <a:gd name="connsiteX2136" fmla="*/ 61429 w 260188"/>
                    <a:gd name="connsiteY2136" fmla="*/ 242993 h 301288"/>
                    <a:gd name="connsiteX2137" fmla="*/ 60734 w 260188"/>
                    <a:gd name="connsiteY2137" fmla="*/ 242867 h 301288"/>
                    <a:gd name="connsiteX2138" fmla="*/ 58650 w 260188"/>
                    <a:gd name="connsiteY2138" fmla="*/ 244509 h 301288"/>
                    <a:gd name="connsiteX2139" fmla="*/ 59155 w 260188"/>
                    <a:gd name="connsiteY2139" fmla="*/ 243120 h 301288"/>
                    <a:gd name="connsiteX2140" fmla="*/ 62376 w 260188"/>
                    <a:gd name="connsiteY2140" fmla="*/ 241414 h 301288"/>
                    <a:gd name="connsiteX2141" fmla="*/ 65723 w 260188"/>
                    <a:gd name="connsiteY2141" fmla="*/ 242678 h 301288"/>
                    <a:gd name="connsiteX2142" fmla="*/ 57955 w 260188"/>
                    <a:gd name="connsiteY2142" fmla="*/ 240278 h 301288"/>
                    <a:gd name="connsiteX2143" fmla="*/ 50692 w 260188"/>
                    <a:gd name="connsiteY2143" fmla="*/ 238383 h 301288"/>
                    <a:gd name="connsiteX2144" fmla="*/ 45450 w 260188"/>
                    <a:gd name="connsiteY2144" fmla="*/ 235730 h 301288"/>
                    <a:gd name="connsiteX2145" fmla="*/ 61302 w 260188"/>
                    <a:gd name="connsiteY2145" fmla="*/ 221709 h 301288"/>
                    <a:gd name="connsiteX2146" fmla="*/ 88460 w 260188"/>
                    <a:gd name="connsiteY2146" fmla="*/ 211099 h 301288"/>
                    <a:gd name="connsiteX2147" fmla="*/ 90102 w 260188"/>
                    <a:gd name="connsiteY2147" fmla="*/ 215393 h 301288"/>
                    <a:gd name="connsiteX2148" fmla="*/ 85365 w 260188"/>
                    <a:gd name="connsiteY2148" fmla="*/ 220825 h 301288"/>
                    <a:gd name="connsiteX2149" fmla="*/ 85744 w 260188"/>
                    <a:gd name="connsiteY2149" fmla="*/ 229288 h 301288"/>
                    <a:gd name="connsiteX2150" fmla="*/ 91744 w 260188"/>
                    <a:gd name="connsiteY2150" fmla="*/ 235856 h 301288"/>
                    <a:gd name="connsiteX2151" fmla="*/ 77850 w 260188"/>
                    <a:gd name="connsiteY2151" fmla="*/ 238951 h 301288"/>
                    <a:gd name="connsiteX2152" fmla="*/ 66544 w 260188"/>
                    <a:gd name="connsiteY2152" fmla="*/ 240846 h 301288"/>
                    <a:gd name="connsiteX2153" fmla="*/ 57955 w 260188"/>
                    <a:gd name="connsiteY2153" fmla="*/ 240278 h 301288"/>
                    <a:gd name="connsiteX2154" fmla="*/ 80060 w 260188"/>
                    <a:gd name="connsiteY2154" fmla="*/ 261309 h 301288"/>
                    <a:gd name="connsiteX2155" fmla="*/ 80439 w 260188"/>
                    <a:gd name="connsiteY2155" fmla="*/ 262509 h 301288"/>
                    <a:gd name="connsiteX2156" fmla="*/ 79492 w 260188"/>
                    <a:gd name="connsiteY2156" fmla="*/ 261688 h 301288"/>
                    <a:gd name="connsiteX2157" fmla="*/ 79176 w 260188"/>
                    <a:gd name="connsiteY2157" fmla="*/ 260425 h 301288"/>
                    <a:gd name="connsiteX2158" fmla="*/ 79997 w 260188"/>
                    <a:gd name="connsiteY2158" fmla="*/ 261309 h 301288"/>
                    <a:gd name="connsiteX2159" fmla="*/ 72292 w 260188"/>
                    <a:gd name="connsiteY2159" fmla="*/ 264214 h 301288"/>
                    <a:gd name="connsiteX2160" fmla="*/ 72860 w 260188"/>
                    <a:gd name="connsiteY2160" fmla="*/ 259920 h 301288"/>
                    <a:gd name="connsiteX2161" fmla="*/ 72292 w 260188"/>
                    <a:gd name="connsiteY2161" fmla="*/ 264214 h 301288"/>
                    <a:gd name="connsiteX2162" fmla="*/ 75892 w 260188"/>
                    <a:gd name="connsiteY2162" fmla="*/ 240846 h 301288"/>
                    <a:gd name="connsiteX2163" fmla="*/ 75008 w 260188"/>
                    <a:gd name="connsiteY2163" fmla="*/ 241414 h 301288"/>
                    <a:gd name="connsiteX2164" fmla="*/ 75134 w 260188"/>
                    <a:gd name="connsiteY2164" fmla="*/ 243814 h 301288"/>
                    <a:gd name="connsiteX2165" fmla="*/ 74123 w 260188"/>
                    <a:gd name="connsiteY2165" fmla="*/ 241730 h 301288"/>
                    <a:gd name="connsiteX2166" fmla="*/ 73618 w 260188"/>
                    <a:gd name="connsiteY2166" fmla="*/ 241730 h 301288"/>
                    <a:gd name="connsiteX2167" fmla="*/ 73744 w 260188"/>
                    <a:gd name="connsiteY2167" fmla="*/ 245077 h 301288"/>
                    <a:gd name="connsiteX2168" fmla="*/ 72355 w 260188"/>
                    <a:gd name="connsiteY2168" fmla="*/ 241983 h 301288"/>
                    <a:gd name="connsiteX2169" fmla="*/ 71660 w 260188"/>
                    <a:gd name="connsiteY2169" fmla="*/ 242109 h 301288"/>
                    <a:gd name="connsiteX2170" fmla="*/ 71786 w 260188"/>
                    <a:gd name="connsiteY2170" fmla="*/ 246972 h 301288"/>
                    <a:gd name="connsiteX2171" fmla="*/ 69829 w 260188"/>
                    <a:gd name="connsiteY2171" fmla="*/ 242930 h 301288"/>
                    <a:gd name="connsiteX2172" fmla="*/ 69829 w 260188"/>
                    <a:gd name="connsiteY2172" fmla="*/ 242614 h 301288"/>
                    <a:gd name="connsiteX2173" fmla="*/ 69134 w 260188"/>
                    <a:gd name="connsiteY2173" fmla="*/ 245204 h 301288"/>
                    <a:gd name="connsiteX2174" fmla="*/ 68755 w 260188"/>
                    <a:gd name="connsiteY2174" fmla="*/ 242425 h 301288"/>
                    <a:gd name="connsiteX2175" fmla="*/ 67365 w 260188"/>
                    <a:gd name="connsiteY2175" fmla="*/ 246341 h 301288"/>
                    <a:gd name="connsiteX2176" fmla="*/ 67239 w 260188"/>
                    <a:gd name="connsiteY2176" fmla="*/ 243435 h 301288"/>
                    <a:gd name="connsiteX2177" fmla="*/ 67239 w 260188"/>
                    <a:gd name="connsiteY2177" fmla="*/ 242614 h 301288"/>
                    <a:gd name="connsiteX2178" fmla="*/ 67492 w 260188"/>
                    <a:gd name="connsiteY2178" fmla="*/ 242614 h 301288"/>
                    <a:gd name="connsiteX2179" fmla="*/ 70965 w 260188"/>
                    <a:gd name="connsiteY2179" fmla="*/ 240404 h 301288"/>
                    <a:gd name="connsiteX2180" fmla="*/ 75829 w 260188"/>
                    <a:gd name="connsiteY2180" fmla="*/ 240783 h 301288"/>
                    <a:gd name="connsiteX2181" fmla="*/ 77534 w 260188"/>
                    <a:gd name="connsiteY2181" fmla="*/ 270720 h 301288"/>
                    <a:gd name="connsiteX2182" fmla="*/ 76397 w 260188"/>
                    <a:gd name="connsiteY2182" fmla="*/ 268888 h 301288"/>
                    <a:gd name="connsiteX2183" fmla="*/ 76271 w 260188"/>
                    <a:gd name="connsiteY2183" fmla="*/ 266678 h 301288"/>
                    <a:gd name="connsiteX2184" fmla="*/ 77534 w 260188"/>
                    <a:gd name="connsiteY2184" fmla="*/ 268509 h 301288"/>
                    <a:gd name="connsiteX2185" fmla="*/ 77534 w 260188"/>
                    <a:gd name="connsiteY2185" fmla="*/ 270720 h 301288"/>
                    <a:gd name="connsiteX2186" fmla="*/ 78923 w 260188"/>
                    <a:gd name="connsiteY2186" fmla="*/ 267562 h 301288"/>
                    <a:gd name="connsiteX2187" fmla="*/ 77976 w 260188"/>
                    <a:gd name="connsiteY2187" fmla="*/ 266551 h 301288"/>
                    <a:gd name="connsiteX2188" fmla="*/ 77850 w 260188"/>
                    <a:gd name="connsiteY2188" fmla="*/ 265035 h 301288"/>
                    <a:gd name="connsiteX2189" fmla="*/ 78797 w 260188"/>
                    <a:gd name="connsiteY2189" fmla="*/ 266109 h 301288"/>
                    <a:gd name="connsiteX2190" fmla="*/ 78923 w 260188"/>
                    <a:gd name="connsiteY2190" fmla="*/ 267499 h 301288"/>
                    <a:gd name="connsiteX2191" fmla="*/ 80629 w 260188"/>
                    <a:gd name="connsiteY2191" fmla="*/ 265478 h 301288"/>
                    <a:gd name="connsiteX2192" fmla="*/ 79239 w 260188"/>
                    <a:gd name="connsiteY2192" fmla="*/ 264341 h 301288"/>
                    <a:gd name="connsiteX2193" fmla="*/ 78671 w 260188"/>
                    <a:gd name="connsiteY2193" fmla="*/ 262699 h 301288"/>
                    <a:gd name="connsiteX2194" fmla="*/ 80060 w 260188"/>
                    <a:gd name="connsiteY2194" fmla="*/ 263835 h 301288"/>
                    <a:gd name="connsiteX2195" fmla="*/ 80629 w 260188"/>
                    <a:gd name="connsiteY2195" fmla="*/ 265478 h 301288"/>
                    <a:gd name="connsiteX2196" fmla="*/ 93134 w 260188"/>
                    <a:gd name="connsiteY2196" fmla="*/ 238888 h 301288"/>
                    <a:gd name="connsiteX2197" fmla="*/ 92755 w 260188"/>
                    <a:gd name="connsiteY2197" fmla="*/ 238888 h 301288"/>
                    <a:gd name="connsiteX2198" fmla="*/ 92060 w 260188"/>
                    <a:gd name="connsiteY2198" fmla="*/ 240530 h 301288"/>
                    <a:gd name="connsiteX2199" fmla="*/ 90544 w 260188"/>
                    <a:gd name="connsiteY2199" fmla="*/ 243309 h 301288"/>
                    <a:gd name="connsiteX2200" fmla="*/ 91555 w 260188"/>
                    <a:gd name="connsiteY2200" fmla="*/ 240214 h 301288"/>
                    <a:gd name="connsiteX2201" fmla="*/ 91934 w 260188"/>
                    <a:gd name="connsiteY2201" fmla="*/ 238699 h 301288"/>
                    <a:gd name="connsiteX2202" fmla="*/ 90102 w 260188"/>
                    <a:gd name="connsiteY2202" fmla="*/ 238130 h 301288"/>
                    <a:gd name="connsiteX2203" fmla="*/ 88839 w 260188"/>
                    <a:gd name="connsiteY2203" fmla="*/ 239393 h 301288"/>
                    <a:gd name="connsiteX2204" fmla="*/ 86755 w 260188"/>
                    <a:gd name="connsiteY2204" fmla="*/ 241730 h 301288"/>
                    <a:gd name="connsiteX2205" fmla="*/ 88460 w 260188"/>
                    <a:gd name="connsiteY2205" fmla="*/ 238951 h 301288"/>
                    <a:gd name="connsiteX2206" fmla="*/ 89155 w 260188"/>
                    <a:gd name="connsiteY2206" fmla="*/ 237814 h 301288"/>
                    <a:gd name="connsiteX2207" fmla="*/ 88334 w 260188"/>
                    <a:gd name="connsiteY2207" fmla="*/ 237688 h 301288"/>
                    <a:gd name="connsiteX2208" fmla="*/ 87071 w 260188"/>
                    <a:gd name="connsiteY2208" fmla="*/ 238951 h 301288"/>
                    <a:gd name="connsiteX2209" fmla="*/ 84986 w 260188"/>
                    <a:gd name="connsiteY2209" fmla="*/ 241288 h 301288"/>
                    <a:gd name="connsiteX2210" fmla="*/ 86629 w 260188"/>
                    <a:gd name="connsiteY2210" fmla="*/ 238699 h 301288"/>
                    <a:gd name="connsiteX2211" fmla="*/ 87323 w 260188"/>
                    <a:gd name="connsiteY2211" fmla="*/ 237562 h 301288"/>
                    <a:gd name="connsiteX2212" fmla="*/ 86250 w 260188"/>
                    <a:gd name="connsiteY2212" fmla="*/ 237562 h 301288"/>
                    <a:gd name="connsiteX2213" fmla="*/ 85365 w 260188"/>
                    <a:gd name="connsiteY2213" fmla="*/ 238825 h 301288"/>
                    <a:gd name="connsiteX2214" fmla="*/ 83408 w 260188"/>
                    <a:gd name="connsiteY2214" fmla="*/ 241288 h 301288"/>
                    <a:gd name="connsiteX2215" fmla="*/ 84797 w 260188"/>
                    <a:gd name="connsiteY2215" fmla="*/ 238383 h 301288"/>
                    <a:gd name="connsiteX2216" fmla="*/ 85239 w 260188"/>
                    <a:gd name="connsiteY2216" fmla="*/ 237688 h 301288"/>
                    <a:gd name="connsiteX2217" fmla="*/ 83660 w 260188"/>
                    <a:gd name="connsiteY2217" fmla="*/ 238130 h 301288"/>
                    <a:gd name="connsiteX2218" fmla="*/ 82713 w 260188"/>
                    <a:gd name="connsiteY2218" fmla="*/ 240467 h 301288"/>
                    <a:gd name="connsiteX2219" fmla="*/ 83092 w 260188"/>
                    <a:gd name="connsiteY2219" fmla="*/ 238256 h 301288"/>
                    <a:gd name="connsiteX2220" fmla="*/ 80313 w 260188"/>
                    <a:gd name="connsiteY2220" fmla="*/ 240909 h 301288"/>
                    <a:gd name="connsiteX2221" fmla="*/ 85618 w 260188"/>
                    <a:gd name="connsiteY2221" fmla="*/ 236741 h 301288"/>
                    <a:gd name="connsiteX2222" fmla="*/ 93134 w 260188"/>
                    <a:gd name="connsiteY2222" fmla="*/ 238825 h 301288"/>
                    <a:gd name="connsiteX2223" fmla="*/ 95218 w 260188"/>
                    <a:gd name="connsiteY2223" fmla="*/ 187414 h 301288"/>
                    <a:gd name="connsiteX2224" fmla="*/ 98123 w 260188"/>
                    <a:gd name="connsiteY2224" fmla="*/ 185772 h 301288"/>
                    <a:gd name="connsiteX2225" fmla="*/ 116755 w 260188"/>
                    <a:gd name="connsiteY2225" fmla="*/ 182993 h 301288"/>
                    <a:gd name="connsiteX2226" fmla="*/ 117765 w 260188"/>
                    <a:gd name="connsiteY2226" fmla="*/ 184699 h 301288"/>
                    <a:gd name="connsiteX2227" fmla="*/ 116376 w 260188"/>
                    <a:gd name="connsiteY2227" fmla="*/ 189562 h 301288"/>
                    <a:gd name="connsiteX2228" fmla="*/ 115681 w 260188"/>
                    <a:gd name="connsiteY2228" fmla="*/ 184130 h 301288"/>
                    <a:gd name="connsiteX2229" fmla="*/ 112650 w 260188"/>
                    <a:gd name="connsiteY2229" fmla="*/ 191520 h 301288"/>
                    <a:gd name="connsiteX2230" fmla="*/ 113534 w 260188"/>
                    <a:gd name="connsiteY2230" fmla="*/ 184825 h 301288"/>
                    <a:gd name="connsiteX2231" fmla="*/ 110313 w 260188"/>
                    <a:gd name="connsiteY2231" fmla="*/ 191646 h 301288"/>
                    <a:gd name="connsiteX2232" fmla="*/ 110186 w 260188"/>
                    <a:gd name="connsiteY2232" fmla="*/ 185646 h 301288"/>
                    <a:gd name="connsiteX2233" fmla="*/ 107408 w 260188"/>
                    <a:gd name="connsiteY2233" fmla="*/ 191646 h 301288"/>
                    <a:gd name="connsiteX2234" fmla="*/ 106965 w 260188"/>
                    <a:gd name="connsiteY2234" fmla="*/ 186530 h 301288"/>
                    <a:gd name="connsiteX2235" fmla="*/ 104313 w 260188"/>
                    <a:gd name="connsiteY2235" fmla="*/ 193099 h 301288"/>
                    <a:gd name="connsiteX2236" fmla="*/ 104439 w 260188"/>
                    <a:gd name="connsiteY2236" fmla="*/ 187099 h 301288"/>
                    <a:gd name="connsiteX2237" fmla="*/ 104060 w 260188"/>
                    <a:gd name="connsiteY2237" fmla="*/ 186720 h 301288"/>
                    <a:gd name="connsiteX2238" fmla="*/ 102102 w 260188"/>
                    <a:gd name="connsiteY2238" fmla="*/ 193225 h 301288"/>
                    <a:gd name="connsiteX2239" fmla="*/ 102355 w 260188"/>
                    <a:gd name="connsiteY2239" fmla="*/ 186846 h 301288"/>
                    <a:gd name="connsiteX2240" fmla="*/ 101534 w 260188"/>
                    <a:gd name="connsiteY2240" fmla="*/ 186846 h 301288"/>
                    <a:gd name="connsiteX2241" fmla="*/ 99829 w 260188"/>
                    <a:gd name="connsiteY2241" fmla="*/ 190762 h 301288"/>
                    <a:gd name="connsiteX2242" fmla="*/ 98186 w 260188"/>
                    <a:gd name="connsiteY2242" fmla="*/ 187288 h 301288"/>
                    <a:gd name="connsiteX2243" fmla="*/ 94271 w 260188"/>
                    <a:gd name="connsiteY2243" fmla="*/ 194551 h 301288"/>
                    <a:gd name="connsiteX2244" fmla="*/ 95281 w 260188"/>
                    <a:gd name="connsiteY2244" fmla="*/ 187604 h 301288"/>
                    <a:gd name="connsiteX2245" fmla="*/ 96734 w 260188"/>
                    <a:gd name="connsiteY2245" fmla="*/ 215077 h 301288"/>
                    <a:gd name="connsiteX2246" fmla="*/ 97555 w 260188"/>
                    <a:gd name="connsiteY2246" fmla="*/ 214256 h 301288"/>
                    <a:gd name="connsiteX2247" fmla="*/ 99197 w 260188"/>
                    <a:gd name="connsiteY2247" fmla="*/ 215899 h 301288"/>
                    <a:gd name="connsiteX2248" fmla="*/ 98186 w 260188"/>
                    <a:gd name="connsiteY2248" fmla="*/ 216593 h 301288"/>
                    <a:gd name="connsiteX2249" fmla="*/ 96671 w 260188"/>
                    <a:gd name="connsiteY2249" fmla="*/ 215077 h 301288"/>
                    <a:gd name="connsiteX2250" fmla="*/ 97302 w 260188"/>
                    <a:gd name="connsiteY2250" fmla="*/ 217730 h 301288"/>
                    <a:gd name="connsiteX2251" fmla="*/ 95913 w 260188"/>
                    <a:gd name="connsiteY2251" fmla="*/ 216341 h 301288"/>
                    <a:gd name="connsiteX2252" fmla="*/ 96608 w 260188"/>
                    <a:gd name="connsiteY2252" fmla="*/ 215646 h 301288"/>
                    <a:gd name="connsiteX2253" fmla="*/ 97997 w 260188"/>
                    <a:gd name="connsiteY2253" fmla="*/ 217035 h 301288"/>
                    <a:gd name="connsiteX2254" fmla="*/ 97302 w 260188"/>
                    <a:gd name="connsiteY2254" fmla="*/ 217730 h 301288"/>
                    <a:gd name="connsiteX2255" fmla="*/ 97429 w 260188"/>
                    <a:gd name="connsiteY2255" fmla="*/ 212993 h 301288"/>
                    <a:gd name="connsiteX2256" fmla="*/ 98818 w 260188"/>
                    <a:gd name="connsiteY2256" fmla="*/ 211793 h 301288"/>
                    <a:gd name="connsiteX2257" fmla="*/ 101281 w 260188"/>
                    <a:gd name="connsiteY2257" fmla="*/ 214320 h 301288"/>
                    <a:gd name="connsiteX2258" fmla="*/ 99955 w 260188"/>
                    <a:gd name="connsiteY2258" fmla="*/ 215520 h 301288"/>
                    <a:gd name="connsiteX2259" fmla="*/ 97429 w 260188"/>
                    <a:gd name="connsiteY2259" fmla="*/ 212993 h 301288"/>
                    <a:gd name="connsiteX2260" fmla="*/ 100081 w 260188"/>
                    <a:gd name="connsiteY2260" fmla="*/ 210783 h 301288"/>
                    <a:gd name="connsiteX2261" fmla="*/ 101029 w 260188"/>
                    <a:gd name="connsiteY2261" fmla="*/ 209520 h 301288"/>
                    <a:gd name="connsiteX2262" fmla="*/ 104123 w 260188"/>
                    <a:gd name="connsiteY2262" fmla="*/ 212172 h 301288"/>
                    <a:gd name="connsiteX2263" fmla="*/ 102986 w 260188"/>
                    <a:gd name="connsiteY2263" fmla="*/ 213562 h 301288"/>
                    <a:gd name="connsiteX2264" fmla="*/ 100081 w 260188"/>
                    <a:gd name="connsiteY2264" fmla="*/ 210783 h 301288"/>
                    <a:gd name="connsiteX2265" fmla="*/ 104376 w 260188"/>
                    <a:gd name="connsiteY2265" fmla="*/ 211730 h 301288"/>
                    <a:gd name="connsiteX2266" fmla="*/ 101913 w 260188"/>
                    <a:gd name="connsiteY2266" fmla="*/ 209393 h 301288"/>
                    <a:gd name="connsiteX2267" fmla="*/ 102734 w 260188"/>
                    <a:gd name="connsiteY2267" fmla="*/ 208256 h 301288"/>
                    <a:gd name="connsiteX2268" fmla="*/ 105386 w 260188"/>
                    <a:gd name="connsiteY2268" fmla="*/ 210467 h 301288"/>
                    <a:gd name="connsiteX2269" fmla="*/ 104376 w 260188"/>
                    <a:gd name="connsiteY2269" fmla="*/ 211730 h 301288"/>
                    <a:gd name="connsiteX2270" fmla="*/ 104313 w 260188"/>
                    <a:gd name="connsiteY2270" fmla="*/ 208572 h 301288"/>
                    <a:gd name="connsiteX2271" fmla="*/ 105008 w 260188"/>
                    <a:gd name="connsiteY2271" fmla="*/ 207625 h 301288"/>
                    <a:gd name="connsiteX2272" fmla="*/ 107218 w 260188"/>
                    <a:gd name="connsiteY2272" fmla="*/ 209583 h 301288"/>
                    <a:gd name="connsiteX2273" fmla="*/ 106397 w 260188"/>
                    <a:gd name="connsiteY2273" fmla="*/ 210720 h 301288"/>
                    <a:gd name="connsiteX2274" fmla="*/ 104313 w 260188"/>
                    <a:gd name="connsiteY2274" fmla="*/ 208635 h 301288"/>
                    <a:gd name="connsiteX2275" fmla="*/ 94713 w 260188"/>
                    <a:gd name="connsiteY2275" fmla="*/ 217478 h 301288"/>
                    <a:gd name="connsiteX2276" fmla="*/ 95408 w 260188"/>
                    <a:gd name="connsiteY2276" fmla="*/ 216593 h 301288"/>
                    <a:gd name="connsiteX2277" fmla="*/ 97050 w 260188"/>
                    <a:gd name="connsiteY2277" fmla="*/ 218109 h 301288"/>
                    <a:gd name="connsiteX2278" fmla="*/ 96039 w 260188"/>
                    <a:gd name="connsiteY2278" fmla="*/ 218930 h 301288"/>
                    <a:gd name="connsiteX2279" fmla="*/ 94650 w 260188"/>
                    <a:gd name="connsiteY2279" fmla="*/ 217414 h 301288"/>
                    <a:gd name="connsiteX2280" fmla="*/ 97050 w 260188"/>
                    <a:gd name="connsiteY2280" fmla="*/ 274067 h 301288"/>
                    <a:gd name="connsiteX2281" fmla="*/ 97176 w 260188"/>
                    <a:gd name="connsiteY2281" fmla="*/ 270593 h 301288"/>
                    <a:gd name="connsiteX2282" fmla="*/ 98313 w 260188"/>
                    <a:gd name="connsiteY2282" fmla="*/ 271162 h 301288"/>
                    <a:gd name="connsiteX2283" fmla="*/ 98565 w 260188"/>
                    <a:gd name="connsiteY2283" fmla="*/ 273499 h 301288"/>
                    <a:gd name="connsiteX2284" fmla="*/ 97050 w 260188"/>
                    <a:gd name="connsiteY2284" fmla="*/ 274004 h 301288"/>
                    <a:gd name="connsiteX2285" fmla="*/ 100208 w 260188"/>
                    <a:gd name="connsiteY2285" fmla="*/ 274762 h 301288"/>
                    <a:gd name="connsiteX2286" fmla="*/ 99134 w 260188"/>
                    <a:gd name="connsiteY2286" fmla="*/ 271983 h 301288"/>
                    <a:gd name="connsiteX2287" fmla="*/ 100208 w 260188"/>
                    <a:gd name="connsiteY2287" fmla="*/ 272109 h 301288"/>
                    <a:gd name="connsiteX2288" fmla="*/ 101092 w 260188"/>
                    <a:gd name="connsiteY2288" fmla="*/ 273814 h 301288"/>
                    <a:gd name="connsiteX2289" fmla="*/ 100208 w 260188"/>
                    <a:gd name="connsiteY2289" fmla="*/ 274762 h 301288"/>
                    <a:gd name="connsiteX2290" fmla="*/ 98881 w 260188"/>
                    <a:gd name="connsiteY2290" fmla="*/ 255625 h 301288"/>
                    <a:gd name="connsiteX2291" fmla="*/ 100839 w 260188"/>
                    <a:gd name="connsiteY2291" fmla="*/ 260046 h 301288"/>
                    <a:gd name="connsiteX2292" fmla="*/ 100144 w 260188"/>
                    <a:gd name="connsiteY2292" fmla="*/ 261183 h 301288"/>
                    <a:gd name="connsiteX2293" fmla="*/ 98881 w 260188"/>
                    <a:gd name="connsiteY2293" fmla="*/ 255625 h 301288"/>
                    <a:gd name="connsiteX2294" fmla="*/ 102481 w 260188"/>
                    <a:gd name="connsiteY2294" fmla="*/ 286572 h 301288"/>
                    <a:gd name="connsiteX2295" fmla="*/ 103555 w 260188"/>
                    <a:gd name="connsiteY2295" fmla="*/ 286067 h 301288"/>
                    <a:gd name="connsiteX2296" fmla="*/ 104944 w 260188"/>
                    <a:gd name="connsiteY2296" fmla="*/ 286572 h 301288"/>
                    <a:gd name="connsiteX2297" fmla="*/ 103871 w 260188"/>
                    <a:gd name="connsiteY2297" fmla="*/ 287014 h 301288"/>
                    <a:gd name="connsiteX2298" fmla="*/ 102481 w 260188"/>
                    <a:gd name="connsiteY2298" fmla="*/ 286572 h 301288"/>
                    <a:gd name="connsiteX2299" fmla="*/ 105386 w 260188"/>
                    <a:gd name="connsiteY2299" fmla="*/ 289478 h 301288"/>
                    <a:gd name="connsiteX2300" fmla="*/ 107913 w 260188"/>
                    <a:gd name="connsiteY2300" fmla="*/ 289351 h 301288"/>
                    <a:gd name="connsiteX2301" fmla="*/ 106271 w 260188"/>
                    <a:gd name="connsiteY2301" fmla="*/ 290488 h 301288"/>
                    <a:gd name="connsiteX2302" fmla="*/ 103744 w 260188"/>
                    <a:gd name="connsiteY2302" fmla="*/ 290488 h 301288"/>
                    <a:gd name="connsiteX2303" fmla="*/ 105450 w 260188"/>
                    <a:gd name="connsiteY2303" fmla="*/ 289478 h 301288"/>
                    <a:gd name="connsiteX2304" fmla="*/ 105260 w 260188"/>
                    <a:gd name="connsiteY2304" fmla="*/ 258088 h 301288"/>
                    <a:gd name="connsiteX2305" fmla="*/ 105829 w 260188"/>
                    <a:gd name="connsiteY2305" fmla="*/ 256446 h 301288"/>
                    <a:gd name="connsiteX2306" fmla="*/ 106397 w 260188"/>
                    <a:gd name="connsiteY2306" fmla="*/ 258088 h 301288"/>
                    <a:gd name="connsiteX2307" fmla="*/ 105829 w 260188"/>
                    <a:gd name="connsiteY2307" fmla="*/ 259920 h 301288"/>
                    <a:gd name="connsiteX2308" fmla="*/ 105260 w 260188"/>
                    <a:gd name="connsiteY2308" fmla="*/ 258088 h 301288"/>
                    <a:gd name="connsiteX2309" fmla="*/ 108165 w 260188"/>
                    <a:gd name="connsiteY2309" fmla="*/ 274509 h 301288"/>
                    <a:gd name="connsiteX2310" fmla="*/ 109429 w 260188"/>
                    <a:gd name="connsiteY2310" fmla="*/ 277225 h 301288"/>
                    <a:gd name="connsiteX2311" fmla="*/ 109744 w 260188"/>
                    <a:gd name="connsiteY2311" fmla="*/ 281141 h 301288"/>
                    <a:gd name="connsiteX2312" fmla="*/ 106776 w 260188"/>
                    <a:gd name="connsiteY2312" fmla="*/ 278425 h 301288"/>
                    <a:gd name="connsiteX2313" fmla="*/ 108165 w 260188"/>
                    <a:gd name="connsiteY2313" fmla="*/ 274509 h 301288"/>
                    <a:gd name="connsiteX2314" fmla="*/ 104565 w 260188"/>
                    <a:gd name="connsiteY2314" fmla="*/ 291751 h 301288"/>
                    <a:gd name="connsiteX2315" fmla="*/ 106523 w 260188"/>
                    <a:gd name="connsiteY2315" fmla="*/ 290614 h 301288"/>
                    <a:gd name="connsiteX2316" fmla="*/ 109302 w 260188"/>
                    <a:gd name="connsiteY2316" fmla="*/ 290488 h 301288"/>
                    <a:gd name="connsiteX2317" fmla="*/ 107344 w 260188"/>
                    <a:gd name="connsiteY2317" fmla="*/ 291625 h 301288"/>
                    <a:gd name="connsiteX2318" fmla="*/ 104565 w 260188"/>
                    <a:gd name="connsiteY2318" fmla="*/ 291751 h 301288"/>
                    <a:gd name="connsiteX2319" fmla="*/ 106776 w 260188"/>
                    <a:gd name="connsiteY2319" fmla="*/ 292635 h 301288"/>
                    <a:gd name="connsiteX2320" fmla="*/ 108165 w 260188"/>
                    <a:gd name="connsiteY2320" fmla="*/ 291941 h 301288"/>
                    <a:gd name="connsiteX2321" fmla="*/ 109997 w 260188"/>
                    <a:gd name="connsiteY2321" fmla="*/ 291941 h 301288"/>
                    <a:gd name="connsiteX2322" fmla="*/ 108734 w 260188"/>
                    <a:gd name="connsiteY2322" fmla="*/ 292762 h 301288"/>
                    <a:gd name="connsiteX2323" fmla="*/ 106839 w 260188"/>
                    <a:gd name="connsiteY2323" fmla="*/ 292635 h 301288"/>
                    <a:gd name="connsiteX2324" fmla="*/ 109555 w 260188"/>
                    <a:gd name="connsiteY2324" fmla="*/ 294025 h 301288"/>
                    <a:gd name="connsiteX2325" fmla="*/ 108165 w 260188"/>
                    <a:gd name="connsiteY2325" fmla="*/ 293583 h 301288"/>
                    <a:gd name="connsiteX2326" fmla="*/ 109302 w 260188"/>
                    <a:gd name="connsiteY2326" fmla="*/ 293014 h 301288"/>
                    <a:gd name="connsiteX2327" fmla="*/ 110629 w 260188"/>
                    <a:gd name="connsiteY2327" fmla="*/ 293583 h 301288"/>
                    <a:gd name="connsiteX2328" fmla="*/ 109555 w 260188"/>
                    <a:gd name="connsiteY2328" fmla="*/ 294025 h 301288"/>
                    <a:gd name="connsiteX2329" fmla="*/ 112081 w 260188"/>
                    <a:gd name="connsiteY2329" fmla="*/ 250825 h 301288"/>
                    <a:gd name="connsiteX2330" fmla="*/ 110944 w 260188"/>
                    <a:gd name="connsiteY2330" fmla="*/ 252088 h 301288"/>
                    <a:gd name="connsiteX2331" fmla="*/ 111071 w 260188"/>
                    <a:gd name="connsiteY2331" fmla="*/ 250572 h 301288"/>
                    <a:gd name="connsiteX2332" fmla="*/ 112144 w 260188"/>
                    <a:gd name="connsiteY2332" fmla="*/ 249309 h 301288"/>
                    <a:gd name="connsiteX2333" fmla="*/ 112018 w 260188"/>
                    <a:gd name="connsiteY2333" fmla="*/ 250825 h 301288"/>
                    <a:gd name="connsiteX2334" fmla="*/ 113344 w 260188"/>
                    <a:gd name="connsiteY2334" fmla="*/ 247351 h 301288"/>
                    <a:gd name="connsiteX2335" fmla="*/ 112208 w 260188"/>
                    <a:gd name="connsiteY2335" fmla="*/ 248299 h 301288"/>
                    <a:gd name="connsiteX2336" fmla="*/ 112586 w 260188"/>
                    <a:gd name="connsiteY2336" fmla="*/ 246909 h 301288"/>
                    <a:gd name="connsiteX2337" fmla="*/ 113723 w 260188"/>
                    <a:gd name="connsiteY2337" fmla="*/ 245899 h 301288"/>
                    <a:gd name="connsiteX2338" fmla="*/ 113344 w 260188"/>
                    <a:gd name="connsiteY2338" fmla="*/ 247288 h 301288"/>
                    <a:gd name="connsiteX2339" fmla="*/ 117071 w 260188"/>
                    <a:gd name="connsiteY2339" fmla="*/ 240404 h 301288"/>
                    <a:gd name="connsiteX2340" fmla="*/ 108734 w 260188"/>
                    <a:gd name="connsiteY2340" fmla="*/ 253099 h 301288"/>
                    <a:gd name="connsiteX2341" fmla="*/ 115429 w 260188"/>
                    <a:gd name="connsiteY2341" fmla="*/ 239141 h 301288"/>
                    <a:gd name="connsiteX2342" fmla="*/ 106965 w 260188"/>
                    <a:gd name="connsiteY2342" fmla="*/ 248046 h 301288"/>
                    <a:gd name="connsiteX2343" fmla="*/ 111829 w 260188"/>
                    <a:gd name="connsiteY2343" fmla="*/ 239456 h 301288"/>
                    <a:gd name="connsiteX2344" fmla="*/ 103239 w 260188"/>
                    <a:gd name="connsiteY2344" fmla="*/ 260614 h 301288"/>
                    <a:gd name="connsiteX2345" fmla="*/ 106839 w 260188"/>
                    <a:gd name="connsiteY2345" fmla="*/ 241225 h 301288"/>
                    <a:gd name="connsiteX2346" fmla="*/ 100839 w 260188"/>
                    <a:gd name="connsiteY2346" fmla="*/ 247478 h 301288"/>
                    <a:gd name="connsiteX2347" fmla="*/ 106271 w 260188"/>
                    <a:gd name="connsiteY2347" fmla="*/ 239141 h 301288"/>
                    <a:gd name="connsiteX2348" fmla="*/ 102923 w 260188"/>
                    <a:gd name="connsiteY2348" fmla="*/ 240278 h 301288"/>
                    <a:gd name="connsiteX2349" fmla="*/ 103239 w 260188"/>
                    <a:gd name="connsiteY2349" fmla="*/ 239078 h 301288"/>
                    <a:gd name="connsiteX2350" fmla="*/ 101155 w 260188"/>
                    <a:gd name="connsiteY2350" fmla="*/ 240025 h 301288"/>
                    <a:gd name="connsiteX2351" fmla="*/ 101155 w 260188"/>
                    <a:gd name="connsiteY2351" fmla="*/ 238635 h 301288"/>
                    <a:gd name="connsiteX2352" fmla="*/ 98376 w 260188"/>
                    <a:gd name="connsiteY2352" fmla="*/ 240846 h 301288"/>
                    <a:gd name="connsiteX2353" fmla="*/ 98944 w 260188"/>
                    <a:gd name="connsiteY2353" fmla="*/ 238509 h 301288"/>
                    <a:gd name="connsiteX2354" fmla="*/ 96418 w 260188"/>
                    <a:gd name="connsiteY2354" fmla="*/ 239899 h 301288"/>
                    <a:gd name="connsiteX2355" fmla="*/ 101850 w 260188"/>
                    <a:gd name="connsiteY2355" fmla="*/ 237562 h 301288"/>
                    <a:gd name="connsiteX2356" fmla="*/ 111450 w 260188"/>
                    <a:gd name="connsiteY2356" fmla="*/ 238130 h 301288"/>
                    <a:gd name="connsiteX2357" fmla="*/ 117576 w 260188"/>
                    <a:gd name="connsiteY2357" fmla="*/ 238004 h 301288"/>
                    <a:gd name="connsiteX2358" fmla="*/ 117134 w 260188"/>
                    <a:gd name="connsiteY2358" fmla="*/ 240530 h 301288"/>
                    <a:gd name="connsiteX2359" fmla="*/ 119408 w 260188"/>
                    <a:gd name="connsiteY2359" fmla="*/ 284678 h 301288"/>
                    <a:gd name="connsiteX2360" fmla="*/ 120418 w 260188"/>
                    <a:gd name="connsiteY2360" fmla="*/ 283667 h 301288"/>
                    <a:gd name="connsiteX2361" fmla="*/ 121808 w 260188"/>
                    <a:gd name="connsiteY2361" fmla="*/ 283667 h 301288"/>
                    <a:gd name="connsiteX2362" fmla="*/ 120860 w 260188"/>
                    <a:gd name="connsiteY2362" fmla="*/ 284678 h 301288"/>
                    <a:gd name="connsiteX2363" fmla="*/ 119471 w 260188"/>
                    <a:gd name="connsiteY2363" fmla="*/ 284678 h 301288"/>
                    <a:gd name="connsiteX2364" fmla="*/ 126544 w 260188"/>
                    <a:gd name="connsiteY2364" fmla="*/ 287583 h 301288"/>
                    <a:gd name="connsiteX2365" fmla="*/ 124902 w 260188"/>
                    <a:gd name="connsiteY2365" fmla="*/ 289225 h 301288"/>
                    <a:gd name="connsiteX2366" fmla="*/ 122502 w 260188"/>
                    <a:gd name="connsiteY2366" fmla="*/ 289099 h 301288"/>
                    <a:gd name="connsiteX2367" fmla="*/ 124144 w 260188"/>
                    <a:gd name="connsiteY2367" fmla="*/ 287456 h 301288"/>
                    <a:gd name="connsiteX2368" fmla="*/ 126544 w 260188"/>
                    <a:gd name="connsiteY2368" fmla="*/ 287583 h 301288"/>
                    <a:gd name="connsiteX2369" fmla="*/ 122250 w 260188"/>
                    <a:gd name="connsiteY2369" fmla="*/ 286193 h 301288"/>
                    <a:gd name="connsiteX2370" fmla="*/ 124081 w 260188"/>
                    <a:gd name="connsiteY2370" fmla="*/ 286193 h 301288"/>
                    <a:gd name="connsiteX2371" fmla="*/ 122818 w 260188"/>
                    <a:gd name="connsiteY2371" fmla="*/ 287456 h 301288"/>
                    <a:gd name="connsiteX2372" fmla="*/ 120986 w 260188"/>
                    <a:gd name="connsiteY2372" fmla="*/ 287456 h 301288"/>
                    <a:gd name="connsiteX2373" fmla="*/ 122250 w 260188"/>
                    <a:gd name="connsiteY2373" fmla="*/ 286193 h 301288"/>
                    <a:gd name="connsiteX2374" fmla="*/ 124839 w 260188"/>
                    <a:gd name="connsiteY2374" fmla="*/ 241099 h 301288"/>
                    <a:gd name="connsiteX2375" fmla="*/ 124018 w 260188"/>
                    <a:gd name="connsiteY2375" fmla="*/ 239709 h 301288"/>
                    <a:gd name="connsiteX2376" fmla="*/ 124334 w 260188"/>
                    <a:gd name="connsiteY2376" fmla="*/ 238635 h 301288"/>
                    <a:gd name="connsiteX2377" fmla="*/ 125155 w 260188"/>
                    <a:gd name="connsiteY2377" fmla="*/ 240151 h 301288"/>
                    <a:gd name="connsiteX2378" fmla="*/ 124902 w 260188"/>
                    <a:gd name="connsiteY2378" fmla="*/ 241162 h 301288"/>
                    <a:gd name="connsiteX2379" fmla="*/ 124460 w 260188"/>
                    <a:gd name="connsiteY2379" fmla="*/ 227330 h 301288"/>
                    <a:gd name="connsiteX2380" fmla="*/ 122629 w 260188"/>
                    <a:gd name="connsiteY2380" fmla="*/ 226635 h 301288"/>
                    <a:gd name="connsiteX2381" fmla="*/ 120923 w 260188"/>
                    <a:gd name="connsiteY2381" fmla="*/ 225941 h 301288"/>
                    <a:gd name="connsiteX2382" fmla="*/ 124713 w 260188"/>
                    <a:gd name="connsiteY2382" fmla="*/ 226383 h 301288"/>
                    <a:gd name="connsiteX2383" fmla="*/ 125534 w 260188"/>
                    <a:gd name="connsiteY2383" fmla="*/ 227772 h 301288"/>
                    <a:gd name="connsiteX2384" fmla="*/ 125408 w 260188"/>
                    <a:gd name="connsiteY2384" fmla="*/ 227646 h 301288"/>
                    <a:gd name="connsiteX2385" fmla="*/ 124397 w 260188"/>
                    <a:gd name="connsiteY2385" fmla="*/ 227393 h 301288"/>
                    <a:gd name="connsiteX2386" fmla="*/ 127302 w 260188"/>
                    <a:gd name="connsiteY2386" fmla="*/ 240972 h 301288"/>
                    <a:gd name="connsiteX2387" fmla="*/ 126481 w 260188"/>
                    <a:gd name="connsiteY2387" fmla="*/ 239835 h 301288"/>
                    <a:gd name="connsiteX2388" fmla="*/ 126355 w 260188"/>
                    <a:gd name="connsiteY2388" fmla="*/ 238446 h 301288"/>
                    <a:gd name="connsiteX2389" fmla="*/ 127050 w 260188"/>
                    <a:gd name="connsiteY2389" fmla="*/ 239583 h 301288"/>
                    <a:gd name="connsiteX2390" fmla="*/ 127239 w 260188"/>
                    <a:gd name="connsiteY2390" fmla="*/ 240972 h 301288"/>
                    <a:gd name="connsiteX2391" fmla="*/ 127492 w 260188"/>
                    <a:gd name="connsiteY2391" fmla="*/ 228151 h 301288"/>
                    <a:gd name="connsiteX2392" fmla="*/ 126544 w 260188"/>
                    <a:gd name="connsiteY2392" fmla="*/ 226509 h 301288"/>
                    <a:gd name="connsiteX2393" fmla="*/ 127681 w 260188"/>
                    <a:gd name="connsiteY2393" fmla="*/ 226635 h 301288"/>
                    <a:gd name="connsiteX2394" fmla="*/ 128755 w 260188"/>
                    <a:gd name="connsiteY2394" fmla="*/ 228467 h 301288"/>
                    <a:gd name="connsiteX2395" fmla="*/ 127492 w 260188"/>
                    <a:gd name="connsiteY2395" fmla="*/ 228151 h 301288"/>
                    <a:gd name="connsiteX2396" fmla="*/ 129450 w 260188"/>
                    <a:gd name="connsiteY2396" fmla="*/ 241099 h 301288"/>
                    <a:gd name="connsiteX2397" fmla="*/ 128881 w 260188"/>
                    <a:gd name="connsiteY2397" fmla="*/ 239835 h 301288"/>
                    <a:gd name="connsiteX2398" fmla="*/ 128881 w 260188"/>
                    <a:gd name="connsiteY2398" fmla="*/ 238004 h 301288"/>
                    <a:gd name="connsiteX2399" fmla="*/ 129892 w 260188"/>
                    <a:gd name="connsiteY2399" fmla="*/ 239835 h 301288"/>
                    <a:gd name="connsiteX2400" fmla="*/ 129513 w 260188"/>
                    <a:gd name="connsiteY2400" fmla="*/ 241099 h 301288"/>
                    <a:gd name="connsiteX2401" fmla="*/ 132544 w 260188"/>
                    <a:gd name="connsiteY2401" fmla="*/ 240972 h 301288"/>
                    <a:gd name="connsiteX2402" fmla="*/ 131408 w 260188"/>
                    <a:gd name="connsiteY2402" fmla="*/ 239267 h 301288"/>
                    <a:gd name="connsiteX2403" fmla="*/ 131281 w 260188"/>
                    <a:gd name="connsiteY2403" fmla="*/ 237183 h 301288"/>
                    <a:gd name="connsiteX2404" fmla="*/ 132355 w 260188"/>
                    <a:gd name="connsiteY2404" fmla="*/ 239014 h 301288"/>
                    <a:gd name="connsiteX2405" fmla="*/ 132481 w 260188"/>
                    <a:gd name="connsiteY2405" fmla="*/ 240972 h 301288"/>
                    <a:gd name="connsiteX2406" fmla="*/ 134755 w 260188"/>
                    <a:gd name="connsiteY2406" fmla="*/ 241541 h 301288"/>
                    <a:gd name="connsiteX2407" fmla="*/ 133808 w 260188"/>
                    <a:gd name="connsiteY2407" fmla="*/ 239456 h 301288"/>
                    <a:gd name="connsiteX2408" fmla="*/ 133808 w 260188"/>
                    <a:gd name="connsiteY2408" fmla="*/ 237183 h 301288"/>
                    <a:gd name="connsiteX2409" fmla="*/ 134944 w 260188"/>
                    <a:gd name="connsiteY2409" fmla="*/ 239141 h 301288"/>
                    <a:gd name="connsiteX2410" fmla="*/ 134818 w 260188"/>
                    <a:gd name="connsiteY2410" fmla="*/ 241541 h 301288"/>
                    <a:gd name="connsiteX2411" fmla="*/ 137344 w 260188"/>
                    <a:gd name="connsiteY2411" fmla="*/ 241793 h 301288"/>
                    <a:gd name="connsiteX2412" fmla="*/ 136397 w 260188"/>
                    <a:gd name="connsiteY2412" fmla="*/ 240088 h 301288"/>
                    <a:gd name="connsiteX2413" fmla="*/ 136523 w 260188"/>
                    <a:gd name="connsiteY2413" fmla="*/ 237562 h 301288"/>
                    <a:gd name="connsiteX2414" fmla="*/ 137786 w 260188"/>
                    <a:gd name="connsiteY2414" fmla="*/ 239962 h 301288"/>
                    <a:gd name="connsiteX2415" fmla="*/ 137344 w 260188"/>
                    <a:gd name="connsiteY2415" fmla="*/ 241793 h 301288"/>
                    <a:gd name="connsiteX2416" fmla="*/ 139618 w 260188"/>
                    <a:gd name="connsiteY2416" fmla="*/ 241541 h 301288"/>
                    <a:gd name="connsiteX2417" fmla="*/ 138481 w 260188"/>
                    <a:gd name="connsiteY2417" fmla="*/ 239456 h 301288"/>
                    <a:gd name="connsiteX2418" fmla="*/ 138355 w 260188"/>
                    <a:gd name="connsiteY2418" fmla="*/ 237056 h 301288"/>
                    <a:gd name="connsiteX2419" fmla="*/ 139618 w 260188"/>
                    <a:gd name="connsiteY2419" fmla="*/ 239141 h 301288"/>
                    <a:gd name="connsiteX2420" fmla="*/ 139618 w 260188"/>
                    <a:gd name="connsiteY2420" fmla="*/ 241541 h 301288"/>
                    <a:gd name="connsiteX2421" fmla="*/ 140629 w 260188"/>
                    <a:gd name="connsiteY2421" fmla="*/ 251267 h 301288"/>
                    <a:gd name="connsiteX2422" fmla="*/ 140313 w 260188"/>
                    <a:gd name="connsiteY2422" fmla="*/ 249878 h 301288"/>
                    <a:gd name="connsiteX2423" fmla="*/ 141008 w 260188"/>
                    <a:gd name="connsiteY2423" fmla="*/ 250888 h 301288"/>
                    <a:gd name="connsiteX2424" fmla="*/ 141323 w 260188"/>
                    <a:gd name="connsiteY2424" fmla="*/ 252278 h 301288"/>
                    <a:gd name="connsiteX2425" fmla="*/ 140629 w 260188"/>
                    <a:gd name="connsiteY2425" fmla="*/ 251330 h 301288"/>
                    <a:gd name="connsiteX2426" fmla="*/ 141323 w 260188"/>
                    <a:gd name="connsiteY2426" fmla="*/ 241920 h 301288"/>
                    <a:gd name="connsiteX2427" fmla="*/ 140629 w 260188"/>
                    <a:gd name="connsiteY2427" fmla="*/ 239141 h 301288"/>
                    <a:gd name="connsiteX2428" fmla="*/ 141323 w 260188"/>
                    <a:gd name="connsiteY2428" fmla="*/ 236362 h 301288"/>
                    <a:gd name="connsiteX2429" fmla="*/ 142018 w 260188"/>
                    <a:gd name="connsiteY2429" fmla="*/ 239141 h 301288"/>
                    <a:gd name="connsiteX2430" fmla="*/ 141323 w 260188"/>
                    <a:gd name="connsiteY2430" fmla="*/ 241920 h 301288"/>
                    <a:gd name="connsiteX2431" fmla="*/ 143092 w 260188"/>
                    <a:gd name="connsiteY2431" fmla="*/ 252088 h 301288"/>
                    <a:gd name="connsiteX2432" fmla="*/ 142397 w 260188"/>
                    <a:gd name="connsiteY2432" fmla="*/ 250951 h 301288"/>
                    <a:gd name="connsiteX2433" fmla="*/ 142271 w 260188"/>
                    <a:gd name="connsiteY2433" fmla="*/ 249183 h 301288"/>
                    <a:gd name="connsiteX2434" fmla="*/ 143281 w 260188"/>
                    <a:gd name="connsiteY2434" fmla="*/ 250699 h 301288"/>
                    <a:gd name="connsiteX2435" fmla="*/ 143155 w 260188"/>
                    <a:gd name="connsiteY2435" fmla="*/ 252088 h 301288"/>
                    <a:gd name="connsiteX2436" fmla="*/ 143660 w 260188"/>
                    <a:gd name="connsiteY2436" fmla="*/ 241920 h 301288"/>
                    <a:gd name="connsiteX2437" fmla="*/ 143092 w 260188"/>
                    <a:gd name="connsiteY2437" fmla="*/ 239583 h 301288"/>
                    <a:gd name="connsiteX2438" fmla="*/ 143660 w 260188"/>
                    <a:gd name="connsiteY2438" fmla="*/ 237183 h 301288"/>
                    <a:gd name="connsiteX2439" fmla="*/ 144165 w 260188"/>
                    <a:gd name="connsiteY2439" fmla="*/ 239583 h 301288"/>
                    <a:gd name="connsiteX2440" fmla="*/ 143660 w 260188"/>
                    <a:gd name="connsiteY2440" fmla="*/ 241920 h 301288"/>
                    <a:gd name="connsiteX2441" fmla="*/ 146565 w 260188"/>
                    <a:gd name="connsiteY2441" fmla="*/ 256699 h 301288"/>
                    <a:gd name="connsiteX2442" fmla="*/ 146313 w 260188"/>
                    <a:gd name="connsiteY2442" fmla="*/ 255183 h 301288"/>
                    <a:gd name="connsiteX2443" fmla="*/ 147197 w 260188"/>
                    <a:gd name="connsiteY2443" fmla="*/ 255183 h 301288"/>
                    <a:gd name="connsiteX2444" fmla="*/ 146629 w 260188"/>
                    <a:gd name="connsiteY2444" fmla="*/ 256699 h 301288"/>
                    <a:gd name="connsiteX2445" fmla="*/ 148397 w 260188"/>
                    <a:gd name="connsiteY2445" fmla="*/ 256699 h 301288"/>
                    <a:gd name="connsiteX2446" fmla="*/ 148018 w 260188"/>
                    <a:gd name="connsiteY2446" fmla="*/ 254930 h 301288"/>
                    <a:gd name="connsiteX2447" fmla="*/ 148713 w 260188"/>
                    <a:gd name="connsiteY2447" fmla="*/ 253667 h 301288"/>
                    <a:gd name="connsiteX2448" fmla="*/ 149155 w 260188"/>
                    <a:gd name="connsiteY2448" fmla="*/ 255056 h 301288"/>
                    <a:gd name="connsiteX2449" fmla="*/ 148460 w 260188"/>
                    <a:gd name="connsiteY2449" fmla="*/ 256699 h 301288"/>
                    <a:gd name="connsiteX2450" fmla="*/ 150039 w 260188"/>
                    <a:gd name="connsiteY2450" fmla="*/ 256446 h 301288"/>
                    <a:gd name="connsiteX2451" fmla="*/ 149786 w 260188"/>
                    <a:gd name="connsiteY2451" fmla="*/ 253920 h 301288"/>
                    <a:gd name="connsiteX2452" fmla="*/ 150608 w 260188"/>
                    <a:gd name="connsiteY2452" fmla="*/ 253920 h 301288"/>
                    <a:gd name="connsiteX2453" fmla="*/ 150039 w 260188"/>
                    <a:gd name="connsiteY2453" fmla="*/ 256446 h 301288"/>
                    <a:gd name="connsiteX2454" fmla="*/ 149913 w 260188"/>
                    <a:gd name="connsiteY2454" fmla="*/ 252656 h 301288"/>
                    <a:gd name="connsiteX2455" fmla="*/ 150292 w 260188"/>
                    <a:gd name="connsiteY2455" fmla="*/ 251962 h 301288"/>
                    <a:gd name="connsiteX2456" fmla="*/ 150544 w 260188"/>
                    <a:gd name="connsiteY2456" fmla="*/ 252656 h 301288"/>
                    <a:gd name="connsiteX2457" fmla="*/ 149850 w 260188"/>
                    <a:gd name="connsiteY2457" fmla="*/ 252656 h 301288"/>
                    <a:gd name="connsiteX2458" fmla="*/ 151302 w 260188"/>
                    <a:gd name="connsiteY2458" fmla="*/ 253225 h 301288"/>
                    <a:gd name="connsiteX2459" fmla="*/ 152250 w 260188"/>
                    <a:gd name="connsiteY2459" fmla="*/ 251709 h 301288"/>
                    <a:gd name="connsiteX2460" fmla="*/ 152629 w 260188"/>
                    <a:gd name="connsiteY2460" fmla="*/ 253541 h 301288"/>
                    <a:gd name="connsiteX2461" fmla="*/ 151681 w 260188"/>
                    <a:gd name="connsiteY2461" fmla="*/ 255751 h 301288"/>
                    <a:gd name="connsiteX2462" fmla="*/ 151239 w 260188"/>
                    <a:gd name="connsiteY2462" fmla="*/ 253288 h 301288"/>
                    <a:gd name="connsiteX2463" fmla="*/ 169492 w 260188"/>
                    <a:gd name="connsiteY2463" fmla="*/ 258783 h 301288"/>
                    <a:gd name="connsiteX2464" fmla="*/ 160902 w 260188"/>
                    <a:gd name="connsiteY2464" fmla="*/ 272678 h 301288"/>
                    <a:gd name="connsiteX2465" fmla="*/ 160586 w 260188"/>
                    <a:gd name="connsiteY2465" fmla="*/ 273056 h 301288"/>
                    <a:gd name="connsiteX2466" fmla="*/ 160208 w 260188"/>
                    <a:gd name="connsiteY2466" fmla="*/ 273625 h 301288"/>
                    <a:gd name="connsiteX2467" fmla="*/ 160586 w 260188"/>
                    <a:gd name="connsiteY2467" fmla="*/ 272930 h 301288"/>
                    <a:gd name="connsiteX2468" fmla="*/ 160208 w 260188"/>
                    <a:gd name="connsiteY2468" fmla="*/ 270846 h 301288"/>
                    <a:gd name="connsiteX2469" fmla="*/ 160902 w 260188"/>
                    <a:gd name="connsiteY2469" fmla="*/ 272362 h 301288"/>
                    <a:gd name="connsiteX2470" fmla="*/ 162165 w 260188"/>
                    <a:gd name="connsiteY2470" fmla="*/ 270278 h 301288"/>
                    <a:gd name="connsiteX2471" fmla="*/ 161786 w 260188"/>
                    <a:gd name="connsiteY2471" fmla="*/ 268067 h 301288"/>
                    <a:gd name="connsiteX2472" fmla="*/ 162608 w 260188"/>
                    <a:gd name="connsiteY2472" fmla="*/ 269583 h 301288"/>
                    <a:gd name="connsiteX2473" fmla="*/ 163618 w 260188"/>
                    <a:gd name="connsiteY2473" fmla="*/ 267878 h 301288"/>
                    <a:gd name="connsiteX2474" fmla="*/ 162923 w 260188"/>
                    <a:gd name="connsiteY2474" fmla="*/ 265541 h 301288"/>
                    <a:gd name="connsiteX2475" fmla="*/ 163934 w 260188"/>
                    <a:gd name="connsiteY2475" fmla="*/ 267183 h 301288"/>
                    <a:gd name="connsiteX2476" fmla="*/ 165071 w 260188"/>
                    <a:gd name="connsiteY2476" fmla="*/ 265099 h 301288"/>
                    <a:gd name="connsiteX2477" fmla="*/ 164502 w 260188"/>
                    <a:gd name="connsiteY2477" fmla="*/ 263014 h 301288"/>
                    <a:gd name="connsiteX2478" fmla="*/ 165323 w 260188"/>
                    <a:gd name="connsiteY2478" fmla="*/ 264404 h 301288"/>
                    <a:gd name="connsiteX2479" fmla="*/ 166144 w 260188"/>
                    <a:gd name="connsiteY2479" fmla="*/ 261372 h 301288"/>
                    <a:gd name="connsiteX2480" fmla="*/ 151808 w 260188"/>
                    <a:gd name="connsiteY2480" fmla="*/ 270278 h 301288"/>
                    <a:gd name="connsiteX2481" fmla="*/ 155534 w 260188"/>
                    <a:gd name="connsiteY2481" fmla="*/ 267183 h 301288"/>
                    <a:gd name="connsiteX2482" fmla="*/ 155155 w 260188"/>
                    <a:gd name="connsiteY2482" fmla="*/ 264593 h 301288"/>
                    <a:gd name="connsiteX2483" fmla="*/ 156165 w 260188"/>
                    <a:gd name="connsiteY2483" fmla="*/ 266804 h 301288"/>
                    <a:gd name="connsiteX2484" fmla="*/ 157113 w 260188"/>
                    <a:gd name="connsiteY2484" fmla="*/ 265920 h 301288"/>
                    <a:gd name="connsiteX2485" fmla="*/ 156671 w 260188"/>
                    <a:gd name="connsiteY2485" fmla="*/ 262572 h 301288"/>
                    <a:gd name="connsiteX2486" fmla="*/ 157744 w 260188"/>
                    <a:gd name="connsiteY2486" fmla="*/ 265351 h 301288"/>
                    <a:gd name="connsiteX2487" fmla="*/ 159008 w 260188"/>
                    <a:gd name="connsiteY2487" fmla="*/ 264404 h 301288"/>
                    <a:gd name="connsiteX2488" fmla="*/ 158439 w 260188"/>
                    <a:gd name="connsiteY2488" fmla="*/ 259920 h 301288"/>
                    <a:gd name="connsiteX2489" fmla="*/ 159829 w 260188"/>
                    <a:gd name="connsiteY2489" fmla="*/ 263709 h 301288"/>
                    <a:gd name="connsiteX2490" fmla="*/ 160965 w 260188"/>
                    <a:gd name="connsiteY2490" fmla="*/ 262699 h 301288"/>
                    <a:gd name="connsiteX2491" fmla="*/ 160271 w 260188"/>
                    <a:gd name="connsiteY2491" fmla="*/ 256446 h 301288"/>
                    <a:gd name="connsiteX2492" fmla="*/ 161913 w 260188"/>
                    <a:gd name="connsiteY2492" fmla="*/ 261751 h 301288"/>
                    <a:gd name="connsiteX2493" fmla="*/ 162734 w 260188"/>
                    <a:gd name="connsiteY2493" fmla="*/ 261056 h 301288"/>
                    <a:gd name="connsiteX2494" fmla="*/ 161913 w 260188"/>
                    <a:gd name="connsiteY2494" fmla="*/ 254235 h 301288"/>
                    <a:gd name="connsiteX2495" fmla="*/ 163871 w 260188"/>
                    <a:gd name="connsiteY2495" fmla="*/ 260109 h 301288"/>
                    <a:gd name="connsiteX2496" fmla="*/ 164313 w 260188"/>
                    <a:gd name="connsiteY2496" fmla="*/ 259667 h 301288"/>
                    <a:gd name="connsiteX2497" fmla="*/ 163492 w 260188"/>
                    <a:gd name="connsiteY2497" fmla="*/ 251583 h 301288"/>
                    <a:gd name="connsiteX2498" fmla="*/ 165260 w 260188"/>
                    <a:gd name="connsiteY2498" fmla="*/ 258530 h 301288"/>
                    <a:gd name="connsiteX2499" fmla="*/ 166081 w 260188"/>
                    <a:gd name="connsiteY2499" fmla="*/ 257709 h 301288"/>
                    <a:gd name="connsiteX2500" fmla="*/ 163302 w 260188"/>
                    <a:gd name="connsiteY2500" fmla="*/ 246278 h 301288"/>
                    <a:gd name="connsiteX2501" fmla="*/ 162165 w 260188"/>
                    <a:gd name="connsiteY2501" fmla="*/ 248741 h 301288"/>
                    <a:gd name="connsiteX2502" fmla="*/ 161913 w 260188"/>
                    <a:gd name="connsiteY2502" fmla="*/ 245267 h 301288"/>
                    <a:gd name="connsiteX2503" fmla="*/ 159955 w 260188"/>
                    <a:gd name="connsiteY2503" fmla="*/ 251267 h 301288"/>
                    <a:gd name="connsiteX2504" fmla="*/ 160523 w 260188"/>
                    <a:gd name="connsiteY2504" fmla="*/ 246278 h 301288"/>
                    <a:gd name="connsiteX2505" fmla="*/ 159702 w 260188"/>
                    <a:gd name="connsiteY2505" fmla="*/ 246278 h 301288"/>
                    <a:gd name="connsiteX2506" fmla="*/ 157492 w 260188"/>
                    <a:gd name="connsiteY2506" fmla="*/ 252214 h 301288"/>
                    <a:gd name="connsiteX2507" fmla="*/ 157744 w 260188"/>
                    <a:gd name="connsiteY2507" fmla="*/ 247920 h 301288"/>
                    <a:gd name="connsiteX2508" fmla="*/ 156797 w 260188"/>
                    <a:gd name="connsiteY2508" fmla="*/ 248235 h 301288"/>
                    <a:gd name="connsiteX2509" fmla="*/ 156797 w 260188"/>
                    <a:gd name="connsiteY2509" fmla="*/ 248677 h 301288"/>
                    <a:gd name="connsiteX2510" fmla="*/ 155281 w 260188"/>
                    <a:gd name="connsiteY2510" fmla="*/ 254109 h 301288"/>
                    <a:gd name="connsiteX2511" fmla="*/ 155976 w 260188"/>
                    <a:gd name="connsiteY2511" fmla="*/ 248425 h 301288"/>
                    <a:gd name="connsiteX2512" fmla="*/ 154839 w 260188"/>
                    <a:gd name="connsiteY2512" fmla="*/ 248804 h 301288"/>
                    <a:gd name="connsiteX2513" fmla="*/ 154839 w 260188"/>
                    <a:gd name="connsiteY2513" fmla="*/ 250762 h 301288"/>
                    <a:gd name="connsiteX2514" fmla="*/ 153765 w 260188"/>
                    <a:gd name="connsiteY2514" fmla="*/ 253730 h 301288"/>
                    <a:gd name="connsiteX2515" fmla="*/ 154018 w 260188"/>
                    <a:gd name="connsiteY2515" fmla="*/ 248930 h 301288"/>
                    <a:gd name="connsiteX2516" fmla="*/ 153071 w 260188"/>
                    <a:gd name="connsiteY2516" fmla="*/ 249183 h 301288"/>
                    <a:gd name="connsiteX2517" fmla="*/ 153071 w 260188"/>
                    <a:gd name="connsiteY2517" fmla="*/ 249625 h 301288"/>
                    <a:gd name="connsiteX2518" fmla="*/ 152629 w 260188"/>
                    <a:gd name="connsiteY2518" fmla="*/ 250572 h 301288"/>
                    <a:gd name="connsiteX2519" fmla="*/ 152376 w 260188"/>
                    <a:gd name="connsiteY2519" fmla="*/ 249878 h 301288"/>
                    <a:gd name="connsiteX2520" fmla="*/ 152123 w 260188"/>
                    <a:gd name="connsiteY2520" fmla="*/ 249372 h 301288"/>
                    <a:gd name="connsiteX2521" fmla="*/ 151429 w 260188"/>
                    <a:gd name="connsiteY2521" fmla="*/ 249499 h 301288"/>
                    <a:gd name="connsiteX2522" fmla="*/ 151429 w 260188"/>
                    <a:gd name="connsiteY2522" fmla="*/ 249625 h 301288"/>
                    <a:gd name="connsiteX2523" fmla="*/ 151429 w 260188"/>
                    <a:gd name="connsiteY2523" fmla="*/ 250446 h 301288"/>
                    <a:gd name="connsiteX2524" fmla="*/ 150734 w 260188"/>
                    <a:gd name="connsiteY2524" fmla="*/ 249625 h 301288"/>
                    <a:gd name="connsiteX2525" fmla="*/ 150039 w 260188"/>
                    <a:gd name="connsiteY2525" fmla="*/ 249751 h 301288"/>
                    <a:gd name="connsiteX2526" fmla="*/ 149597 w 260188"/>
                    <a:gd name="connsiteY2526" fmla="*/ 251014 h 301288"/>
                    <a:gd name="connsiteX2527" fmla="*/ 148776 w 260188"/>
                    <a:gd name="connsiteY2527" fmla="*/ 249878 h 301288"/>
                    <a:gd name="connsiteX2528" fmla="*/ 147513 w 260188"/>
                    <a:gd name="connsiteY2528" fmla="*/ 250130 h 301288"/>
                    <a:gd name="connsiteX2529" fmla="*/ 147386 w 260188"/>
                    <a:gd name="connsiteY2529" fmla="*/ 251078 h 301288"/>
                    <a:gd name="connsiteX2530" fmla="*/ 146692 w 260188"/>
                    <a:gd name="connsiteY2530" fmla="*/ 250256 h 301288"/>
                    <a:gd name="connsiteX2531" fmla="*/ 145555 w 260188"/>
                    <a:gd name="connsiteY2531" fmla="*/ 250256 h 301288"/>
                    <a:gd name="connsiteX2532" fmla="*/ 145555 w 260188"/>
                    <a:gd name="connsiteY2532" fmla="*/ 251204 h 301288"/>
                    <a:gd name="connsiteX2533" fmla="*/ 144860 w 260188"/>
                    <a:gd name="connsiteY2533" fmla="*/ 250320 h 301288"/>
                    <a:gd name="connsiteX2534" fmla="*/ 144608 w 260188"/>
                    <a:gd name="connsiteY2534" fmla="*/ 249625 h 301288"/>
                    <a:gd name="connsiteX2535" fmla="*/ 144165 w 260188"/>
                    <a:gd name="connsiteY2535" fmla="*/ 247793 h 301288"/>
                    <a:gd name="connsiteX2536" fmla="*/ 145302 w 260188"/>
                    <a:gd name="connsiteY2536" fmla="*/ 249246 h 301288"/>
                    <a:gd name="connsiteX2537" fmla="*/ 145555 w 260188"/>
                    <a:gd name="connsiteY2537" fmla="*/ 250193 h 301288"/>
                    <a:gd name="connsiteX2538" fmla="*/ 146565 w 260188"/>
                    <a:gd name="connsiteY2538" fmla="*/ 249878 h 301288"/>
                    <a:gd name="connsiteX2539" fmla="*/ 146439 w 260188"/>
                    <a:gd name="connsiteY2539" fmla="*/ 249309 h 301288"/>
                    <a:gd name="connsiteX2540" fmla="*/ 146439 w 260188"/>
                    <a:gd name="connsiteY2540" fmla="*/ 247099 h 301288"/>
                    <a:gd name="connsiteX2541" fmla="*/ 147386 w 260188"/>
                    <a:gd name="connsiteY2541" fmla="*/ 248930 h 301288"/>
                    <a:gd name="connsiteX2542" fmla="*/ 147513 w 260188"/>
                    <a:gd name="connsiteY2542" fmla="*/ 249625 h 301288"/>
                    <a:gd name="connsiteX2543" fmla="*/ 148650 w 260188"/>
                    <a:gd name="connsiteY2543" fmla="*/ 249246 h 301288"/>
                    <a:gd name="connsiteX2544" fmla="*/ 148523 w 260188"/>
                    <a:gd name="connsiteY2544" fmla="*/ 247793 h 301288"/>
                    <a:gd name="connsiteX2545" fmla="*/ 148650 w 260188"/>
                    <a:gd name="connsiteY2545" fmla="*/ 246972 h 301288"/>
                    <a:gd name="connsiteX2546" fmla="*/ 149786 w 260188"/>
                    <a:gd name="connsiteY2546" fmla="*/ 248930 h 301288"/>
                    <a:gd name="connsiteX2547" fmla="*/ 150481 w 260188"/>
                    <a:gd name="connsiteY2547" fmla="*/ 248614 h 301288"/>
                    <a:gd name="connsiteX2548" fmla="*/ 150355 w 260188"/>
                    <a:gd name="connsiteY2548" fmla="*/ 248299 h 301288"/>
                    <a:gd name="connsiteX2549" fmla="*/ 150102 w 260188"/>
                    <a:gd name="connsiteY2549" fmla="*/ 246656 h 301288"/>
                    <a:gd name="connsiteX2550" fmla="*/ 150102 w 260188"/>
                    <a:gd name="connsiteY2550" fmla="*/ 245962 h 301288"/>
                    <a:gd name="connsiteX2551" fmla="*/ 151239 w 260188"/>
                    <a:gd name="connsiteY2551" fmla="*/ 247856 h 301288"/>
                    <a:gd name="connsiteX2552" fmla="*/ 151365 w 260188"/>
                    <a:gd name="connsiteY2552" fmla="*/ 248235 h 301288"/>
                    <a:gd name="connsiteX2553" fmla="*/ 152060 w 260188"/>
                    <a:gd name="connsiteY2553" fmla="*/ 247983 h 301288"/>
                    <a:gd name="connsiteX2554" fmla="*/ 152060 w 260188"/>
                    <a:gd name="connsiteY2554" fmla="*/ 245772 h 301288"/>
                    <a:gd name="connsiteX2555" fmla="*/ 152313 w 260188"/>
                    <a:gd name="connsiteY2555" fmla="*/ 244888 h 301288"/>
                    <a:gd name="connsiteX2556" fmla="*/ 152755 w 260188"/>
                    <a:gd name="connsiteY2556" fmla="*/ 245583 h 301288"/>
                    <a:gd name="connsiteX2557" fmla="*/ 153197 w 260188"/>
                    <a:gd name="connsiteY2557" fmla="*/ 247541 h 301288"/>
                    <a:gd name="connsiteX2558" fmla="*/ 154018 w 260188"/>
                    <a:gd name="connsiteY2558" fmla="*/ 247225 h 301288"/>
                    <a:gd name="connsiteX2559" fmla="*/ 154018 w 260188"/>
                    <a:gd name="connsiteY2559" fmla="*/ 246151 h 301288"/>
                    <a:gd name="connsiteX2560" fmla="*/ 154271 w 260188"/>
                    <a:gd name="connsiteY2560" fmla="*/ 245456 h 301288"/>
                    <a:gd name="connsiteX2561" fmla="*/ 154776 w 260188"/>
                    <a:gd name="connsiteY2561" fmla="*/ 246846 h 301288"/>
                    <a:gd name="connsiteX2562" fmla="*/ 155913 w 260188"/>
                    <a:gd name="connsiteY2562" fmla="*/ 246467 h 301288"/>
                    <a:gd name="connsiteX2563" fmla="*/ 155913 w 260188"/>
                    <a:gd name="connsiteY2563" fmla="*/ 244888 h 301288"/>
                    <a:gd name="connsiteX2564" fmla="*/ 156229 w 260188"/>
                    <a:gd name="connsiteY2564" fmla="*/ 244067 h 301288"/>
                    <a:gd name="connsiteX2565" fmla="*/ 156481 w 260188"/>
                    <a:gd name="connsiteY2565" fmla="*/ 244635 h 301288"/>
                    <a:gd name="connsiteX2566" fmla="*/ 156797 w 260188"/>
                    <a:gd name="connsiteY2566" fmla="*/ 246025 h 301288"/>
                    <a:gd name="connsiteX2567" fmla="*/ 157618 w 260188"/>
                    <a:gd name="connsiteY2567" fmla="*/ 245583 h 301288"/>
                    <a:gd name="connsiteX2568" fmla="*/ 157808 w 260188"/>
                    <a:gd name="connsiteY2568" fmla="*/ 243372 h 301288"/>
                    <a:gd name="connsiteX2569" fmla="*/ 158186 w 260188"/>
                    <a:gd name="connsiteY2569" fmla="*/ 242425 h 301288"/>
                    <a:gd name="connsiteX2570" fmla="*/ 158439 w 260188"/>
                    <a:gd name="connsiteY2570" fmla="*/ 243120 h 301288"/>
                    <a:gd name="connsiteX2571" fmla="*/ 158565 w 260188"/>
                    <a:gd name="connsiteY2571" fmla="*/ 245204 h 301288"/>
                    <a:gd name="connsiteX2572" fmla="*/ 159386 w 260188"/>
                    <a:gd name="connsiteY2572" fmla="*/ 244888 h 301288"/>
                    <a:gd name="connsiteX2573" fmla="*/ 161597 w 260188"/>
                    <a:gd name="connsiteY2573" fmla="*/ 230993 h 301288"/>
                    <a:gd name="connsiteX2574" fmla="*/ 160776 w 260188"/>
                    <a:gd name="connsiteY2574" fmla="*/ 229478 h 301288"/>
                    <a:gd name="connsiteX2575" fmla="*/ 158439 w 260188"/>
                    <a:gd name="connsiteY2575" fmla="*/ 242172 h 301288"/>
                    <a:gd name="connsiteX2576" fmla="*/ 158313 w 260188"/>
                    <a:gd name="connsiteY2576" fmla="*/ 228025 h 301288"/>
                    <a:gd name="connsiteX2577" fmla="*/ 157871 w 260188"/>
                    <a:gd name="connsiteY2577" fmla="*/ 228025 h 301288"/>
                    <a:gd name="connsiteX2578" fmla="*/ 156481 w 260188"/>
                    <a:gd name="connsiteY2578" fmla="*/ 241667 h 301288"/>
                    <a:gd name="connsiteX2579" fmla="*/ 155092 w 260188"/>
                    <a:gd name="connsiteY2579" fmla="*/ 226762 h 301288"/>
                    <a:gd name="connsiteX2580" fmla="*/ 154271 w 260188"/>
                    <a:gd name="connsiteY2580" fmla="*/ 226509 h 301288"/>
                    <a:gd name="connsiteX2581" fmla="*/ 154650 w 260188"/>
                    <a:gd name="connsiteY2581" fmla="*/ 232762 h 301288"/>
                    <a:gd name="connsiteX2582" fmla="*/ 152123 w 260188"/>
                    <a:gd name="connsiteY2582" fmla="*/ 227456 h 301288"/>
                    <a:gd name="connsiteX2583" fmla="*/ 151429 w 260188"/>
                    <a:gd name="connsiteY2583" fmla="*/ 227456 h 301288"/>
                    <a:gd name="connsiteX2584" fmla="*/ 152502 w 260188"/>
                    <a:gd name="connsiteY2584" fmla="*/ 232572 h 301288"/>
                    <a:gd name="connsiteX2585" fmla="*/ 149597 w 260188"/>
                    <a:gd name="connsiteY2585" fmla="*/ 228151 h 301288"/>
                    <a:gd name="connsiteX2586" fmla="*/ 148334 w 260188"/>
                    <a:gd name="connsiteY2586" fmla="*/ 228151 h 301288"/>
                    <a:gd name="connsiteX2587" fmla="*/ 149850 w 260188"/>
                    <a:gd name="connsiteY2587" fmla="*/ 232320 h 301288"/>
                    <a:gd name="connsiteX2588" fmla="*/ 145239 w 260188"/>
                    <a:gd name="connsiteY2588" fmla="*/ 228404 h 301288"/>
                    <a:gd name="connsiteX2589" fmla="*/ 143976 w 260188"/>
                    <a:gd name="connsiteY2589" fmla="*/ 228530 h 301288"/>
                    <a:gd name="connsiteX2590" fmla="*/ 146629 w 260188"/>
                    <a:gd name="connsiteY2590" fmla="*/ 232572 h 301288"/>
                    <a:gd name="connsiteX2591" fmla="*/ 142713 w 260188"/>
                    <a:gd name="connsiteY2591" fmla="*/ 228846 h 301288"/>
                    <a:gd name="connsiteX2592" fmla="*/ 141829 w 260188"/>
                    <a:gd name="connsiteY2592" fmla="*/ 229099 h 301288"/>
                    <a:gd name="connsiteX2593" fmla="*/ 141955 w 260188"/>
                    <a:gd name="connsiteY2593" fmla="*/ 231435 h 301288"/>
                    <a:gd name="connsiteX2594" fmla="*/ 138481 w 260188"/>
                    <a:gd name="connsiteY2594" fmla="*/ 229351 h 301288"/>
                    <a:gd name="connsiteX2595" fmla="*/ 137660 w 260188"/>
                    <a:gd name="connsiteY2595" fmla="*/ 229351 h 301288"/>
                    <a:gd name="connsiteX2596" fmla="*/ 138481 w 260188"/>
                    <a:gd name="connsiteY2596" fmla="*/ 231120 h 301288"/>
                    <a:gd name="connsiteX2597" fmla="*/ 135008 w 260188"/>
                    <a:gd name="connsiteY2597" fmla="*/ 228783 h 301288"/>
                    <a:gd name="connsiteX2598" fmla="*/ 133871 w 260188"/>
                    <a:gd name="connsiteY2598" fmla="*/ 228530 h 301288"/>
                    <a:gd name="connsiteX2599" fmla="*/ 135134 w 260188"/>
                    <a:gd name="connsiteY2599" fmla="*/ 231562 h 301288"/>
                    <a:gd name="connsiteX2600" fmla="*/ 132481 w 260188"/>
                    <a:gd name="connsiteY2600" fmla="*/ 228656 h 301288"/>
                    <a:gd name="connsiteX2601" fmla="*/ 130523 w 260188"/>
                    <a:gd name="connsiteY2601" fmla="*/ 228341 h 301288"/>
                    <a:gd name="connsiteX2602" fmla="*/ 129260 w 260188"/>
                    <a:gd name="connsiteY2602" fmla="*/ 226256 h 301288"/>
                    <a:gd name="connsiteX2603" fmla="*/ 150797 w 260188"/>
                    <a:gd name="connsiteY2603" fmla="*/ 224867 h 301288"/>
                    <a:gd name="connsiteX2604" fmla="*/ 158565 w 260188"/>
                    <a:gd name="connsiteY2604" fmla="*/ 223351 h 301288"/>
                    <a:gd name="connsiteX2605" fmla="*/ 163555 w 260188"/>
                    <a:gd name="connsiteY2605" fmla="*/ 227962 h 301288"/>
                    <a:gd name="connsiteX2606" fmla="*/ 163934 w 260188"/>
                    <a:gd name="connsiteY2606" fmla="*/ 232383 h 301288"/>
                    <a:gd name="connsiteX2607" fmla="*/ 164629 w 260188"/>
                    <a:gd name="connsiteY2607" fmla="*/ 241730 h 301288"/>
                    <a:gd name="connsiteX2608" fmla="*/ 169492 w 260188"/>
                    <a:gd name="connsiteY2608" fmla="*/ 249246 h 301288"/>
                    <a:gd name="connsiteX2609" fmla="*/ 169302 w 260188"/>
                    <a:gd name="connsiteY2609" fmla="*/ 258467 h 301288"/>
                    <a:gd name="connsiteX2610" fmla="*/ 153008 w 260188"/>
                    <a:gd name="connsiteY2610" fmla="*/ 266425 h 301288"/>
                    <a:gd name="connsiteX2611" fmla="*/ 153829 w 260188"/>
                    <a:gd name="connsiteY2611" fmla="*/ 268509 h 301288"/>
                    <a:gd name="connsiteX2612" fmla="*/ 153386 w 260188"/>
                    <a:gd name="connsiteY2612" fmla="*/ 268888 h 301288"/>
                    <a:gd name="connsiteX2613" fmla="*/ 153008 w 260188"/>
                    <a:gd name="connsiteY2613" fmla="*/ 266362 h 301288"/>
                    <a:gd name="connsiteX2614" fmla="*/ 145429 w 260188"/>
                    <a:gd name="connsiteY2614" fmla="*/ 239267 h 301288"/>
                    <a:gd name="connsiteX2615" fmla="*/ 145997 w 260188"/>
                    <a:gd name="connsiteY2615" fmla="*/ 236488 h 301288"/>
                    <a:gd name="connsiteX2616" fmla="*/ 146565 w 260188"/>
                    <a:gd name="connsiteY2616" fmla="*/ 239267 h 301288"/>
                    <a:gd name="connsiteX2617" fmla="*/ 145997 w 260188"/>
                    <a:gd name="connsiteY2617" fmla="*/ 242046 h 301288"/>
                    <a:gd name="connsiteX2618" fmla="*/ 145429 w 260188"/>
                    <a:gd name="connsiteY2618" fmla="*/ 239267 h 301288"/>
                    <a:gd name="connsiteX2619" fmla="*/ 147702 w 260188"/>
                    <a:gd name="connsiteY2619" fmla="*/ 238888 h 301288"/>
                    <a:gd name="connsiteX2620" fmla="*/ 148523 w 260188"/>
                    <a:gd name="connsiteY2620" fmla="*/ 235793 h 301288"/>
                    <a:gd name="connsiteX2621" fmla="*/ 148902 w 260188"/>
                    <a:gd name="connsiteY2621" fmla="*/ 239014 h 301288"/>
                    <a:gd name="connsiteX2622" fmla="*/ 147955 w 260188"/>
                    <a:gd name="connsiteY2622" fmla="*/ 241920 h 301288"/>
                    <a:gd name="connsiteX2623" fmla="*/ 147702 w 260188"/>
                    <a:gd name="connsiteY2623" fmla="*/ 238888 h 301288"/>
                    <a:gd name="connsiteX2624" fmla="*/ 150734 w 260188"/>
                    <a:gd name="connsiteY2624" fmla="*/ 238572 h 301288"/>
                    <a:gd name="connsiteX2625" fmla="*/ 151871 w 260188"/>
                    <a:gd name="connsiteY2625" fmla="*/ 235667 h 301288"/>
                    <a:gd name="connsiteX2626" fmla="*/ 151997 w 260188"/>
                    <a:gd name="connsiteY2626" fmla="*/ 238762 h 301288"/>
                    <a:gd name="connsiteX2627" fmla="*/ 150860 w 260188"/>
                    <a:gd name="connsiteY2627" fmla="*/ 241667 h 301288"/>
                    <a:gd name="connsiteX2628" fmla="*/ 150734 w 260188"/>
                    <a:gd name="connsiteY2628" fmla="*/ 238635 h 301288"/>
                    <a:gd name="connsiteX2629" fmla="*/ 154081 w 260188"/>
                    <a:gd name="connsiteY2629" fmla="*/ 238067 h 301288"/>
                    <a:gd name="connsiteX2630" fmla="*/ 154460 w 260188"/>
                    <a:gd name="connsiteY2630" fmla="*/ 234151 h 301288"/>
                    <a:gd name="connsiteX2631" fmla="*/ 155281 w 260188"/>
                    <a:gd name="connsiteY2631" fmla="*/ 238193 h 301288"/>
                    <a:gd name="connsiteX2632" fmla="*/ 153892 w 260188"/>
                    <a:gd name="connsiteY2632" fmla="*/ 241793 h 301288"/>
                    <a:gd name="connsiteX2633" fmla="*/ 154018 w 260188"/>
                    <a:gd name="connsiteY2633" fmla="*/ 238067 h 301288"/>
                    <a:gd name="connsiteX2634" fmla="*/ 142713 w 260188"/>
                    <a:gd name="connsiteY2634" fmla="*/ 211730 h 301288"/>
                    <a:gd name="connsiteX2635" fmla="*/ 153386 w 260188"/>
                    <a:gd name="connsiteY2635" fmla="*/ 218551 h 301288"/>
                    <a:gd name="connsiteX2636" fmla="*/ 152818 w 260188"/>
                    <a:gd name="connsiteY2636" fmla="*/ 219372 h 301288"/>
                    <a:gd name="connsiteX2637" fmla="*/ 142713 w 260188"/>
                    <a:gd name="connsiteY2637" fmla="*/ 211730 h 301288"/>
                    <a:gd name="connsiteX2638" fmla="*/ 154650 w 260188"/>
                    <a:gd name="connsiteY2638" fmla="*/ 220383 h 301288"/>
                    <a:gd name="connsiteX2639" fmla="*/ 156102 w 260188"/>
                    <a:gd name="connsiteY2639" fmla="*/ 220825 h 301288"/>
                    <a:gd name="connsiteX2640" fmla="*/ 156923 w 260188"/>
                    <a:gd name="connsiteY2640" fmla="*/ 221835 h 301288"/>
                    <a:gd name="connsiteX2641" fmla="*/ 155534 w 260188"/>
                    <a:gd name="connsiteY2641" fmla="*/ 221520 h 301288"/>
                    <a:gd name="connsiteX2642" fmla="*/ 154713 w 260188"/>
                    <a:gd name="connsiteY2642" fmla="*/ 220383 h 301288"/>
                    <a:gd name="connsiteX2643" fmla="*/ 173408 w 260188"/>
                    <a:gd name="connsiteY2643" fmla="*/ 240151 h 301288"/>
                    <a:gd name="connsiteX2644" fmla="*/ 171765 w 260188"/>
                    <a:gd name="connsiteY2644" fmla="*/ 236804 h 301288"/>
                    <a:gd name="connsiteX2645" fmla="*/ 172586 w 260188"/>
                    <a:gd name="connsiteY2645" fmla="*/ 236804 h 301288"/>
                    <a:gd name="connsiteX2646" fmla="*/ 173408 w 260188"/>
                    <a:gd name="connsiteY2646" fmla="*/ 240151 h 301288"/>
                    <a:gd name="connsiteX2647" fmla="*/ 174292 w 260188"/>
                    <a:gd name="connsiteY2647" fmla="*/ 236235 h 301288"/>
                    <a:gd name="connsiteX2648" fmla="*/ 171197 w 260188"/>
                    <a:gd name="connsiteY2648" fmla="*/ 231625 h 301288"/>
                    <a:gd name="connsiteX2649" fmla="*/ 174797 w 260188"/>
                    <a:gd name="connsiteY2649" fmla="*/ 235414 h 301288"/>
                    <a:gd name="connsiteX2650" fmla="*/ 174229 w 260188"/>
                    <a:gd name="connsiteY2650" fmla="*/ 236235 h 301288"/>
                    <a:gd name="connsiteX2651" fmla="*/ 174986 w 260188"/>
                    <a:gd name="connsiteY2651" fmla="*/ 233141 h 301288"/>
                    <a:gd name="connsiteX2652" fmla="*/ 171513 w 260188"/>
                    <a:gd name="connsiteY2652" fmla="*/ 226193 h 301288"/>
                    <a:gd name="connsiteX2653" fmla="*/ 175934 w 260188"/>
                    <a:gd name="connsiteY2653" fmla="*/ 232067 h 301288"/>
                    <a:gd name="connsiteX2654" fmla="*/ 174986 w 260188"/>
                    <a:gd name="connsiteY2654" fmla="*/ 233141 h 301288"/>
                    <a:gd name="connsiteX2655" fmla="*/ 177197 w 260188"/>
                    <a:gd name="connsiteY2655" fmla="*/ 229162 h 301288"/>
                    <a:gd name="connsiteX2656" fmla="*/ 176123 w 260188"/>
                    <a:gd name="connsiteY2656" fmla="*/ 230235 h 301288"/>
                    <a:gd name="connsiteX2657" fmla="*/ 172650 w 260188"/>
                    <a:gd name="connsiteY2657" fmla="*/ 222341 h 301288"/>
                    <a:gd name="connsiteX2658" fmla="*/ 177260 w 260188"/>
                    <a:gd name="connsiteY2658" fmla="*/ 229162 h 301288"/>
                    <a:gd name="connsiteX2659" fmla="*/ 173723 w 260188"/>
                    <a:gd name="connsiteY2659" fmla="*/ 220256 h 301288"/>
                    <a:gd name="connsiteX2660" fmla="*/ 178460 w 260188"/>
                    <a:gd name="connsiteY2660" fmla="*/ 225435 h 301288"/>
                    <a:gd name="connsiteX2661" fmla="*/ 177513 w 260188"/>
                    <a:gd name="connsiteY2661" fmla="*/ 226383 h 301288"/>
                    <a:gd name="connsiteX2662" fmla="*/ 173786 w 260188"/>
                    <a:gd name="connsiteY2662" fmla="*/ 220256 h 301288"/>
                    <a:gd name="connsiteX2663" fmla="*/ 177071 w 260188"/>
                    <a:gd name="connsiteY2663" fmla="*/ 271414 h 301288"/>
                    <a:gd name="connsiteX2664" fmla="*/ 177450 w 260188"/>
                    <a:gd name="connsiteY2664" fmla="*/ 269772 h 301288"/>
                    <a:gd name="connsiteX2665" fmla="*/ 178018 w 260188"/>
                    <a:gd name="connsiteY2665" fmla="*/ 269204 h 301288"/>
                    <a:gd name="connsiteX2666" fmla="*/ 177765 w 260188"/>
                    <a:gd name="connsiteY2666" fmla="*/ 268888 h 301288"/>
                    <a:gd name="connsiteX2667" fmla="*/ 176250 w 260188"/>
                    <a:gd name="connsiteY2667" fmla="*/ 269709 h 301288"/>
                    <a:gd name="connsiteX2668" fmla="*/ 176629 w 260188"/>
                    <a:gd name="connsiteY2668" fmla="*/ 268067 h 301288"/>
                    <a:gd name="connsiteX2669" fmla="*/ 176944 w 260188"/>
                    <a:gd name="connsiteY2669" fmla="*/ 267814 h 301288"/>
                    <a:gd name="connsiteX2670" fmla="*/ 176502 w 260188"/>
                    <a:gd name="connsiteY2670" fmla="*/ 267246 h 301288"/>
                    <a:gd name="connsiteX2671" fmla="*/ 175555 w 260188"/>
                    <a:gd name="connsiteY2671" fmla="*/ 267562 h 301288"/>
                    <a:gd name="connsiteX2672" fmla="*/ 175997 w 260188"/>
                    <a:gd name="connsiteY2672" fmla="*/ 266299 h 301288"/>
                    <a:gd name="connsiteX2673" fmla="*/ 175997 w 260188"/>
                    <a:gd name="connsiteY2673" fmla="*/ 264909 h 301288"/>
                    <a:gd name="connsiteX2674" fmla="*/ 178081 w 260188"/>
                    <a:gd name="connsiteY2674" fmla="*/ 266993 h 301288"/>
                    <a:gd name="connsiteX2675" fmla="*/ 178460 w 260188"/>
                    <a:gd name="connsiteY2675" fmla="*/ 268509 h 301288"/>
                    <a:gd name="connsiteX2676" fmla="*/ 179850 w 260188"/>
                    <a:gd name="connsiteY2676" fmla="*/ 269772 h 301288"/>
                    <a:gd name="connsiteX2677" fmla="*/ 180544 w 260188"/>
                    <a:gd name="connsiteY2677" fmla="*/ 272678 h 301288"/>
                    <a:gd name="connsiteX2678" fmla="*/ 179850 w 260188"/>
                    <a:gd name="connsiteY2678" fmla="*/ 271414 h 301288"/>
                    <a:gd name="connsiteX2679" fmla="*/ 179534 w 260188"/>
                    <a:gd name="connsiteY2679" fmla="*/ 271856 h 301288"/>
                    <a:gd name="connsiteX2680" fmla="*/ 178334 w 260188"/>
                    <a:gd name="connsiteY2680" fmla="*/ 272551 h 301288"/>
                    <a:gd name="connsiteX2681" fmla="*/ 178586 w 260188"/>
                    <a:gd name="connsiteY2681" fmla="*/ 271162 h 301288"/>
                    <a:gd name="connsiteX2682" fmla="*/ 179155 w 260188"/>
                    <a:gd name="connsiteY2682" fmla="*/ 270593 h 301288"/>
                    <a:gd name="connsiteX2683" fmla="*/ 178902 w 260188"/>
                    <a:gd name="connsiteY2683" fmla="*/ 270151 h 301288"/>
                    <a:gd name="connsiteX2684" fmla="*/ 178586 w 260188"/>
                    <a:gd name="connsiteY2684" fmla="*/ 270593 h 301288"/>
                    <a:gd name="connsiteX2685" fmla="*/ 177071 w 260188"/>
                    <a:gd name="connsiteY2685" fmla="*/ 271414 h 301288"/>
                    <a:gd name="connsiteX2686" fmla="*/ 178018 w 260188"/>
                    <a:gd name="connsiteY2686" fmla="*/ 273814 h 301288"/>
                    <a:gd name="connsiteX2687" fmla="*/ 179850 w 260188"/>
                    <a:gd name="connsiteY2687" fmla="*/ 272867 h 301288"/>
                    <a:gd name="connsiteX2688" fmla="*/ 179281 w 260188"/>
                    <a:gd name="connsiteY2688" fmla="*/ 274762 h 301288"/>
                    <a:gd name="connsiteX2689" fmla="*/ 177576 w 260188"/>
                    <a:gd name="connsiteY2689" fmla="*/ 275709 h 301288"/>
                    <a:gd name="connsiteX2690" fmla="*/ 177955 w 260188"/>
                    <a:gd name="connsiteY2690" fmla="*/ 273814 h 301288"/>
                    <a:gd name="connsiteX2691" fmla="*/ 178586 w 260188"/>
                    <a:gd name="connsiteY2691" fmla="*/ 292193 h 301288"/>
                    <a:gd name="connsiteX2692" fmla="*/ 177639 w 260188"/>
                    <a:gd name="connsiteY2692" fmla="*/ 291056 h 301288"/>
                    <a:gd name="connsiteX2693" fmla="*/ 177765 w 260188"/>
                    <a:gd name="connsiteY2693" fmla="*/ 289667 h 301288"/>
                    <a:gd name="connsiteX2694" fmla="*/ 178776 w 260188"/>
                    <a:gd name="connsiteY2694" fmla="*/ 290804 h 301288"/>
                    <a:gd name="connsiteX2695" fmla="*/ 178650 w 260188"/>
                    <a:gd name="connsiteY2695" fmla="*/ 292193 h 301288"/>
                    <a:gd name="connsiteX2696" fmla="*/ 179850 w 260188"/>
                    <a:gd name="connsiteY2696" fmla="*/ 291183 h 301288"/>
                    <a:gd name="connsiteX2697" fmla="*/ 179281 w 260188"/>
                    <a:gd name="connsiteY2697" fmla="*/ 290299 h 301288"/>
                    <a:gd name="connsiteX2698" fmla="*/ 179408 w 260188"/>
                    <a:gd name="connsiteY2698" fmla="*/ 289351 h 301288"/>
                    <a:gd name="connsiteX2699" fmla="*/ 179976 w 260188"/>
                    <a:gd name="connsiteY2699" fmla="*/ 290172 h 301288"/>
                    <a:gd name="connsiteX2700" fmla="*/ 179850 w 260188"/>
                    <a:gd name="connsiteY2700" fmla="*/ 291183 h 301288"/>
                    <a:gd name="connsiteX2701" fmla="*/ 182565 w 260188"/>
                    <a:gd name="connsiteY2701" fmla="*/ 291183 h 301288"/>
                    <a:gd name="connsiteX2702" fmla="*/ 181744 w 260188"/>
                    <a:gd name="connsiteY2702" fmla="*/ 290488 h 301288"/>
                    <a:gd name="connsiteX2703" fmla="*/ 182565 w 260188"/>
                    <a:gd name="connsiteY2703" fmla="*/ 289604 h 301288"/>
                    <a:gd name="connsiteX2704" fmla="*/ 183576 w 260188"/>
                    <a:gd name="connsiteY2704" fmla="*/ 290488 h 301288"/>
                    <a:gd name="connsiteX2705" fmla="*/ 182565 w 260188"/>
                    <a:gd name="connsiteY2705" fmla="*/ 291183 h 301288"/>
                    <a:gd name="connsiteX2706" fmla="*/ 182818 w 260188"/>
                    <a:gd name="connsiteY2706" fmla="*/ 285056 h 301288"/>
                    <a:gd name="connsiteX2707" fmla="*/ 180229 w 260188"/>
                    <a:gd name="connsiteY2707" fmla="*/ 284614 h 301288"/>
                    <a:gd name="connsiteX2708" fmla="*/ 180923 w 260188"/>
                    <a:gd name="connsiteY2708" fmla="*/ 280572 h 301288"/>
                    <a:gd name="connsiteX2709" fmla="*/ 182818 w 260188"/>
                    <a:gd name="connsiteY2709" fmla="*/ 285056 h 301288"/>
                    <a:gd name="connsiteX2710" fmla="*/ 189702 w 260188"/>
                    <a:gd name="connsiteY2710" fmla="*/ 263899 h 301288"/>
                    <a:gd name="connsiteX2711" fmla="*/ 188439 w 260188"/>
                    <a:gd name="connsiteY2711" fmla="*/ 265414 h 301288"/>
                    <a:gd name="connsiteX2712" fmla="*/ 188755 w 260188"/>
                    <a:gd name="connsiteY2712" fmla="*/ 263456 h 301288"/>
                    <a:gd name="connsiteX2713" fmla="*/ 189955 w 260188"/>
                    <a:gd name="connsiteY2713" fmla="*/ 261814 h 301288"/>
                    <a:gd name="connsiteX2714" fmla="*/ 189702 w 260188"/>
                    <a:gd name="connsiteY2714" fmla="*/ 263899 h 301288"/>
                    <a:gd name="connsiteX2715" fmla="*/ 195260 w 260188"/>
                    <a:gd name="connsiteY2715" fmla="*/ 287456 h 301288"/>
                    <a:gd name="connsiteX2716" fmla="*/ 196208 w 260188"/>
                    <a:gd name="connsiteY2716" fmla="*/ 290109 h 301288"/>
                    <a:gd name="connsiteX2717" fmla="*/ 194123 w 260188"/>
                    <a:gd name="connsiteY2717" fmla="*/ 289414 h 301288"/>
                    <a:gd name="connsiteX2718" fmla="*/ 190081 w 260188"/>
                    <a:gd name="connsiteY2718" fmla="*/ 289099 h 301288"/>
                    <a:gd name="connsiteX2719" fmla="*/ 195197 w 260188"/>
                    <a:gd name="connsiteY2719" fmla="*/ 287456 h 301288"/>
                    <a:gd name="connsiteX2720" fmla="*/ 194439 w 260188"/>
                    <a:gd name="connsiteY2720" fmla="*/ 266299 h 301288"/>
                    <a:gd name="connsiteX2721" fmla="*/ 192608 w 260188"/>
                    <a:gd name="connsiteY2721" fmla="*/ 268256 h 301288"/>
                    <a:gd name="connsiteX2722" fmla="*/ 192986 w 260188"/>
                    <a:gd name="connsiteY2722" fmla="*/ 265730 h 301288"/>
                    <a:gd name="connsiteX2723" fmla="*/ 194818 w 260188"/>
                    <a:gd name="connsiteY2723" fmla="*/ 263772 h 301288"/>
                    <a:gd name="connsiteX2724" fmla="*/ 194376 w 260188"/>
                    <a:gd name="connsiteY2724" fmla="*/ 266235 h 301288"/>
                    <a:gd name="connsiteX2725" fmla="*/ 196650 w 260188"/>
                    <a:gd name="connsiteY2725" fmla="*/ 266299 h 301288"/>
                    <a:gd name="connsiteX2726" fmla="*/ 195513 w 260188"/>
                    <a:gd name="connsiteY2726" fmla="*/ 267562 h 301288"/>
                    <a:gd name="connsiteX2727" fmla="*/ 195765 w 260188"/>
                    <a:gd name="connsiteY2727" fmla="*/ 265856 h 301288"/>
                    <a:gd name="connsiteX2728" fmla="*/ 196902 w 260188"/>
                    <a:gd name="connsiteY2728" fmla="*/ 264593 h 301288"/>
                    <a:gd name="connsiteX2729" fmla="*/ 196650 w 260188"/>
                    <a:gd name="connsiteY2729" fmla="*/ 266235 h 301288"/>
                    <a:gd name="connsiteX2730" fmla="*/ 206502 w 260188"/>
                    <a:gd name="connsiteY2730" fmla="*/ 223162 h 301288"/>
                    <a:gd name="connsiteX2731" fmla="*/ 206123 w 260188"/>
                    <a:gd name="connsiteY2731" fmla="*/ 221899 h 301288"/>
                    <a:gd name="connsiteX2732" fmla="*/ 204608 w 260188"/>
                    <a:gd name="connsiteY2732" fmla="*/ 221078 h 301288"/>
                    <a:gd name="connsiteX2733" fmla="*/ 206250 w 260188"/>
                    <a:gd name="connsiteY2733" fmla="*/ 218109 h 301288"/>
                    <a:gd name="connsiteX2734" fmla="*/ 207513 w 260188"/>
                    <a:gd name="connsiteY2734" fmla="*/ 219246 h 301288"/>
                    <a:gd name="connsiteX2735" fmla="*/ 206818 w 260188"/>
                    <a:gd name="connsiteY2735" fmla="*/ 219751 h 301288"/>
                    <a:gd name="connsiteX2736" fmla="*/ 209281 w 260188"/>
                    <a:gd name="connsiteY2736" fmla="*/ 221267 h 301288"/>
                    <a:gd name="connsiteX2737" fmla="*/ 208081 w 260188"/>
                    <a:gd name="connsiteY2737" fmla="*/ 221962 h 301288"/>
                    <a:gd name="connsiteX2738" fmla="*/ 208208 w 260188"/>
                    <a:gd name="connsiteY2738" fmla="*/ 224551 h 301288"/>
                    <a:gd name="connsiteX2739" fmla="*/ 206818 w 260188"/>
                    <a:gd name="connsiteY2739" fmla="*/ 227078 h 301288"/>
                    <a:gd name="connsiteX2740" fmla="*/ 209218 w 260188"/>
                    <a:gd name="connsiteY2740" fmla="*/ 227646 h 301288"/>
                    <a:gd name="connsiteX2741" fmla="*/ 214208 w 260188"/>
                    <a:gd name="connsiteY2741" fmla="*/ 229035 h 301288"/>
                    <a:gd name="connsiteX2742" fmla="*/ 212376 w 260188"/>
                    <a:gd name="connsiteY2742" fmla="*/ 228341 h 301288"/>
                    <a:gd name="connsiteX2743" fmla="*/ 214902 w 260188"/>
                    <a:gd name="connsiteY2743" fmla="*/ 231499 h 301288"/>
                    <a:gd name="connsiteX2744" fmla="*/ 213386 w 260188"/>
                    <a:gd name="connsiteY2744" fmla="*/ 231625 h 301288"/>
                    <a:gd name="connsiteX2745" fmla="*/ 217239 w 260188"/>
                    <a:gd name="connsiteY2745" fmla="*/ 236235 h 301288"/>
                    <a:gd name="connsiteX2746" fmla="*/ 213386 w 260188"/>
                    <a:gd name="connsiteY2746" fmla="*/ 233835 h 301288"/>
                    <a:gd name="connsiteX2747" fmla="*/ 219955 w 260188"/>
                    <a:gd name="connsiteY2747" fmla="*/ 239520 h 301288"/>
                    <a:gd name="connsiteX2748" fmla="*/ 212944 w 260188"/>
                    <a:gd name="connsiteY2748" fmla="*/ 235351 h 301288"/>
                    <a:gd name="connsiteX2749" fmla="*/ 216292 w 260188"/>
                    <a:gd name="connsiteY2749" fmla="*/ 242867 h 301288"/>
                    <a:gd name="connsiteX2750" fmla="*/ 210734 w 260188"/>
                    <a:gd name="connsiteY2750" fmla="*/ 234656 h 301288"/>
                    <a:gd name="connsiteX2751" fmla="*/ 211997 w 260188"/>
                    <a:gd name="connsiteY2751" fmla="*/ 241793 h 301288"/>
                    <a:gd name="connsiteX2752" fmla="*/ 209913 w 260188"/>
                    <a:gd name="connsiteY2752" fmla="*/ 233330 h 301288"/>
                    <a:gd name="connsiteX2753" fmla="*/ 211871 w 260188"/>
                    <a:gd name="connsiteY2753" fmla="*/ 230299 h 301288"/>
                    <a:gd name="connsiteX2754" fmla="*/ 210608 w 260188"/>
                    <a:gd name="connsiteY2754" fmla="*/ 230299 h 301288"/>
                    <a:gd name="connsiteX2755" fmla="*/ 205618 w 260188"/>
                    <a:gd name="connsiteY2755" fmla="*/ 230488 h 301288"/>
                    <a:gd name="connsiteX2756" fmla="*/ 207955 w 260188"/>
                    <a:gd name="connsiteY2756" fmla="*/ 232951 h 301288"/>
                    <a:gd name="connsiteX2757" fmla="*/ 207829 w 260188"/>
                    <a:gd name="connsiteY2757" fmla="*/ 235035 h 301288"/>
                    <a:gd name="connsiteX2758" fmla="*/ 208902 w 260188"/>
                    <a:gd name="connsiteY2758" fmla="*/ 233204 h 301288"/>
                    <a:gd name="connsiteX2759" fmla="*/ 209281 w 260188"/>
                    <a:gd name="connsiteY2759" fmla="*/ 239014 h 301288"/>
                    <a:gd name="connsiteX2760" fmla="*/ 208334 w 260188"/>
                    <a:gd name="connsiteY2760" fmla="*/ 238762 h 301288"/>
                    <a:gd name="connsiteX2761" fmla="*/ 207955 w 260188"/>
                    <a:gd name="connsiteY2761" fmla="*/ 235793 h 301288"/>
                    <a:gd name="connsiteX2762" fmla="*/ 206944 w 260188"/>
                    <a:gd name="connsiteY2762" fmla="*/ 238762 h 301288"/>
                    <a:gd name="connsiteX2763" fmla="*/ 206376 w 260188"/>
                    <a:gd name="connsiteY2763" fmla="*/ 233330 h 301288"/>
                    <a:gd name="connsiteX2764" fmla="*/ 204797 w 260188"/>
                    <a:gd name="connsiteY2764" fmla="*/ 235288 h 301288"/>
                    <a:gd name="connsiteX2765" fmla="*/ 204418 w 260188"/>
                    <a:gd name="connsiteY2765" fmla="*/ 232193 h 301288"/>
                    <a:gd name="connsiteX2766" fmla="*/ 203029 w 260188"/>
                    <a:gd name="connsiteY2766" fmla="*/ 233267 h 301288"/>
                    <a:gd name="connsiteX2767" fmla="*/ 203029 w 260188"/>
                    <a:gd name="connsiteY2767" fmla="*/ 229541 h 301288"/>
                    <a:gd name="connsiteX2768" fmla="*/ 199808 w 260188"/>
                    <a:gd name="connsiteY2768" fmla="*/ 227962 h 301288"/>
                    <a:gd name="connsiteX2769" fmla="*/ 203597 w 260188"/>
                    <a:gd name="connsiteY2769" fmla="*/ 227393 h 301288"/>
                    <a:gd name="connsiteX2770" fmla="*/ 206502 w 260188"/>
                    <a:gd name="connsiteY2770" fmla="*/ 222972 h 301288"/>
                    <a:gd name="connsiteX2771" fmla="*/ 195386 w 260188"/>
                    <a:gd name="connsiteY2771" fmla="*/ 208699 h 301288"/>
                    <a:gd name="connsiteX2772" fmla="*/ 198608 w 260188"/>
                    <a:gd name="connsiteY2772" fmla="*/ 209141 h 301288"/>
                    <a:gd name="connsiteX2773" fmla="*/ 196902 w 260188"/>
                    <a:gd name="connsiteY2773" fmla="*/ 209962 h 301288"/>
                    <a:gd name="connsiteX2774" fmla="*/ 198734 w 260188"/>
                    <a:gd name="connsiteY2774" fmla="*/ 210530 h 301288"/>
                    <a:gd name="connsiteX2775" fmla="*/ 197092 w 260188"/>
                    <a:gd name="connsiteY2775" fmla="*/ 211414 h 301288"/>
                    <a:gd name="connsiteX2776" fmla="*/ 200123 w 260188"/>
                    <a:gd name="connsiteY2776" fmla="*/ 212930 h 301288"/>
                    <a:gd name="connsiteX2777" fmla="*/ 198165 w 260188"/>
                    <a:gd name="connsiteY2777" fmla="*/ 213499 h 301288"/>
                    <a:gd name="connsiteX2778" fmla="*/ 200629 w 260188"/>
                    <a:gd name="connsiteY2778" fmla="*/ 215014 h 301288"/>
                    <a:gd name="connsiteX2779" fmla="*/ 198418 w 260188"/>
                    <a:gd name="connsiteY2779" fmla="*/ 215583 h 301288"/>
                    <a:gd name="connsiteX2780" fmla="*/ 201892 w 260188"/>
                    <a:gd name="connsiteY2780" fmla="*/ 217541 h 301288"/>
                    <a:gd name="connsiteX2781" fmla="*/ 199555 w 260188"/>
                    <a:gd name="connsiteY2781" fmla="*/ 218109 h 301288"/>
                    <a:gd name="connsiteX2782" fmla="*/ 202586 w 260188"/>
                    <a:gd name="connsiteY2782" fmla="*/ 219499 h 301288"/>
                    <a:gd name="connsiteX2783" fmla="*/ 200376 w 260188"/>
                    <a:gd name="connsiteY2783" fmla="*/ 219878 h 301288"/>
                    <a:gd name="connsiteX2784" fmla="*/ 202460 w 260188"/>
                    <a:gd name="connsiteY2784" fmla="*/ 221267 h 301288"/>
                    <a:gd name="connsiteX2785" fmla="*/ 200502 w 260188"/>
                    <a:gd name="connsiteY2785" fmla="*/ 221267 h 301288"/>
                    <a:gd name="connsiteX2786" fmla="*/ 201892 w 260188"/>
                    <a:gd name="connsiteY2786" fmla="*/ 221962 h 301288"/>
                    <a:gd name="connsiteX2787" fmla="*/ 200376 w 260188"/>
                    <a:gd name="connsiteY2787" fmla="*/ 224046 h 301288"/>
                    <a:gd name="connsiteX2788" fmla="*/ 198418 w 260188"/>
                    <a:gd name="connsiteY2788" fmla="*/ 220446 h 301288"/>
                    <a:gd name="connsiteX2789" fmla="*/ 195386 w 260188"/>
                    <a:gd name="connsiteY2789" fmla="*/ 208762 h 301288"/>
                    <a:gd name="connsiteX2790" fmla="*/ 195955 w 260188"/>
                    <a:gd name="connsiteY2790" fmla="*/ 222846 h 301288"/>
                    <a:gd name="connsiteX2791" fmla="*/ 194123 w 260188"/>
                    <a:gd name="connsiteY2791" fmla="*/ 222404 h 301288"/>
                    <a:gd name="connsiteX2792" fmla="*/ 194692 w 260188"/>
                    <a:gd name="connsiteY2792" fmla="*/ 221141 h 301288"/>
                    <a:gd name="connsiteX2793" fmla="*/ 196523 w 260188"/>
                    <a:gd name="connsiteY2793" fmla="*/ 221456 h 301288"/>
                    <a:gd name="connsiteX2794" fmla="*/ 195955 w 260188"/>
                    <a:gd name="connsiteY2794" fmla="*/ 222846 h 301288"/>
                    <a:gd name="connsiteX2795" fmla="*/ 194692 w 260188"/>
                    <a:gd name="connsiteY2795" fmla="*/ 220067 h 301288"/>
                    <a:gd name="connsiteX2796" fmla="*/ 192608 w 260188"/>
                    <a:gd name="connsiteY2796" fmla="*/ 221078 h 301288"/>
                    <a:gd name="connsiteX2797" fmla="*/ 192165 w 260188"/>
                    <a:gd name="connsiteY2797" fmla="*/ 219246 h 301288"/>
                    <a:gd name="connsiteX2798" fmla="*/ 194376 w 260188"/>
                    <a:gd name="connsiteY2798" fmla="*/ 218235 h 301288"/>
                    <a:gd name="connsiteX2799" fmla="*/ 194692 w 260188"/>
                    <a:gd name="connsiteY2799" fmla="*/ 220067 h 301288"/>
                    <a:gd name="connsiteX2800" fmla="*/ 191534 w 260188"/>
                    <a:gd name="connsiteY2800" fmla="*/ 217730 h 301288"/>
                    <a:gd name="connsiteX2801" fmla="*/ 191281 w 260188"/>
                    <a:gd name="connsiteY2801" fmla="*/ 216214 h 301288"/>
                    <a:gd name="connsiteX2802" fmla="*/ 192544 w 260188"/>
                    <a:gd name="connsiteY2802" fmla="*/ 215393 h 301288"/>
                    <a:gd name="connsiteX2803" fmla="*/ 192797 w 260188"/>
                    <a:gd name="connsiteY2803" fmla="*/ 216909 h 301288"/>
                    <a:gd name="connsiteX2804" fmla="*/ 191534 w 260188"/>
                    <a:gd name="connsiteY2804" fmla="*/ 217730 h 301288"/>
                    <a:gd name="connsiteX2805" fmla="*/ 192608 w 260188"/>
                    <a:gd name="connsiteY2805" fmla="*/ 208699 h 301288"/>
                    <a:gd name="connsiteX2806" fmla="*/ 192039 w 260188"/>
                    <a:gd name="connsiteY2806" fmla="*/ 212299 h 301288"/>
                    <a:gd name="connsiteX2807" fmla="*/ 191471 w 260188"/>
                    <a:gd name="connsiteY2807" fmla="*/ 207562 h 301288"/>
                    <a:gd name="connsiteX2808" fmla="*/ 194250 w 260188"/>
                    <a:gd name="connsiteY2808" fmla="*/ 204341 h 301288"/>
                    <a:gd name="connsiteX2809" fmla="*/ 192608 w 260188"/>
                    <a:gd name="connsiteY2809" fmla="*/ 208635 h 301288"/>
                    <a:gd name="connsiteX2810" fmla="*/ 191344 w 260188"/>
                    <a:gd name="connsiteY2810" fmla="*/ 203709 h 301288"/>
                    <a:gd name="connsiteX2811" fmla="*/ 193176 w 260188"/>
                    <a:gd name="connsiteY2811" fmla="*/ 202888 h 301288"/>
                    <a:gd name="connsiteX2812" fmla="*/ 192355 w 260188"/>
                    <a:gd name="connsiteY2812" fmla="*/ 204720 h 301288"/>
                    <a:gd name="connsiteX2813" fmla="*/ 190523 w 260188"/>
                    <a:gd name="connsiteY2813" fmla="*/ 205667 h 301288"/>
                    <a:gd name="connsiteX2814" fmla="*/ 191344 w 260188"/>
                    <a:gd name="connsiteY2814" fmla="*/ 203709 h 301288"/>
                    <a:gd name="connsiteX2815" fmla="*/ 190650 w 260188"/>
                    <a:gd name="connsiteY2815" fmla="*/ 212551 h 301288"/>
                    <a:gd name="connsiteX2816" fmla="*/ 191471 w 260188"/>
                    <a:gd name="connsiteY2816" fmla="*/ 213499 h 301288"/>
                    <a:gd name="connsiteX2817" fmla="*/ 190650 w 260188"/>
                    <a:gd name="connsiteY2817" fmla="*/ 214383 h 301288"/>
                    <a:gd name="connsiteX2818" fmla="*/ 189702 w 260188"/>
                    <a:gd name="connsiteY2818" fmla="*/ 213499 h 301288"/>
                    <a:gd name="connsiteX2819" fmla="*/ 190650 w 260188"/>
                    <a:gd name="connsiteY2819" fmla="*/ 212551 h 301288"/>
                    <a:gd name="connsiteX2820" fmla="*/ 190144 w 260188"/>
                    <a:gd name="connsiteY2820" fmla="*/ 217730 h 301288"/>
                    <a:gd name="connsiteX2821" fmla="*/ 188313 w 260188"/>
                    <a:gd name="connsiteY2821" fmla="*/ 218425 h 301288"/>
                    <a:gd name="connsiteX2822" fmla="*/ 187618 w 260188"/>
                    <a:gd name="connsiteY2822" fmla="*/ 221899 h 301288"/>
                    <a:gd name="connsiteX2823" fmla="*/ 191408 w 260188"/>
                    <a:gd name="connsiteY2823" fmla="*/ 227330 h 301288"/>
                    <a:gd name="connsiteX2824" fmla="*/ 194629 w 260188"/>
                    <a:gd name="connsiteY2824" fmla="*/ 233709 h 301288"/>
                    <a:gd name="connsiteX2825" fmla="*/ 197660 w 260188"/>
                    <a:gd name="connsiteY2825" fmla="*/ 240025 h 301288"/>
                    <a:gd name="connsiteX2826" fmla="*/ 198481 w 260188"/>
                    <a:gd name="connsiteY2826" fmla="*/ 242804 h 301288"/>
                    <a:gd name="connsiteX2827" fmla="*/ 201386 w 260188"/>
                    <a:gd name="connsiteY2827" fmla="*/ 246720 h 301288"/>
                    <a:gd name="connsiteX2828" fmla="*/ 192734 w 260188"/>
                    <a:gd name="connsiteY2828" fmla="*/ 256193 h 301288"/>
                    <a:gd name="connsiteX2829" fmla="*/ 178713 w 260188"/>
                    <a:gd name="connsiteY2829" fmla="*/ 247983 h 301288"/>
                    <a:gd name="connsiteX2830" fmla="*/ 180355 w 260188"/>
                    <a:gd name="connsiteY2830" fmla="*/ 231246 h 301288"/>
                    <a:gd name="connsiteX2831" fmla="*/ 172397 w 260188"/>
                    <a:gd name="connsiteY2831" fmla="*/ 216656 h 301288"/>
                    <a:gd name="connsiteX2832" fmla="*/ 162671 w 260188"/>
                    <a:gd name="connsiteY2832" fmla="*/ 218488 h 301288"/>
                    <a:gd name="connsiteX2833" fmla="*/ 152944 w 260188"/>
                    <a:gd name="connsiteY2833" fmla="*/ 216972 h 301288"/>
                    <a:gd name="connsiteX2834" fmla="*/ 134123 w 260188"/>
                    <a:gd name="connsiteY2834" fmla="*/ 207435 h 301288"/>
                    <a:gd name="connsiteX2835" fmla="*/ 136081 w 260188"/>
                    <a:gd name="connsiteY2835" fmla="*/ 221204 h 301288"/>
                    <a:gd name="connsiteX2836" fmla="*/ 135955 w 260188"/>
                    <a:gd name="connsiteY2836" fmla="*/ 225814 h 301288"/>
                    <a:gd name="connsiteX2837" fmla="*/ 109365 w 260188"/>
                    <a:gd name="connsiteY2837" fmla="*/ 221772 h 301288"/>
                    <a:gd name="connsiteX2838" fmla="*/ 107850 w 260188"/>
                    <a:gd name="connsiteY2838" fmla="*/ 223414 h 301288"/>
                    <a:gd name="connsiteX2839" fmla="*/ 118586 w 260188"/>
                    <a:gd name="connsiteY2839" fmla="*/ 236235 h 301288"/>
                    <a:gd name="connsiteX2840" fmla="*/ 108292 w 260188"/>
                    <a:gd name="connsiteY2840" fmla="*/ 237056 h 301288"/>
                    <a:gd name="connsiteX2841" fmla="*/ 102292 w 260188"/>
                    <a:gd name="connsiteY2841" fmla="*/ 235793 h 301288"/>
                    <a:gd name="connsiteX2842" fmla="*/ 102418 w 260188"/>
                    <a:gd name="connsiteY2842" fmla="*/ 222151 h 301288"/>
                    <a:gd name="connsiteX2843" fmla="*/ 116186 w 260188"/>
                    <a:gd name="connsiteY2843" fmla="*/ 206993 h 301288"/>
                    <a:gd name="connsiteX2844" fmla="*/ 127429 w 260188"/>
                    <a:gd name="connsiteY2844" fmla="*/ 205351 h 301288"/>
                    <a:gd name="connsiteX2845" fmla="*/ 169618 w 260188"/>
                    <a:gd name="connsiteY2845" fmla="*/ 193541 h 301288"/>
                    <a:gd name="connsiteX2846" fmla="*/ 174481 w 260188"/>
                    <a:gd name="connsiteY2846" fmla="*/ 194930 h 301288"/>
                    <a:gd name="connsiteX2847" fmla="*/ 183702 w 260188"/>
                    <a:gd name="connsiteY2847" fmla="*/ 207056 h 301288"/>
                    <a:gd name="connsiteX2848" fmla="*/ 181050 w 260188"/>
                    <a:gd name="connsiteY2848" fmla="*/ 208004 h 301288"/>
                    <a:gd name="connsiteX2849" fmla="*/ 187997 w 260188"/>
                    <a:gd name="connsiteY2849" fmla="*/ 213309 h 301288"/>
                    <a:gd name="connsiteX2850" fmla="*/ 189134 w 260188"/>
                    <a:gd name="connsiteY2850" fmla="*/ 215520 h 301288"/>
                    <a:gd name="connsiteX2851" fmla="*/ 190081 w 260188"/>
                    <a:gd name="connsiteY2851" fmla="*/ 217856 h 301288"/>
                    <a:gd name="connsiteX2852" fmla="*/ 187365 w 260188"/>
                    <a:gd name="connsiteY2852" fmla="*/ 205604 h 301288"/>
                    <a:gd name="connsiteX2853" fmla="*/ 188186 w 260188"/>
                    <a:gd name="connsiteY2853" fmla="*/ 205035 h 301288"/>
                    <a:gd name="connsiteX2854" fmla="*/ 189576 w 260188"/>
                    <a:gd name="connsiteY2854" fmla="*/ 210656 h 301288"/>
                    <a:gd name="connsiteX2855" fmla="*/ 185408 w 260188"/>
                    <a:gd name="connsiteY2855" fmla="*/ 208256 h 301288"/>
                    <a:gd name="connsiteX2856" fmla="*/ 185723 w 260188"/>
                    <a:gd name="connsiteY2856" fmla="*/ 207309 h 301288"/>
                    <a:gd name="connsiteX2857" fmla="*/ 66039 w 260188"/>
                    <a:gd name="connsiteY2857" fmla="*/ 43099 h 301288"/>
                    <a:gd name="connsiteX2858" fmla="*/ 68123 w 260188"/>
                    <a:gd name="connsiteY2858" fmla="*/ 40888 h 301288"/>
                    <a:gd name="connsiteX2859" fmla="*/ 187429 w 260188"/>
                    <a:gd name="connsiteY2859" fmla="*/ 205604 h 301288"/>
                    <a:gd name="connsiteX2860" fmla="*/ 223365 w 260188"/>
                    <a:gd name="connsiteY2860" fmla="*/ 165309 h 301288"/>
                    <a:gd name="connsiteX2861" fmla="*/ 226586 w 260188"/>
                    <a:gd name="connsiteY2861" fmla="*/ 167078 h 301288"/>
                    <a:gd name="connsiteX2862" fmla="*/ 229492 w 260188"/>
                    <a:gd name="connsiteY2862" fmla="*/ 170299 h 301288"/>
                    <a:gd name="connsiteX2863" fmla="*/ 228986 w 260188"/>
                    <a:gd name="connsiteY2863" fmla="*/ 164993 h 301288"/>
                    <a:gd name="connsiteX2864" fmla="*/ 232460 w 260188"/>
                    <a:gd name="connsiteY2864" fmla="*/ 172762 h 301288"/>
                    <a:gd name="connsiteX2865" fmla="*/ 229239 w 260188"/>
                    <a:gd name="connsiteY2865" fmla="*/ 172762 h 301288"/>
                    <a:gd name="connsiteX2866" fmla="*/ 229239 w 260188"/>
                    <a:gd name="connsiteY2866" fmla="*/ 170804 h 301288"/>
                    <a:gd name="connsiteX2867" fmla="*/ 224944 w 260188"/>
                    <a:gd name="connsiteY2867" fmla="*/ 167456 h 301288"/>
                    <a:gd name="connsiteX2868" fmla="*/ 223113 w 260188"/>
                    <a:gd name="connsiteY2868" fmla="*/ 167709 h 301288"/>
                    <a:gd name="connsiteX2869" fmla="*/ 220902 w 260188"/>
                    <a:gd name="connsiteY2869" fmla="*/ 168404 h 301288"/>
                    <a:gd name="connsiteX2870" fmla="*/ 220208 w 260188"/>
                    <a:gd name="connsiteY2870" fmla="*/ 168404 h 301288"/>
                    <a:gd name="connsiteX2871" fmla="*/ 217871 w 260188"/>
                    <a:gd name="connsiteY2871" fmla="*/ 168972 h 301288"/>
                    <a:gd name="connsiteX2872" fmla="*/ 217302 w 260188"/>
                    <a:gd name="connsiteY2872" fmla="*/ 169225 h 301288"/>
                    <a:gd name="connsiteX2873" fmla="*/ 213134 w 260188"/>
                    <a:gd name="connsiteY2873" fmla="*/ 169667 h 301288"/>
                    <a:gd name="connsiteX2874" fmla="*/ 218123 w 260188"/>
                    <a:gd name="connsiteY2874" fmla="*/ 173835 h 301288"/>
                    <a:gd name="connsiteX2875" fmla="*/ 208397 w 260188"/>
                    <a:gd name="connsiteY2875" fmla="*/ 170867 h 301288"/>
                    <a:gd name="connsiteX2876" fmla="*/ 212818 w 260188"/>
                    <a:gd name="connsiteY2876" fmla="*/ 174783 h 301288"/>
                    <a:gd name="connsiteX2877" fmla="*/ 203344 w 260188"/>
                    <a:gd name="connsiteY2877" fmla="*/ 171435 h 301288"/>
                    <a:gd name="connsiteX2878" fmla="*/ 202081 w 260188"/>
                    <a:gd name="connsiteY2878" fmla="*/ 171878 h 301288"/>
                    <a:gd name="connsiteX2879" fmla="*/ 209155 w 260188"/>
                    <a:gd name="connsiteY2879" fmla="*/ 175920 h 301288"/>
                    <a:gd name="connsiteX2880" fmla="*/ 199239 w 260188"/>
                    <a:gd name="connsiteY2880" fmla="*/ 172446 h 301288"/>
                    <a:gd name="connsiteX2881" fmla="*/ 194123 w 260188"/>
                    <a:gd name="connsiteY2881" fmla="*/ 170109 h 301288"/>
                    <a:gd name="connsiteX2882" fmla="*/ 206755 w 260188"/>
                    <a:gd name="connsiteY2882" fmla="*/ 178888 h 301288"/>
                    <a:gd name="connsiteX2883" fmla="*/ 201071 w 260188"/>
                    <a:gd name="connsiteY2883" fmla="*/ 177056 h 301288"/>
                    <a:gd name="connsiteX2884" fmla="*/ 191092 w 260188"/>
                    <a:gd name="connsiteY2884" fmla="*/ 170678 h 301288"/>
                    <a:gd name="connsiteX2885" fmla="*/ 183450 w 260188"/>
                    <a:gd name="connsiteY2885" fmla="*/ 164109 h 301288"/>
                    <a:gd name="connsiteX2886" fmla="*/ 183323 w 260188"/>
                    <a:gd name="connsiteY2886" fmla="*/ 164804 h 301288"/>
                    <a:gd name="connsiteX2887" fmla="*/ 200186 w 260188"/>
                    <a:gd name="connsiteY2887" fmla="*/ 179583 h 301288"/>
                    <a:gd name="connsiteX2888" fmla="*/ 197660 w 260188"/>
                    <a:gd name="connsiteY2888" fmla="*/ 179014 h 301288"/>
                    <a:gd name="connsiteX2889" fmla="*/ 176502 w 260188"/>
                    <a:gd name="connsiteY2889" fmla="*/ 159562 h 301288"/>
                    <a:gd name="connsiteX2890" fmla="*/ 176250 w 260188"/>
                    <a:gd name="connsiteY2890" fmla="*/ 159878 h 301288"/>
                    <a:gd name="connsiteX2891" fmla="*/ 192229 w 260188"/>
                    <a:gd name="connsiteY2891" fmla="*/ 177814 h 301288"/>
                    <a:gd name="connsiteX2892" fmla="*/ 179723 w 260188"/>
                    <a:gd name="connsiteY2892" fmla="*/ 168088 h 301288"/>
                    <a:gd name="connsiteX2893" fmla="*/ 172460 w 260188"/>
                    <a:gd name="connsiteY2893" fmla="*/ 158678 h 301288"/>
                    <a:gd name="connsiteX2894" fmla="*/ 172334 w 260188"/>
                    <a:gd name="connsiteY2894" fmla="*/ 159814 h 301288"/>
                    <a:gd name="connsiteX2895" fmla="*/ 191281 w 260188"/>
                    <a:gd name="connsiteY2895" fmla="*/ 180404 h 301288"/>
                    <a:gd name="connsiteX2896" fmla="*/ 189450 w 260188"/>
                    <a:gd name="connsiteY2896" fmla="*/ 179835 h 301288"/>
                    <a:gd name="connsiteX2897" fmla="*/ 169429 w 260188"/>
                    <a:gd name="connsiteY2897" fmla="*/ 158299 h 301288"/>
                    <a:gd name="connsiteX2898" fmla="*/ 169113 w 260188"/>
                    <a:gd name="connsiteY2898" fmla="*/ 158867 h 301288"/>
                    <a:gd name="connsiteX2899" fmla="*/ 184839 w 260188"/>
                    <a:gd name="connsiteY2899" fmla="*/ 178446 h 301288"/>
                    <a:gd name="connsiteX2900" fmla="*/ 184271 w 260188"/>
                    <a:gd name="connsiteY2900" fmla="*/ 179772 h 301288"/>
                    <a:gd name="connsiteX2901" fmla="*/ 166713 w 260188"/>
                    <a:gd name="connsiteY2901" fmla="*/ 158046 h 301288"/>
                    <a:gd name="connsiteX2902" fmla="*/ 166586 w 260188"/>
                    <a:gd name="connsiteY2902" fmla="*/ 158614 h 301288"/>
                    <a:gd name="connsiteX2903" fmla="*/ 179660 w 260188"/>
                    <a:gd name="connsiteY2903" fmla="*/ 179456 h 301288"/>
                    <a:gd name="connsiteX2904" fmla="*/ 173976 w 260188"/>
                    <a:gd name="connsiteY2904" fmla="*/ 172130 h 301288"/>
                    <a:gd name="connsiteX2905" fmla="*/ 168229 w 260188"/>
                    <a:gd name="connsiteY2905" fmla="*/ 164172 h 301288"/>
                    <a:gd name="connsiteX2906" fmla="*/ 167913 w 260188"/>
                    <a:gd name="connsiteY2906" fmla="*/ 165183 h 301288"/>
                    <a:gd name="connsiteX2907" fmla="*/ 176250 w 260188"/>
                    <a:gd name="connsiteY2907" fmla="*/ 178130 h 301288"/>
                    <a:gd name="connsiteX2908" fmla="*/ 175808 w 260188"/>
                    <a:gd name="connsiteY2908" fmla="*/ 178256 h 301288"/>
                    <a:gd name="connsiteX2909" fmla="*/ 166776 w 260188"/>
                    <a:gd name="connsiteY2909" fmla="*/ 166446 h 301288"/>
                    <a:gd name="connsiteX2910" fmla="*/ 166208 w 260188"/>
                    <a:gd name="connsiteY2910" fmla="*/ 166951 h 301288"/>
                    <a:gd name="connsiteX2911" fmla="*/ 173850 w 260188"/>
                    <a:gd name="connsiteY2911" fmla="*/ 178383 h 301288"/>
                    <a:gd name="connsiteX2912" fmla="*/ 165892 w 260188"/>
                    <a:gd name="connsiteY2912" fmla="*/ 169225 h 301288"/>
                    <a:gd name="connsiteX2913" fmla="*/ 168102 w 260188"/>
                    <a:gd name="connsiteY2913" fmla="*/ 175035 h 301288"/>
                    <a:gd name="connsiteX2914" fmla="*/ 164060 w 260188"/>
                    <a:gd name="connsiteY2914" fmla="*/ 169035 h 301288"/>
                    <a:gd name="connsiteX2915" fmla="*/ 163365 w 260188"/>
                    <a:gd name="connsiteY2915" fmla="*/ 169730 h 301288"/>
                    <a:gd name="connsiteX2916" fmla="*/ 147892 w 260188"/>
                    <a:gd name="connsiteY2916" fmla="*/ 148572 h 301288"/>
                    <a:gd name="connsiteX2917" fmla="*/ 148902 w 260188"/>
                    <a:gd name="connsiteY2917" fmla="*/ 148004 h 301288"/>
                    <a:gd name="connsiteX2918" fmla="*/ 160018 w 260188"/>
                    <a:gd name="connsiteY2918" fmla="*/ 159688 h 301288"/>
                    <a:gd name="connsiteX2919" fmla="*/ 149155 w 260188"/>
                    <a:gd name="connsiteY2919" fmla="*/ 144783 h 301288"/>
                    <a:gd name="connsiteX2920" fmla="*/ 161408 w 260188"/>
                    <a:gd name="connsiteY2920" fmla="*/ 157730 h 301288"/>
                    <a:gd name="connsiteX2921" fmla="*/ 149723 w 260188"/>
                    <a:gd name="connsiteY2921" fmla="*/ 142825 h 301288"/>
                    <a:gd name="connsiteX2922" fmla="*/ 162229 w 260188"/>
                    <a:gd name="connsiteY2922" fmla="*/ 155899 h 301288"/>
                    <a:gd name="connsiteX2923" fmla="*/ 148144 w 260188"/>
                    <a:gd name="connsiteY2923" fmla="*/ 138783 h 301288"/>
                    <a:gd name="connsiteX2924" fmla="*/ 150355 w 260188"/>
                    <a:gd name="connsiteY2924" fmla="*/ 138783 h 301288"/>
                    <a:gd name="connsiteX2925" fmla="*/ 163429 w 260188"/>
                    <a:gd name="connsiteY2925" fmla="*/ 153625 h 301288"/>
                    <a:gd name="connsiteX2926" fmla="*/ 151302 w 260188"/>
                    <a:gd name="connsiteY2926" fmla="*/ 138783 h 301288"/>
                    <a:gd name="connsiteX2927" fmla="*/ 154081 w 260188"/>
                    <a:gd name="connsiteY2927" fmla="*/ 138783 h 301288"/>
                    <a:gd name="connsiteX2928" fmla="*/ 164818 w 260188"/>
                    <a:gd name="connsiteY2928" fmla="*/ 151288 h 301288"/>
                    <a:gd name="connsiteX2929" fmla="*/ 155408 w 260188"/>
                    <a:gd name="connsiteY2929" fmla="*/ 138783 h 301288"/>
                    <a:gd name="connsiteX2930" fmla="*/ 157239 w 260188"/>
                    <a:gd name="connsiteY2930" fmla="*/ 138909 h 301288"/>
                    <a:gd name="connsiteX2931" fmla="*/ 162102 w 260188"/>
                    <a:gd name="connsiteY2931" fmla="*/ 145288 h 301288"/>
                    <a:gd name="connsiteX2932" fmla="*/ 166713 w 260188"/>
                    <a:gd name="connsiteY2932" fmla="*/ 150025 h 301288"/>
                    <a:gd name="connsiteX2933" fmla="*/ 158250 w 260188"/>
                    <a:gd name="connsiteY2933" fmla="*/ 139035 h 301288"/>
                    <a:gd name="connsiteX2934" fmla="*/ 159071 w 260188"/>
                    <a:gd name="connsiteY2934" fmla="*/ 138783 h 301288"/>
                    <a:gd name="connsiteX2935" fmla="*/ 160334 w 260188"/>
                    <a:gd name="connsiteY2935" fmla="*/ 139162 h 301288"/>
                    <a:gd name="connsiteX2936" fmla="*/ 168544 w 260188"/>
                    <a:gd name="connsiteY2936" fmla="*/ 149330 h 301288"/>
                    <a:gd name="connsiteX2937" fmla="*/ 161597 w 260188"/>
                    <a:gd name="connsiteY2937" fmla="*/ 139288 h 301288"/>
                    <a:gd name="connsiteX2938" fmla="*/ 164629 w 260188"/>
                    <a:gd name="connsiteY2938" fmla="*/ 139288 h 301288"/>
                    <a:gd name="connsiteX2939" fmla="*/ 170629 w 260188"/>
                    <a:gd name="connsiteY2939" fmla="*/ 147941 h 301288"/>
                    <a:gd name="connsiteX2940" fmla="*/ 166334 w 260188"/>
                    <a:gd name="connsiteY2940" fmla="*/ 139162 h 301288"/>
                    <a:gd name="connsiteX2941" fmla="*/ 170881 w 260188"/>
                    <a:gd name="connsiteY2941" fmla="*/ 143078 h 301288"/>
                    <a:gd name="connsiteX2942" fmla="*/ 173660 w 260188"/>
                    <a:gd name="connsiteY2942" fmla="*/ 146425 h 301288"/>
                    <a:gd name="connsiteX2943" fmla="*/ 169808 w 260188"/>
                    <a:gd name="connsiteY2943" fmla="*/ 139983 h 301288"/>
                    <a:gd name="connsiteX2944" fmla="*/ 172397 w 260188"/>
                    <a:gd name="connsiteY2944" fmla="*/ 140425 h 301288"/>
                    <a:gd name="connsiteX2945" fmla="*/ 175050 w 260188"/>
                    <a:gd name="connsiteY2945" fmla="*/ 143330 h 301288"/>
                    <a:gd name="connsiteX2946" fmla="*/ 173850 w 260188"/>
                    <a:gd name="connsiteY2946" fmla="*/ 140804 h 301288"/>
                    <a:gd name="connsiteX2947" fmla="*/ 175681 w 260188"/>
                    <a:gd name="connsiteY2947" fmla="*/ 140804 h 301288"/>
                    <a:gd name="connsiteX2948" fmla="*/ 178018 w 260188"/>
                    <a:gd name="connsiteY2948" fmla="*/ 144530 h 301288"/>
                    <a:gd name="connsiteX2949" fmla="*/ 178397 w 260188"/>
                    <a:gd name="connsiteY2949" fmla="*/ 144278 h 301288"/>
                    <a:gd name="connsiteX2950" fmla="*/ 176755 w 260188"/>
                    <a:gd name="connsiteY2950" fmla="*/ 140551 h 301288"/>
                    <a:gd name="connsiteX2951" fmla="*/ 178839 w 260188"/>
                    <a:gd name="connsiteY2951" fmla="*/ 140804 h 301288"/>
                    <a:gd name="connsiteX2952" fmla="*/ 180797 w 260188"/>
                    <a:gd name="connsiteY2952" fmla="*/ 143014 h 301288"/>
                    <a:gd name="connsiteX2953" fmla="*/ 186481 w 260188"/>
                    <a:gd name="connsiteY2953" fmla="*/ 142446 h 301288"/>
                    <a:gd name="connsiteX2954" fmla="*/ 193555 w 260188"/>
                    <a:gd name="connsiteY2954" fmla="*/ 150783 h 301288"/>
                    <a:gd name="connsiteX2955" fmla="*/ 190902 w 260188"/>
                    <a:gd name="connsiteY2955" fmla="*/ 148446 h 301288"/>
                    <a:gd name="connsiteX2956" fmla="*/ 189260 w 260188"/>
                    <a:gd name="connsiteY2956" fmla="*/ 146614 h 301288"/>
                    <a:gd name="connsiteX2957" fmla="*/ 195260 w 260188"/>
                    <a:gd name="connsiteY2957" fmla="*/ 158299 h 301288"/>
                    <a:gd name="connsiteX2958" fmla="*/ 187871 w 260188"/>
                    <a:gd name="connsiteY2958" fmla="*/ 147562 h 301288"/>
                    <a:gd name="connsiteX2959" fmla="*/ 192734 w 260188"/>
                    <a:gd name="connsiteY2959" fmla="*/ 158678 h 301288"/>
                    <a:gd name="connsiteX2960" fmla="*/ 189260 w 260188"/>
                    <a:gd name="connsiteY2960" fmla="*/ 153499 h 301288"/>
                    <a:gd name="connsiteX2961" fmla="*/ 187429 w 260188"/>
                    <a:gd name="connsiteY2961" fmla="*/ 151288 h 301288"/>
                    <a:gd name="connsiteX2962" fmla="*/ 191913 w 260188"/>
                    <a:gd name="connsiteY2962" fmla="*/ 160193 h 301288"/>
                    <a:gd name="connsiteX2963" fmla="*/ 192734 w 260188"/>
                    <a:gd name="connsiteY2963" fmla="*/ 162846 h 301288"/>
                    <a:gd name="connsiteX2964" fmla="*/ 194123 w 260188"/>
                    <a:gd name="connsiteY2964" fmla="*/ 166320 h 301288"/>
                    <a:gd name="connsiteX2965" fmla="*/ 204102 w 260188"/>
                    <a:gd name="connsiteY2965" fmla="*/ 167456 h 301288"/>
                    <a:gd name="connsiteX2966" fmla="*/ 223176 w 260188"/>
                    <a:gd name="connsiteY2966" fmla="*/ 165246 h 301288"/>
                    <a:gd name="connsiteX2967" fmla="*/ 220713 w 260188"/>
                    <a:gd name="connsiteY2967" fmla="*/ 149709 h 301288"/>
                    <a:gd name="connsiteX2968" fmla="*/ 220460 w 260188"/>
                    <a:gd name="connsiteY2968" fmla="*/ 155709 h 301288"/>
                    <a:gd name="connsiteX2969" fmla="*/ 218944 w 260188"/>
                    <a:gd name="connsiteY2969" fmla="*/ 155709 h 301288"/>
                    <a:gd name="connsiteX2970" fmla="*/ 219765 w 260188"/>
                    <a:gd name="connsiteY2970" fmla="*/ 150278 h 301288"/>
                    <a:gd name="connsiteX2971" fmla="*/ 218818 w 260188"/>
                    <a:gd name="connsiteY2971" fmla="*/ 152172 h 301288"/>
                    <a:gd name="connsiteX2972" fmla="*/ 217681 w 260188"/>
                    <a:gd name="connsiteY2972" fmla="*/ 149646 h 301288"/>
                    <a:gd name="connsiteX2973" fmla="*/ 218818 w 260188"/>
                    <a:gd name="connsiteY2973" fmla="*/ 147435 h 301288"/>
                    <a:gd name="connsiteX2974" fmla="*/ 219513 w 260188"/>
                    <a:gd name="connsiteY2974" fmla="*/ 149267 h 301288"/>
                    <a:gd name="connsiteX2975" fmla="*/ 220081 w 260188"/>
                    <a:gd name="connsiteY2975" fmla="*/ 148004 h 301288"/>
                    <a:gd name="connsiteX2976" fmla="*/ 220776 w 260188"/>
                    <a:gd name="connsiteY2976" fmla="*/ 149646 h 301288"/>
                    <a:gd name="connsiteX2977" fmla="*/ 228797 w 260188"/>
                    <a:gd name="connsiteY2977" fmla="*/ 148193 h 301288"/>
                    <a:gd name="connsiteX2978" fmla="*/ 224313 w 260188"/>
                    <a:gd name="connsiteY2978" fmla="*/ 149583 h 301288"/>
                    <a:gd name="connsiteX2979" fmla="*/ 223618 w 260188"/>
                    <a:gd name="connsiteY2979" fmla="*/ 153183 h 301288"/>
                    <a:gd name="connsiteX2980" fmla="*/ 222355 w 260188"/>
                    <a:gd name="connsiteY2980" fmla="*/ 153878 h 301288"/>
                    <a:gd name="connsiteX2981" fmla="*/ 223997 w 260188"/>
                    <a:gd name="connsiteY2981" fmla="*/ 145793 h 301288"/>
                    <a:gd name="connsiteX2982" fmla="*/ 225702 w 260188"/>
                    <a:gd name="connsiteY2982" fmla="*/ 145099 h 301288"/>
                    <a:gd name="connsiteX2983" fmla="*/ 226523 w 260188"/>
                    <a:gd name="connsiteY2983" fmla="*/ 146362 h 301288"/>
                    <a:gd name="connsiteX2984" fmla="*/ 227281 w 260188"/>
                    <a:gd name="connsiteY2984" fmla="*/ 146741 h 301288"/>
                    <a:gd name="connsiteX2985" fmla="*/ 228797 w 260188"/>
                    <a:gd name="connsiteY2985" fmla="*/ 148130 h 301288"/>
                    <a:gd name="connsiteX2986" fmla="*/ 237450 w 260188"/>
                    <a:gd name="connsiteY2986" fmla="*/ 138404 h 301288"/>
                    <a:gd name="connsiteX2987" fmla="*/ 234671 w 260188"/>
                    <a:gd name="connsiteY2987" fmla="*/ 138025 h 301288"/>
                    <a:gd name="connsiteX2988" fmla="*/ 233660 w 260188"/>
                    <a:gd name="connsiteY2988" fmla="*/ 138593 h 301288"/>
                    <a:gd name="connsiteX2989" fmla="*/ 233660 w 260188"/>
                    <a:gd name="connsiteY2989" fmla="*/ 135120 h 301288"/>
                    <a:gd name="connsiteX2990" fmla="*/ 236755 w 260188"/>
                    <a:gd name="connsiteY2990" fmla="*/ 134678 h 301288"/>
                    <a:gd name="connsiteX2991" fmla="*/ 237829 w 260188"/>
                    <a:gd name="connsiteY2991" fmla="*/ 136067 h 301288"/>
                    <a:gd name="connsiteX2992" fmla="*/ 236186 w 260188"/>
                    <a:gd name="connsiteY2992" fmla="*/ 136635 h 301288"/>
                    <a:gd name="connsiteX2993" fmla="*/ 238271 w 260188"/>
                    <a:gd name="connsiteY2993" fmla="*/ 137204 h 301288"/>
                    <a:gd name="connsiteX2994" fmla="*/ 237450 w 260188"/>
                    <a:gd name="connsiteY2994" fmla="*/ 138467 h 301288"/>
                    <a:gd name="connsiteX2995" fmla="*/ 252734 w 260188"/>
                    <a:gd name="connsiteY2995" fmla="*/ 162783 h 301288"/>
                    <a:gd name="connsiteX2996" fmla="*/ 253429 w 260188"/>
                    <a:gd name="connsiteY2996" fmla="*/ 160256 h 301288"/>
                    <a:gd name="connsiteX2997" fmla="*/ 255260 w 260188"/>
                    <a:gd name="connsiteY2997" fmla="*/ 159878 h 301288"/>
                    <a:gd name="connsiteX2998" fmla="*/ 255955 w 260188"/>
                    <a:gd name="connsiteY2998" fmla="*/ 166572 h 301288"/>
                    <a:gd name="connsiteX2999" fmla="*/ 254565 w 260188"/>
                    <a:gd name="connsiteY2999" fmla="*/ 166572 h 301288"/>
                    <a:gd name="connsiteX3000" fmla="*/ 252734 w 260188"/>
                    <a:gd name="connsiteY3000" fmla="*/ 162846 h 301288"/>
                    <a:gd name="connsiteX3001" fmla="*/ 255892 w 260188"/>
                    <a:gd name="connsiteY3001" fmla="*/ 181730 h 301288"/>
                    <a:gd name="connsiteX3002" fmla="*/ 253934 w 260188"/>
                    <a:gd name="connsiteY3002" fmla="*/ 180720 h 301288"/>
                    <a:gd name="connsiteX3003" fmla="*/ 255007 w 260188"/>
                    <a:gd name="connsiteY3003" fmla="*/ 182235 h 301288"/>
                    <a:gd name="connsiteX3004" fmla="*/ 253492 w 260188"/>
                    <a:gd name="connsiteY3004" fmla="*/ 182678 h 301288"/>
                    <a:gd name="connsiteX3005" fmla="*/ 250460 w 260188"/>
                    <a:gd name="connsiteY3005" fmla="*/ 180278 h 301288"/>
                    <a:gd name="connsiteX3006" fmla="*/ 251408 w 260188"/>
                    <a:gd name="connsiteY3006" fmla="*/ 175856 h 301288"/>
                    <a:gd name="connsiteX3007" fmla="*/ 252671 w 260188"/>
                    <a:gd name="connsiteY3007" fmla="*/ 175667 h 301288"/>
                    <a:gd name="connsiteX3008" fmla="*/ 255007 w 260188"/>
                    <a:gd name="connsiteY3008" fmla="*/ 177183 h 301288"/>
                    <a:gd name="connsiteX3009" fmla="*/ 255197 w 260188"/>
                    <a:gd name="connsiteY3009" fmla="*/ 178067 h 301288"/>
                    <a:gd name="connsiteX3010" fmla="*/ 255892 w 260188"/>
                    <a:gd name="connsiteY3010" fmla="*/ 180278 h 301288"/>
                    <a:gd name="connsiteX3011" fmla="*/ 255892 w 260188"/>
                    <a:gd name="connsiteY3011" fmla="*/ 181667 h 301288"/>
                    <a:gd name="connsiteX3012" fmla="*/ 257155 w 260188"/>
                    <a:gd name="connsiteY3012" fmla="*/ 177372 h 301288"/>
                    <a:gd name="connsiteX3013" fmla="*/ 254944 w 260188"/>
                    <a:gd name="connsiteY3013" fmla="*/ 176425 h 301288"/>
                    <a:gd name="connsiteX3014" fmla="*/ 253808 w 260188"/>
                    <a:gd name="connsiteY3014" fmla="*/ 173772 h 301288"/>
                    <a:gd name="connsiteX3015" fmla="*/ 254502 w 260188"/>
                    <a:gd name="connsiteY3015" fmla="*/ 170551 h 301288"/>
                    <a:gd name="connsiteX3016" fmla="*/ 255323 w 260188"/>
                    <a:gd name="connsiteY3016" fmla="*/ 170551 h 301288"/>
                    <a:gd name="connsiteX3017" fmla="*/ 257660 w 260188"/>
                    <a:gd name="connsiteY3017" fmla="*/ 175667 h 301288"/>
                    <a:gd name="connsiteX3018" fmla="*/ 257092 w 260188"/>
                    <a:gd name="connsiteY3018" fmla="*/ 177309 h 301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  <a:cxn ang="0">
                      <a:pos x="connsiteX764" y="connsiteY764"/>
                    </a:cxn>
                    <a:cxn ang="0">
                      <a:pos x="connsiteX765" y="connsiteY765"/>
                    </a:cxn>
                    <a:cxn ang="0">
                      <a:pos x="connsiteX766" y="connsiteY766"/>
                    </a:cxn>
                    <a:cxn ang="0">
                      <a:pos x="connsiteX767" y="connsiteY767"/>
                    </a:cxn>
                    <a:cxn ang="0">
                      <a:pos x="connsiteX768" y="connsiteY768"/>
                    </a:cxn>
                    <a:cxn ang="0">
                      <a:pos x="connsiteX769" y="connsiteY769"/>
                    </a:cxn>
                    <a:cxn ang="0">
                      <a:pos x="connsiteX770" y="connsiteY770"/>
                    </a:cxn>
                    <a:cxn ang="0">
                      <a:pos x="connsiteX771" y="connsiteY771"/>
                    </a:cxn>
                    <a:cxn ang="0">
                      <a:pos x="connsiteX772" y="connsiteY772"/>
                    </a:cxn>
                    <a:cxn ang="0">
                      <a:pos x="connsiteX773" y="connsiteY773"/>
                    </a:cxn>
                    <a:cxn ang="0">
                      <a:pos x="connsiteX774" y="connsiteY774"/>
                    </a:cxn>
                    <a:cxn ang="0">
                      <a:pos x="connsiteX775" y="connsiteY775"/>
                    </a:cxn>
                    <a:cxn ang="0">
                      <a:pos x="connsiteX776" y="connsiteY776"/>
                    </a:cxn>
                    <a:cxn ang="0">
                      <a:pos x="connsiteX777" y="connsiteY777"/>
                    </a:cxn>
                    <a:cxn ang="0">
                      <a:pos x="connsiteX778" y="connsiteY778"/>
                    </a:cxn>
                    <a:cxn ang="0">
                      <a:pos x="connsiteX779" y="connsiteY779"/>
                    </a:cxn>
                    <a:cxn ang="0">
                      <a:pos x="connsiteX780" y="connsiteY780"/>
                    </a:cxn>
                    <a:cxn ang="0">
                      <a:pos x="connsiteX781" y="connsiteY781"/>
                    </a:cxn>
                    <a:cxn ang="0">
                      <a:pos x="connsiteX782" y="connsiteY782"/>
                    </a:cxn>
                    <a:cxn ang="0">
                      <a:pos x="connsiteX783" y="connsiteY783"/>
                    </a:cxn>
                    <a:cxn ang="0">
                      <a:pos x="connsiteX784" y="connsiteY784"/>
                    </a:cxn>
                    <a:cxn ang="0">
                      <a:pos x="connsiteX785" y="connsiteY785"/>
                    </a:cxn>
                    <a:cxn ang="0">
                      <a:pos x="connsiteX786" y="connsiteY786"/>
                    </a:cxn>
                    <a:cxn ang="0">
                      <a:pos x="connsiteX787" y="connsiteY787"/>
                    </a:cxn>
                    <a:cxn ang="0">
                      <a:pos x="connsiteX788" y="connsiteY788"/>
                    </a:cxn>
                    <a:cxn ang="0">
                      <a:pos x="connsiteX789" y="connsiteY789"/>
                    </a:cxn>
                    <a:cxn ang="0">
                      <a:pos x="connsiteX790" y="connsiteY790"/>
                    </a:cxn>
                    <a:cxn ang="0">
                      <a:pos x="connsiteX791" y="connsiteY791"/>
                    </a:cxn>
                    <a:cxn ang="0">
                      <a:pos x="connsiteX792" y="connsiteY792"/>
                    </a:cxn>
                    <a:cxn ang="0">
                      <a:pos x="connsiteX793" y="connsiteY793"/>
                    </a:cxn>
                    <a:cxn ang="0">
                      <a:pos x="connsiteX794" y="connsiteY794"/>
                    </a:cxn>
                    <a:cxn ang="0">
                      <a:pos x="connsiteX795" y="connsiteY795"/>
                    </a:cxn>
                    <a:cxn ang="0">
                      <a:pos x="connsiteX796" y="connsiteY796"/>
                    </a:cxn>
                    <a:cxn ang="0">
                      <a:pos x="connsiteX797" y="connsiteY797"/>
                    </a:cxn>
                    <a:cxn ang="0">
                      <a:pos x="connsiteX798" y="connsiteY798"/>
                    </a:cxn>
                    <a:cxn ang="0">
                      <a:pos x="connsiteX799" y="connsiteY799"/>
                    </a:cxn>
                    <a:cxn ang="0">
                      <a:pos x="connsiteX800" y="connsiteY800"/>
                    </a:cxn>
                    <a:cxn ang="0">
                      <a:pos x="connsiteX801" y="connsiteY801"/>
                    </a:cxn>
                    <a:cxn ang="0">
                      <a:pos x="connsiteX802" y="connsiteY802"/>
                    </a:cxn>
                    <a:cxn ang="0">
                      <a:pos x="connsiteX803" y="connsiteY803"/>
                    </a:cxn>
                    <a:cxn ang="0">
                      <a:pos x="connsiteX804" y="connsiteY804"/>
                    </a:cxn>
                    <a:cxn ang="0">
                      <a:pos x="connsiteX805" y="connsiteY805"/>
                    </a:cxn>
                    <a:cxn ang="0">
                      <a:pos x="connsiteX806" y="connsiteY806"/>
                    </a:cxn>
                    <a:cxn ang="0">
                      <a:pos x="connsiteX807" y="connsiteY807"/>
                    </a:cxn>
                    <a:cxn ang="0">
                      <a:pos x="connsiteX808" y="connsiteY808"/>
                    </a:cxn>
                    <a:cxn ang="0">
                      <a:pos x="connsiteX809" y="connsiteY809"/>
                    </a:cxn>
                    <a:cxn ang="0">
                      <a:pos x="connsiteX810" y="connsiteY810"/>
                    </a:cxn>
                    <a:cxn ang="0">
                      <a:pos x="connsiteX811" y="connsiteY811"/>
                    </a:cxn>
                    <a:cxn ang="0">
                      <a:pos x="connsiteX812" y="connsiteY812"/>
                    </a:cxn>
                    <a:cxn ang="0">
                      <a:pos x="connsiteX813" y="connsiteY813"/>
                    </a:cxn>
                    <a:cxn ang="0">
                      <a:pos x="connsiteX814" y="connsiteY814"/>
                    </a:cxn>
                    <a:cxn ang="0">
                      <a:pos x="connsiteX815" y="connsiteY815"/>
                    </a:cxn>
                    <a:cxn ang="0">
                      <a:pos x="connsiteX816" y="connsiteY816"/>
                    </a:cxn>
                    <a:cxn ang="0">
                      <a:pos x="connsiteX817" y="connsiteY817"/>
                    </a:cxn>
                    <a:cxn ang="0">
                      <a:pos x="connsiteX818" y="connsiteY818"/>
                    </a:cxn>
                    <a:cxn ang="0">
                      <a:pos x="connsiteX819" y="connsiteY819"/>
                    </a:cxn>
                    <a:cxn ang="0">
                      <a:pos x="connsiteX820" y="connsiteY820"/>
                    </a:cxn>
                    <a:cxn ang="0">
                      <a:pos x="connsiteX821" y="connsiteY821"/>
                    </a:cxn>
                    <a:cxn ang="0">
                      <a:pos x="connsiteX822" y="connsiteY822"/>
                    </a:cxn>
                    <a:cxn ang="0">
                      <a:pos x="connsiteX823" y="connsiteY823"/>
                    </a:cxn>
                    <a:cxn ang="0">
                      <a:pos x="connsiteX824" y="connsiteY824"/>
                    </a:cxn>
                    <a:cxn ang="0">
                      <a:pos x="connsiteX825" y="connsiteY825"/>
                    </a:cxn>
                    <a:cxn ang="0">
                      <a:pos x="connsiteX826" y="connsiteY826"/>
                    </a:cxn>
                    <a:cxn ang="0">
                      <a:pos x="connsiteX827" y="connsiteY827"/>
                    </a:cxn>
                    <a:cxn ang="0">
                      <a:pos x="connsiteX828" y="connsiteY828"/>
                    </a:cxn>
                    <a:cxn ang="0">
                      <a:pos x="connsiteX829" y="connsiteY829"/>
                    </a:cxn>
                    <a:cxn ang="0">
                      <a:pos x="connsiteX830" y="connsiteY830"/>
                    </a:cxn>
                    <a:cxn ang="0">
                      <a:pos x="connsiteX831" y="connsiteY831"/>
                    </a:cxn>
                    <a:cxn ang="0">
                      <a:pos x="connsiteX832" y="connsiteY832"/>
                    </a:cxn>
                    <a:cxn ang="0">
                      <a:pos x="connsiteX833" y="connsiteY833"/>
                    </a:cxn>
                    <a:cxn ang="0">
                      <a:pos x="connsiteX834" y="connsiteY834"/>
                    </a:cxn>
                    <a:cxn ang="0">
                      <a:pos x="connsiteX835" y="connsiteY835"/>
                    </a:cxn>
                    <a:cxn ang="0">
                      <a:pos x="connsiteX836" y="connsiteY836"/>
                    </a:cxn>
                    <a:cxn ang="0">
                      <a:pos x="connsiteX837" y="connsiteY837"/>
                    </a:cxn>
                    <a:cxn ang="0">
                      <a:pos x="connsiteX838" y="connsiteY838"/>
                    </a:cxn>
                    <a:cxn ang="0">
                      <a:pos x="connsiteX839" y="connsiteY839"/>
                    </a:cxn>
                    <a:cxn ang="0">
                      <a:pos x="connsiteX840" y="connsiteY840"/>
                    </a:cxn>
                    <a:cxn ang="0">
                      <a:pos x="connsiteX841" y="connsiteY841"/>
                    </a:cxn>
                    <a:cxn ang="0">
                      <a:pos x="connsiteX842" y="connsiteY842"/>
                    </a:cxn>
                    <a:cxn ang="0">
                      <a:pos x="connsiteX843" y="connsiteY843"/>
                    </a:cxn>
                    <a:cxn ang="0">
                      <a:pos x="connsiteX844" y="connsiteY844"/>
                    </a:cxn>
                    <a:cxn ang="0">
                      <a:pos x="connsiteX845" y="connsiteY845"/>
                    </a:cxn>
                    <a:cxn ang="0">
                      <a:pos x="connsiteX846" y="connsiteY846"/>
                    </a:cxn>
                    <a:cxn ang="0">
                      <a:pos x="connsiteX847" y="connsiteY847"/>
                    </a:cxn>
                    <a:cxn ang="0">
                      <a:pos x="connsiteX848" y="connsiteY848"/>
                    </a:cxn>
                    <a:cxn ang="0">
                      <a:pos x="connsiteX849" y="connsiteY849"/>
                    </a:cxn>
                    <a:cxn ang="0">
                      <a:pos x="connsiteX850" y="connsiteY850"/>
                    </a:cxn>
                    <a:cxn ang="0">
                      <a:pos x="connsiteX851" y="connsiteY851"/>
                    </a:cxn>
                    <a:cxn ang="0">
                      <a:pos x="connsiteX852" y="connsiteY852"/>
                    </a:cxn>
                    <a:cxn ang="0">
                      <a:pos x="connsiteX853" y="connsiteY853"/>
                    </a:cxn>
                    <a:cxn ang="0">
                      <a:pos x="connsiteX854" y="connsiteY854"/>
                    </a:cxn>
                    <a:cxn ang="0">
                      <a:pos x="connsiteX855" y="connsiteY855"/>
                    </a:cxn>
                    <a:cxn ang="0">
                      <a:pos x="connsiteX856" y="connsiteY856"/>
                    </a:cxn>
                    <a:cxn ang="0">
                      <a:pos x="connsiteX857" y="connsiteY857"/>
                    </a:cxn>
                    <a:cxn ang="0">
                      <a:pos x="connsiteX858" y="connsiteY858"/>
                    </a:cxn>
                    <a:cxn ang="0">
                      <a:pos x="connsiteX859" y="connsiteY859"/>
                    </a:cxn>
                    <a:cxn ang="0">
                      <a:pos x="connsiteX860" y="connsiteY860"/>
                    </a:cxn>
                    <a:cxn ang="0">
                      <a:pos x="connsiteX861" y="connsiteY861"/>
                    </a:cxn>
                    <a:cxn ang="0">
                      <a:pos x="connsiteX862" y="connsiteY862"/>
                    </a:cxn>
                    <a:cxn ang="0">
                      <a:pos x="connsiteX863" y="connsiteY863"/>
                    </a:cxn>
                    <a:cxn ang="0">
                      <a:pos x="connsiteX864" y="connsiteY864"/>
                    </a:cxn>
                    <a:cxn ang="0">
                      <a:pos x="connsiteX865" y="connsiteY865"/>
                    </a:cxn>
                    <a:cxn ang="0">
                      <a:pos x="connsiteX866" y="connsiteY866"/>
                    </a:cxn>
                    <a:cxn ang="0">
                      <a:pos x="connsiteX867" y="connsiteY867"/>
                    </a:cxn>
                    <a:cxn ang="0">
                      <a:pos x="connsiteX868" y="connsiteY868"/>
                    </a:cxn>
                    <a:cxn ang="0">
                      <a:pos x="connsiteX869" y="connsiteY869"/>
                    </a:cxn>
                    <a:cxn ang="0">
                      <a:pos x="connsiteX870" y="connsiteY870"/>
                    </a:cxn>
                    <a:cxn ang="0">
                      <a:pos x="connsiteX871" y="connsiteY871"/>
                    </a:cxn>
                    <a:cxn ang="0">
                      <a:pos x="connsiteX872" y="connsiteY872"/>
                    </a:cxn>
                    <a:cxn ang="0">
                      <a:pos x="connsiteX873" y="connsiteY873"/>
                    </a:cxn>
                    <a:cxn ang="0">
                      <a:pos x="connsiteX874" y="connsiteY874"/>
                    </a:cxn>
                    <a:cxn ang="0">
                      <a:pos x="connsiteX875" y="connsiteY875"/>
                    </a:cxn>
                    <a:cxn ang="0">
                      <a:pos x="connsiteX876" y="connsiteY876"/>
                    </a:cxn>
                    <a:cxn ang="0">
                      <a:pos x="connsiteX877" y="connsiteY877"/>
                    </a:cxn>
                    <a:cxn ang="0">
                      <a:pos x="connsiteX878" y="connsiteY878"/>
                    </a:cxn>
                    <a:cxn ang="0">
                      <a:pos x="connsiteX879" y="connsiteY879"/>
                    </a:cxn>
                    <a:cxn ang="0">
                      <a:pos x="connsiteX880" y="connsiteY880"/>
                    </a:cxn>
                    <a:cxn ang="0">
                      <a:pos x="connsiteX881" y="connsiteY881"/>
                    </a:cxn>
                    <a:cxn ang="0">
                      <a:pos x="connsiteX882" y="connsiteY882"/>
                    </a:cxn>
                    <a:cxn ang="0">
                      <a:pos x="connsiteX883" y="connsiteY883"/>
                    </a:cxn>
                    <a:cxn ang="0">
                      <a:pos x="connsiteX884" y="connsiteY884"/>
                    </a:cxn>
                    <a:cxn ang="0">
                      <a:pos x="connsiteX885" y="connsiteY885"/>
                    </a:cxn>
                    <a:cxn ang="0">
                      <a:pos x="connsiteX886" y="connsiteY886"/>
                    </a:cxn>
                    <a:cxn ang="0">
                      <a:pos x="connsiteX887" y="connsiteY887"/>
                    </a:cxn>
                    <a:cxn ang="0">
                      <a:pos x="connsiteX888" y="connsiteY888"/>
                    </a:cxn>
                    <a:cxn ang="0">
                      <a:pos x="connsiteX889" y="connsiteY889"/>
                    </a:cxn>
                    <a:cxn ang="0">
                      <a:pos x="connsiteX890" y="connsiteY890"/>
                    </a:cxn>
                    <a:cxn ang="0">
                      <a:pos x="connsiteX891" y="connsiteY891"/>
                    </a:cxn>
                    <a:cxn ang="0">
                      <a:pos x="connsiteX892" y="connsiteY892"/>
                    </a:cxn>
                    <a:cxn ang="0">
                      <a:pos x="connsiteX893" y="connsiteY893"/>
                    </a:cxn>
                    <a:cxn ang="0">
                      <a:pos x="connsiteX894" y="connsiteY894"/>
                    </a:cxn>
                    <a:cxn ang="0">
                      <a:pos x="connsiteX895" y="connsiteY895"/>
                    </a:cxn>
                    <a:cxn ang="0">
                      <a:pos x="connsiteX896" y="connsiteY896"/>
                    </a:cxn>
                    <a:cxn ang="0">
                      <a:pos x="connsiteX897" y="connsiteY897"/>
                    </a:cxn>
                    <a:cxn ang="0">
                      <a:pos x="connsiteX898" y="connsiteY898"/>
                    </a:cxn>
                    <a:cxn ang="0">
                      <a:pos x="connsiteX899" y="connsiteY899"/>
                    </a:cxn>
                    <a:cxn ang="0">
                      <a:pos x="connsiteX900" y="connsiteY900"/>
                    </a:cxn>
                    <a:cxn ang="0">
                      <a:pos x="connsiteX901" y="connsiteY901"/>
                    </a:cxn>
                    <a:cxn ang="0">
                      <a:pos x="connsiteX902" y="connsiteY902"/>
                    </a:cxn>
                    <a:cxn ang="0">
                      <a:pos x="connsiteX903" y="connsiteY903"/>
                    </a:cxn>
                    <a:cxn ang="0">
                      <a:pos x="connsiteX904" y="connsiteY904"/>
                    </a:cxn>
                    <a:cxn ang="0">
                      <a:pos x="connsiteX905" y="connsiteY905"/>
                    </a:cxn>
                    <a:cxn ang="0">
                      <a:pos x="connsiteX906" y="connsiteY906"/>
                    </a:cxn>
                    <a:cxn ang="0">
                      <a:pos x="connsiteX907" y="connsiteY907"/>
                    </a:cxn>
                    <a:cxn ang="0">
                      <a:pos x="connsiteX908" y="connsiteY908"/>
                    </a:cxn>
                    <a:cxn ang="0">
                      <a:pos x="connsiteX909" y="connsiteY909"/>
                    </a:cxn>
                    <a:cxn ang="0">
                      <a:pos x="connsiteX910" y="connsiteY910"/>
                    </a:cxn>
                    <a:cxn ang="0">
                      <a:pos x="connsiteX911" y="connsiteY911"/>
                    </a:cxn>
                    <a:cxn ang="0">
                      <a:pos x="connsiteX912" y="connsiteY912"/>
                    </a:cxn>
                    <a:cxn ang="0">
                      <a:pos x="connsiteX913" y="connsiteY913"/>
                    </a:cxn>
                    <a:cxn ang="0">
                      <a:pos x="connsiteX914" y="connsiteY914"/>
                    </a:cxn>
                    <a:cxn ang="0">
                      <a:pos x="connsiteX915" y="connsiteY915"/>
                    </a:cxn>
                    <a:cxn ang="0">
                      <a:pos x="connsiteX916" y="connsiteY916"/>
                    </a:cxn>
                    <a:cxn ang="0">
                      <a:pos x="connsiteX917" y="connsiteY917"/>
                    </a:cxn>
                    <a:cxn ang="0">
                      <a:pos x="connsiteX918" y="connsiteY918"/>
                    </a:cxn>
                    <a:cxn ang="0">
                      <a:pos x="connsiteX919" y="connsiteY919"/>
                    </a:cxn>
                    <a:cxn ang="0">
                      <a:pos x="connsiteX920" y="connsiteY920"/>
                    </a:cxn>
                    <a:cxn ang="0">
                      <a:pos x="connsiteX921" y="connsiteY921"/>
                    </a:cxn>
                    <a:cxn ang="0">
                      <a:pos x="connsiteX922" y="connsiteY922"/>
                    </a:cxn>
                    <a:cxn ang="0">
                      <a:pos x="connsiteX923" y="connsiteY923"/>
                    </a:cxn>
                    <a:cxn ang="0">
                      <a:pos x="connsiteX924" y="connsiteY924"/>
                    </a:cxn>
                    <a:cxn ang="0">
                      <a:pos x="connsiteX925" y="connsiteY925"/>
                    </a:cxn>
                    <a:cxn ang="0">
                      <a:pos x="connsiteX926" y="connsiteY926"/>
                    </a:cxn>
                    <a:cxn ang="0">
                      <a:pos x="connsiteX927" y="connsiteY927"/>
                    </a:cxn>
                    <a:cxn ang="0">
                      <a:pos x="connsiteX928" y="connsiteY928"/>
                    </a:cxn>
                    <a:cxn ang="0">
                      <a:pos x="connsiteX929" y="connsiteY929"/>
                    </a:cxn>
                    <a:cxn ang="0">
                      <a:pos x="connsiteX930" y="connsiteY930"/>
                    </a:cxn>
                    <a:cxn ang="0">
                      <a:pos x="connsiteX931" y="connsiteY931"/>
                    </a:cxn>
                    <a:cxn ang="0">
                      <a:pos x="connsiteX932" y="connsiteY932"/>
                    </a:cxn>
                    <a:cxn ang="0">
                      <a:pos x="connsiteX933" y="connsiteY933"/>
                    </a:cxn>
                    <a:cxn ang="0">
                      <a:pos x="connsiteX934" y="connsiteY934"/>
                    </a:cxn>
                    <a:cxn ang="0">
                      <a:pos x="connsiteX935" y="connsiteY935"/>
                    </a:cxn>
                    <a:cxn ang="0">
                      <a:pos x="connsiteX936" y="connsiteY936"/>
                    </a:cxn>
                    <a:cxn ang="0">
                      <a:pos x="connsiteX937" y="connsiteY937"/>
                    </a:cxn>
                    <a:cxn ang="0">
                      <a:pos x="connsiteX938" y="connsiteY938"/>
                    </a:cxn>
                    <a:cxn ang="0">
                      <a:pos x="connsiteX939" y="connsiteY939"/>
                    </a:cxn>
                    <a:cxn ang="0">
                      <a:pos x="connsiteX940" y="connsiteY940"/>
                    </a:cxn>
                    <a:cxn ang="0">
                      <a:pos x="connsiteX941" y="connsiteY941"/>
                    </a:cxn>
                    <a:cxn ang="0">
                      <a:pos x="connsiteX942" y="connsiteY942"/>
                    </a:cxn>
                    <a:cxn ang="0">
                      <a:pos x="connsiteX943" y="connsiteY943"/>
                    </a:cxn>
                    <a:cxn ang="0">
                      <a:pos x="connsiteX944" y="connsiteY944"/>
                    </a:cxn>
                    <a:cxn ang="0">
                      <a:pos x="connsiteX945" y="connsiteY945"/>
                    </a:cxn>
                    <a:cxn ang="0">
                      <a:pos x="connsiteX946" y="connsiteY946"/>
                    </a:cxn>
                    <a:cxn ang="0">
                      <a:pos x="connsiteX947" y="connsiteY947"/>
                    </a:cxn>
                    <a:cxn ang="0">
                      <a:pos x="connsiteX948" y="connsiteY948"/>
                    </a:cxn>
                    <a:cxn ang="0">
                      <a:pos x="connsiteX949" y="connsiteY949"/>
                    </a:cxn>
                    <a:cxn ang="0">
                      <a:pos x="connsiteX950" y="connsiteY950"/>
                    </a:cxn>
                    <a:cxn ang="0">
                      <a:pos x="connsiteX951" y="connsiteY951"/>
                    </a:cxn>
                    <a:cxn ang="0">
                      <a:pos x="connsiteX952" y="connsiteY952"/>
                    </a:cxn>
                    <a:cxn ang="0">
                      <a:pos x="connsiteX953" y="connsiteY953"/>
                    </a:cxn>
                    <a:cxn ang="0">
                      <a:pos x="connsiteX954" y="connsiteY954"/>
                    </a:cxn>
                    <a:cxn ang="0">
                      <a:pos x="connsiteX955" y="connsiteY955"/>
                    </a:cxn>
                    <a:cxn ang="0">
                      <a:pos x="connsiteX956" y="connsiteY956"/>
                    </a:cxn>
                    <a:cxn ang="0">
                      <a:pos x="connsiteX957" y="connsiteY957"/>
                    </a:cxn>
                    <a:cxn ang="0">
                      <a:pos x="connsiteX958" y="connsiteY958"/>
                    </a:cxn>
                    <a:cxn ang="0">
                      <a:pos x="connsiteX959" y="connsiteY959"/>
                    </a:cxn>
                    <a:cxn ang="0">
                      <a:pos x="connsiteX960" y="connsiteY960"/>
                    </a:cxn>
                    <a:cxn ang="0">
                      <a:pos x="connsiteX961" y="connsiteY961"/>
                    </a:cxn>
                    <a:cxn ang="0">
                      <a:pos x="connsiteX962" y="connsiteY962"/>
                    </a:cxn>
                    <a:cxn ang="0">
                      <a:pos x="connsiteX963" y="connsiteY963"/>
                    </a:cxn>
                    <a:cxn ang="0">
                      <a:pos x="connsiteX964" y="connsiteY964"/>
                    </a:cxn>
                    <a:cxn ang="0">
                      <a:pos x="connsiteX965" y="connsiteY965"/>
                    </a:cxn>
                    <a:cxn ang="0">
                      <a:pos x="connsiteX966" y="connsiteY966"/>
                    </a:cxn>
                    <a:cxn ang="0">
                      <a:pos x="connsiteX967" y="connsiteY967"/>
                    </a:cxn>
                    <a:cxn ang="0">
                      <a:pos x="connsiteX968" y="connsiteY968"/>
                    </a:cxn>
                    <a:cxn ang="0">
                      <a:pos x="connsiteX969" y="connsiteY969"/>
                    </a:cxn>
                    <a:cxn ang="0">
                      <a:pos x="connsiteX970" y="connsiteY970"/>
                    </a:cxn>
                    <a:cxn ang="0">
                      <a:pos x="connsiteX971" y="connsiteY971"/>
                    </a:cxn>
                    <a:cxn ang="0">
                      <a:pos x="connsiteX972" y="connsiteY972"/>
                    </a:cxn>
                    <a:cxn ang="0">
                      <a:pos x="connsiteX973" y="connsiteY973"/>
                    </a:cxn>
                    <a:cxn ang="0">
                      <a:pos x="connsiteX974" y="connsiteY974"/>
                    </a:cxn>
                    <a:cxn ang="0">
                      <a:pos x="connsiteX975" y="connsiteY975"/>
                    </a:cxn>
                    <a:cxn ang="0">
                      <a:pos x="connsiteX976" y="connsiteY976"/>
                    </a:cxn>
                    <a:cxn ang="0">
                      <a:pos x="connsiteX977" y="connsiteY977"/>
                    </a:cxn>
                    <a:cxn ang="0">
                      <a:pos x="connsiteX978" y="connsiteY978"/>
                    </a:cxn>
                    <a:cxn ang="0">
                      <a:pos x="connsiteX979" y="connsiteY979"/>
                    </a:cxn>
                    <a:cxn ang="0">
                      <a:pos x="connsiteX980" y="connsiteY980"/>
                    </a:cxn>
                    <a:cxn ang="0">
                      <a:pos x="connsiteX981" y="connsiteY981"/>
                    </a:cxn>
                    <a:cxn ang="0">
                      <a:pos x="connsiteX982" y="connsiteY982"/>
                    </a:cxn>
                    <a:cxn ang="0">
                      <a:pos x="connsiteX983" y="connsiteY983"/>
                    </a:cxn>
                    <a:cxn ang="0">
                      <a:pos x="connsiteX984" y="connsiteY984"/>
                    </a:cxn>
                    <a:cxn ang="0">
                      <a:pos x="connsiteX985" y="connsiteY985"/>
                    </a:cxn>
                    <a:cxn ang="0">
                      <a:pos x="connsiteX986" y="connsiteY986"/>
                    </a:cxn>
                    <a:cxn ang="0">
                      <a:pos x="connsiteX987" y="connsiteY987"/>
                    </a:cxn>
                    <a:cxn ang="0">
                      <a:pos x="connsiteX988" y="connsiteY988"/>
                    </a:cxn>
                    <a:cxn ang="0">
                      <a:pos x="connsiteX989" y="connsiteY989"/>
                    </a:cxn>
                    <a:cxn ang="0">
                      <a:pos x="connsiteX990" y="connsiteY990"/>
                    </a:cxn>
                    <a:cxn ang="0">
                      <a:pos x="connsiteX991" y="connsiteY991"/>
                    </a:cxn>
                    <a:cxn ang="0">
                      <a:pos x="connsiteX992" y="connsiteY992"/>
                    </a:cxn>
                    <a:cxn ang="0">
                      <a:pos x="connsiteX993" y="connsiteY993"/>
                    </a:cxn>
                    <a:cxn ang="0">
                      <a:pos x="connsiteX994" y="connsiteY994"/>
                    </a:cxn>
                    <a:cxn ang="0">
                      <a:pos x="connsiteX995" y="connsiteY995"/>
                    </a:cxn>
                    <a:cxn ang="0">
                      <a:pos x="connsiteX996" y="connsiteY996"/>
                    </a:cxn>
                    <a:cxn ang="0">
                      <a:pos x="connsiteX997" y="connsiteY997"/>
                    </a:cxn>
                    <a:cxn ang="0">
                      <a:pos x="connsiteX998" y="connsiteY998"/>
                    </a:cxn>
                    <a:cxn ang="0">
                      <a:pos x="connsiteX999" y="connsiteY999"/>
                    </a:cxn>
                    <a:cxn ang="0">
                      <a:pos x="connsiteX1000" y="connsiteY1000"/>
                    </a:cxn>
                    <a:cxn ang="0">
                      <a:pos x="connsiteX1001" y="connsiteY1001"/>
                    </a:cxn>
                    <a:cxn ang="0">
                      <a:pos x="connsiteX1002" y="connsiteY1002"/>
                    </a:cxn>
                    <a:cxn ang="0">
                      <a:pos x="connsiteX1003" y="connsiteY1003"/>
                    </a:cxn>
                    <a:cxn ang="0">
                      <a:pos x="connsiteX1004" y="connsiteY1004"/>
                    </a:cxn>
                    <a:cxn ang="0">
                      <a:pos x="connsiteX1005" y="connsiteY1005"/>
                    </a:cxn>
                    <a:cxn ang="0">
                      <a:pos x="connsiteX1006" y="connsiteY1006"/>
                    </a:cxn>
                    <a:cxn ang="0">
                      <a:pos x="connsiteX1007" y="connsiteY1007"/>
                    </a:cxn>
                    <a:cxn ang="0">
                      <a:pos x="connsiteX1008" y="connsiteY1008"/>
                    </a:cxn>
                    <a:cxn ang="0">
                      <a:pos x="connsiteX1009" y="connsiteY1009"/>
                    </a:cxn>
                    <a:cxn ang="0">
                      <a:pos x="connsiteX1010" y="connsiteY1010"/>
                    </a:cxn>
                    <a:cxn ang="0">
                      <a:pos x="connsiteX1011" y="connsiteY1011"/>
                    </a:cxn>
                    <a:cxn ang="0">
                      <a:pos x="connsiteX1012" y="connsiteY1012"/>
                    </a:cxn>
                    <a:cxn ang="0">
                      <a:pos x="connsiteX1013" y="connsiteY1013"/>
                    </a:cxn>
                    <a:cxn ang="0">
                      <a:pos x="connsiteX1014" y="connsiteY1014"/>
                    </a:cxn>
                    <a:cxn ang="0">
                      <a:pos x="connsiteX1015" y="connsiteY1015"/>
                    </a:cxn>
                    <a:cxn ang="0">
                      <a:pos x="connsiteX1016" y="connsiteY1016"/>
                    </a:cxn>
                    <a:cxn ang="0">
                      <a:pos x="connsiteX1017" y="connsiteY1017"/>
                    </a:cxn>
                    <a:cxn ang="0">
                      <a:pos x="connsiteX1018" y="connsiteY1018"/>
                    </a:cxn>
                    <a:cxn ang="0">
                      <a:pos x="connsiteX1019" y="connsiteY1019"/>
                    </a:cxn>
                    <a:cxn ang="0">
                      <a:pos x="connsiteX1020" y="connsiteY1020"/>
                    </a:cxn>
                    <a:cxn ang="0">
                      <a:pos x="connsiteX1021" y="connsiteY1021"/>
                    </a:cxn>
                    <a:cxn ang="0">
                      <a:pos x="connsiteX1022" y="connsiteY1022"/>
                    </a:cxn>
                    <a:cxn ang="0">
                      <a:pos x="connsiteX1023" y="connsiteY1023"/>
                    </a:cxn>
                    <a:cxn ang="0">
                      <a:pos x="connsiteX1024" y="connsiteY1024"/>
                    </a:cxn>
                    <a:cxn ang="0">
                      <a:pos x="connsiteX1025" y="connsiteY1025"/>
                    </a:cxn>
                    <a:cxn ang="0">
                      <a:pos x="connsiteX1026" y="connsiteY1026"/>
                    </a:cxn>
                    <a:cxn ang="0">
                      <a:pos x="connsiteX1027" y="connsiteY1027"/>
                    </a:cxn>
                    <a:cxn ang="0">
                      <a:pos x="connsiteX1028" y="connsiteY1028"/>
                    </a:cxn>
                    <a:cxn ang="0">
                      <a:pos x="connsiteX1029" y="connsiteY1029"/>
                    </a:cxn>
                    <a:cxn ang="0">
                      <a:pos x="connsiteX1030" y="connsiteY1030"/>
                    </a:cxn>
                    <a:cxn ang="0">
                      <a:pos x="connsiteX1031" y="connsiteY1031"/>
                    </a:cxn>
                    <a:cxn ang="0">
                      <a:pos x="connsiteX1032" y="connsiteY1032"/>
                    </a:cxn>
                    <a:cxn ang="0">
                      <a:pos x="connsiteX1033" y="connsiteY1033"/>
                    </a:cxn>
                    <a:cxn ang="0">
                      <a:pos x="connsiteX1034" y="connsiteY1034"/>
                    </a:cxn>
                    <a:cxn ang="0">
                      <a:pos x="connsiteX1035" y="connsiteY1035"/>
                    </a:cxn>
                    <a:cxn ang="0">
                      <a:pos x="connsiteX1036" y="connsiteY1036"/>
                    </a:cxn>
                    <a:cxn ang="0">
                      <a:pos x="connsiteX1037" y="connsiteY1037"/>
                    </a:cxn>
                    <a:cxn ang="0">
                      <a:pos x="connsiteX1038" y="connsiteY1038"/>
                    </a:cxn>
                    <a:cxn ang="0">
                      <a:pos x="connsiteX1039" y="connsiteY1039"/>
                    </a:cxn>
                    <a:cxn ang="0">
                      <a:pos x="connsiteX1040" y="connsiteY1040"/>
                    </a:cxn>
                    <a:cxn ang="0">
                      <a:pos x="connsiteX1041" y="connsiteY1041"/>
                    </a:cxn>
                    <a:cxn ang="0">
                      <a:pos x="connsiteX1042" y="connsiteY1042"/>
                    </a:cxn>
                    <a:cxn ang="0">
                      <a:pos x="connsiteX1043" y="connsiteY1043"/>
                    </a:cxn>
                    <a:cxn ang="0">
                      <a:pos x="connsiteX1044" y="connsiteY1044"/>
                    </a:cxn>
                    <a:cxn ang="0">
                      <a:pos x="connsiteX1045" y="connsiteY1045"/>
                    </a:cxn>
                    <a:cxn ang="0">
                      <a:pos x="connsiteX1046" y="connsiteY1046"/>
                    </a:cxn>
                    <a:cxn ang="0">
                      <a:pos x="connsiteX1047" y="connsiteY1047"/>
                    </a:cxn>
                    <a:cxn ang="0">
                      <a:pos x="connsiteX1048" y="connsiteY1048"/>
                    </a:cxn>
                    <a:cxn ang="0">
                      <a:pos x="connsiteX1049" y="connsiteY1049"/>
                    </a:cxn>
                    <a:cxn ang="0">
                      <a:pos x="connsiteX1050" y="connsiteY1050"/>
                    </a:cxn>
                    <a:cxn ang="0">
                      <a:pos x="connsiteX1051" y="connsiteY1051"/>
                    </a:cxn>
                    <a:cxn ang="0">
                      <a:pos x="connsiteX1052" y="connsiteY1052"/>
                    </a:cxn>
                    <a:cxn ang="0">
                      <a:pos x="connsiteX1053" y="connsiteY1053"/>
                    </a:cxn>
                    <a:cxn ang="0">
                      <a:pos x="connsiteX1054" y="connsiteY1054"/>
                    </a:cxn>
                    <a:cxn ang="0">
                      <a:pos x="connsiteX1055" y="connsiteY1055"/>
                    </a:cxn>
                    <a:cxn ang="0">
                      <a:pos x="connsiteX1056" y="connsiteY1056"/>
                    </a:cxn>
                    <a:cxn ang="0">
                      <a:pos x="connsiteX1057" y="connsiteY1057"/>
                    </a:cxn>
                    <a:cxn ang="0">
                      <a:pos x="connsiteX1058" y="connsiteY1058"/>
                    </a:cxn>
                    <a:cxn ang="0">
                      <a:pos x="connsiteX1059" y="connsiteY1059"/>
                    </a:cxn>
                    <a:cxn ang="0">
                      <a:pos x="connsiteX1060" y="connsiteY1060"/>
                    </a:cxn>
                    <a:cxn ang="0">
                      <a:pos x="connsiteX1061" y="connsiteY1061"/>
                    </a:cxn>
                    <a:cxn ang="0">
                      <a:pos x="connsiteX1062" y="connsiteY1062"/>
                    </a:cxn>
                    <a:cxn ang="0">
                      <a:pos x="connsiteX1063" y="connsiteY1063"/>
                    </a:cxn>
                    <a:cxn ang="0">
                      <a:pos x="connsiteX1064" y="connsiteY1064"/>
                    </a:cxn>
                    <a:cxn ang="0">
                      <a:pos x="connsiteX1065" y="connsiteY1065"/>
                    </a:cxn>
                    <a:cxn ang="0">
                      <a:pos x="connsiteX1066" y="connsiteY1066"/>
                    </a:cxn>
                    <a:cxn ang="0">
                      <a:pos x="connsiteX1067" y="connsiteY1067"/>
                    </a:cxn>
                    <a:cxn ang="0">
                      <a:pos x="connsiteX1068" y="connsiteY1068"/>
                    </a:cxn>
                    <a:cxn ang="0">
                      <a:pos x="connsiteX1069" y="connsiteY1069"/>
                    </a:cxn>
                    <a:cxn ang="0">
                      <a:pos x="connsiteX1070" y="connsiteY1070"/>
                    </a:cxn>
                    <a:cxn ang="0">
                      <a:pos x="connsiteX1071" y="connsiteY1071"/>
                    </a:cxn>
                    <a:cxn ang="0">
                      <a:pos x="connsiteX1072" y="connsiteY1072"/>
                    </a:cxn>
                    <a:cxn ang="0">
                      <a:pos x="connsiteX1073" y="connsiteY1073"/>
                    </a:cxn>
                    <a:cxn ang="0">
                      <a:pos x="connsiteX1074" y="connsiteY1074"/>
                    </a:cxn>
                    <a:cxn ang="0">
                      <a:pos x="connsiteX1075" y="connsiteY1075"/>
                    </a:cxn>
                    <a:cxn ang="0">
                      <a:pos x="connsiteX1076" y="connsiteY1076"/>
                    </a:cxn>
                    <a:cxn ang="0">
                      <a:pos x="connsiteX1077" y="connsiteY1077"/>
                    </a:cxn>
                    <a:cxn ang="0">
                      <a:pos x="connsiteX1078" y="connsiteY1078"/>
                    </a:cxn>
                    <a:cxn ang="0">
                      <a:pos x="connsiteX1079" y="connsiteY1079"/>
                    </a:cxn>
                    <a:cxn ang="0">
                      <a:pos x="connsiteX1080" y="connsiteY1080"/>
                    </a:cxn>
                    <a:cxn ang="0">
                      <a:pos x="connsiteX1081" y="connsiteY1081"/>
                    </a:cxn>
                    <a:cxn ang="0">
                      <a:pos x="connsiteX1082" y="connsiteY1082"/>
                    </a:cxn>
                    <a:cxn ang="0">
                      <a:pos x="connsiteX1083" y="connsiteY1083"/>
                    </a:cxn>
                    <a:cxn ang="0">
                      <a:pos x="connsiteX1084" y="connsiteY1084"/>
                    </a:cxn>
                    <a:cxn ang="0">
                      <a:pos x="connsiteX1085" y="connsiteY1085"/>
                    </a:cxn>
                    <a:cxn ang="0">
                      <a:pos x="connsiteX1086" y="connsiteY1086"/>
                    </a:cxn>
                    <a:cxn ang="0">
                      <a:pos x="connsiteX1087" y="connsiteY1087"/>
                    </a:cxn>
                    <a:cxn ang="0">
                      <a:pos x="connsiteX1088" y="connsiteY1088"/>
                    </a:cxn>
                    <a:cxn ang="0">
                      <a:pos x="connsiteX1089" y="connsiteY1089"/>
                    </a:cxn>
                    <a:cxn ang="0">
                      <a:pos x="connsiteX1090" y="connsiteY1090"/>
                    </a:cxn>
                    <a:cxn ang="0">
                      <a:pos x="connsiteX1091" y="connsiteY1091"/>
                    </a:cxn>
                    <a:cxn ang="0">
                      <a:pos x="connsiteX1092" y="connsiteY1092"/>
                    </a:cxn>
                    <a:cxn ang="0">
                      <a:pos x="connsiteX1093" y="connsiteY1093"/>
                    </a:cxn>
                    <a:cxn ang="0">
                      <a:pos x="connsiteX1094" y="connsiteY1094"/>
                    </a:cxn>
                    <a:cxn ang="0">
                      <a:pos x="connsiteX1095" y="connsiteY1095"/>
                    </a:cxn>
                    <a:cxn ang="0">
                      <a:pos x="connsiteX1096" y="connsiteY1096"/>
                    </a:cxn>
                    <a:cxn ang="0">
                      <a:pos x="connsiteX1097" y="connsiteY1097"/>
                    </a:cxn>
                    <a:cxn ang="0">
                      <a:pos x="connsiteX1098" y="connsiteY1098"/>
                    </a:cxn>
                    <a:cxn ang="0">
                      <a:pos x="connsiteX1099" y="connsiteY1099"/>
                    </a:cxn>
                    <a:cxn ang="0">
                      <a:pos x="connsiteX1100" y="connsiteY1100"/>
                    </a:cxn>
                    <a:cxn ang="0">
                      <a:pos x="connsiteX1101" y="connsiteY1101"/>
                    </a:cxn>
                    <a:cxn ang="0">
                      <a:pos x="connsiteX1102" y="connsiteY1102"/>
                    </a:cxn>
                    <a:cxn ang="0">
                      <a:pos x="connsiteX1103" y="connsiteY1103"/>
                    </a:cxn>
                    <a:cxn ang="0">
                      <a:pos x="connsiteX1104" y="connsiteY1104"/>
                    </a:cxn>
                    <a:cxn ang="0">
                      <a:pos x="connsiteX1105" y="connsiteY1105"/>
                    </a:cxn>
                    <a:cxn ang="0">
                      <a:pos x="connsiteX1106" y="connsiteY1106"/>
                    </a:cxn>
                    <a:cxn ang="0">
                      <a:pos x="connsiteX1107" y="connsiteY1107"/>
                    </a:cxn>
                    <a:cxn ang="0">
                      <a:pos x="connsiteX1108" y="connsiteY1108"/>
                    </a:cxn>
                    <a:cxn ang="0">
                      <a:pos x="connsiteX1109" y="connsiteY1109"/>
                    </a:cxn>
                    <a:cxn ang="0">
                      <a:pos x="connsiteX1110" y="connsiteY1110"/>
                    </a:cxn>
                    <a:cxn ang="0">
                      <a:pos x="connsiteX1111" y="connsiteY1111"/>
                    </a:cxn>
                    <a:cxn ang="0">
                      <a:pos x="connsiteX1112" y="connsiteY1112"/>
                    </a:cxn>
                    <a:cxn ang="0">
                      <a:pos x="connsiteX1113" y="connsiteY1113"/>
                    </a:cxn>
                    <a:cxn ang="0">
                      <a:pos x="connsiteX1114" y="connsiteY1114"/>
                    </a:cxn>
                    <a:cxn ang="0">
                      <a:pos x="connsiteX1115" y="connsiteY1115"/>
                    </a:cxn>
                    <a:cxn ang="0">
                      <a:pos x="connsiteX1116" y="connsiteY1116"/>
                    </a:cxn>
                    <a:cxn ang="0">
                      <a:pos x="connsiteX1117" y="connsiteY1117"/>
                    </a:cxn>
                    <a:cxn ang="0">
                      <a:pos x="connsiteX1118" y="connsiteY1118"/>
                    </a:cxn>
                    <a:cxn ang="0">
                      <a:pos x="connsiteX1119" y="connsiteY1119"/>
                    </a:cxn>
                    <a:cxn ang="0">
                      <a:pos x="connsiteX1120" y="connsiteY1120"/>
                    </a:cxn>
                    <a:cxn ang="0">
                      <a:pos x="connsiteX1121" y="connsiteY1121"/>
                    </a:cxn>
                    <a:cxn ang="0">
                      <a:pos x="connsiteX1122" y="connsiteY1122"/>
                    </a:cxn>
                    <a:cxn ang="0">
                      <a:pos x="connsiteX1123" y="connsiteY1123"/>
                    </a:cxn>
                    <a:cxn ang="0">
                      <a:pos x="connsiteX1124" y="connsiteY1124"/>
                    </a:cxn>
                    <a:cxn ang="0">
                      <a:pos x="connsiteX1125" y="connsiteY1125"/>
                    </a:cxn>
                    <a:cxn ang="0">
                      <a:pos x="connsiteX1126" y="connsiteY1126"/>
                    </a:cxn>
                    <a:cxn ang="0">
                      <a:pos x="connsiteX1127" y="connsiteY1127"/>
                    </a:cxn>
                    <a:cxn ang="0">
                      <a:pos x="connsiteX1128" y="connsiteY1128"/>
                    </a:cxn>
                    <a:cxn ang="0">
                      <a:pos x="connsiteX1129" y="connsiteY1129"/>
                    </a:cxn>
                    <a:cxn ang="0">
                      <a:pos x="connsiteX1130" y="connsiteY1130"/>
                    </a:cxn>
                    <a:cxn ang="0">
                      <a:pos x="connsiteX1131" y="connsiteY1131"/>
                    </a:cxn>
                    <a:cxn ang="0">
                      <a:pos x="connsiteX1132" y="connsiteY1132"/>
                    </a:cxn>
                    <a:cxn ang="0">
                      <a:pos x="connsiteX1133" y="connsiteY1133"/>
                    </a:cxn>
                    <a:cxn ang="0">
                      <a:pos x="connsiteX1134" y="connsiteY1134"/>
                    </a:cxn>
                    <a:cxn ang="0">
                      <a:pos x="connsiteX1135" y="connsiteY1135"/>
                    </a:cxn>
                    <a:cxn ang="0">
                      <a:pos x="connsiteX1136" y="connsiteY1136"/>
                    </a:cxn>
                    <a:cxn ang="0">
                      <a:pos x="connsiteX1137" y="connsiteY1137"/>
                    </a:cxn>
                    <a:cxn ang="0">
                      <a:pos x="connsiteX1138" y="connsiteY1138"/>
                    </a:cxn>
                    <a:cxn ang="0">
                      <a:pos x="connsiteX1139" y="connsiteY1139"/>
                    </a:cxn>
                    <a:cxn ang="0">
                      <a:pos x="connsiteX1140" y="connsiteY1140"/>
                    </a:cxn>
                    <a:cxn ang="0">
                      <a:pos x="connsiteX1141" y="connsiteY1141"/>
                    </a:cxn>
                    <a:cxn ang="0">
                      <a:pos x="connsiteX1142" y="connsiteY1142"/>
                    </a:cxn>
                    <a:cxn ang="0">
                      <a:pos x="connsiteX1143" y="connsiteY1143"/>
                    </a:cxn>
                    <a:cxn ang="0">
                      <a:pos x="connsiteX1144" y="connsiteY1144"/>
                    </a:cxn>
                    <a:cxn ang="0">
                      <a:pos x="connsiteX1145" y="connsiteY1145"/>
                    </a:cxn>
                    <a:cxn ang="0">
                      <a:pos x="connsiteX1146" y="connsiteY1146"/>
                    </a:cxn>
                    <a:cxn ang="0">
                      <a:pos x="connsiteX1147" y="connsiteY1147"/>
                    </a:cxn>
                    <a:cxn ang="0">
                      <a:pos x="connsiteX1148" y="connsiteY1148"/>
                    </a:cxn>
                    <a:cxn ang="0">
                      <a:pos x="connsiteX1149" y="connsiteY1149"/>
                    </a:cxn>
                    <a:cxn ang="0">
                      <a:pos x="connsiteX1150" y="connsiteY1150"/>
                    </a:cxn>
                    <a:cxn ang="0">
                      <a:pos x="connsiteX1151" y="connsiteY1151"/>
                    </a:cxn>
                    <a:cxn ang="0">
                      <a:pos x="connsiteX1152" y="connsiteY1152"/>
                    </a:cxn>
                    <a:cxn ang="0">
                      <a:pos x="connsiteX1153" y="connsiteY1153"/>
                    </a:cxn>
                    <a:cxn ang="0">
                      <a:pos x="connsiteX1154" y="connsiteY1154"/>
                    </a:cxn>
                    <a:cxn ang="0">
                      <a:pos x="connsiteX1155" y="connsiteY1155"/>
                    </a:cxn>
                    <a:cxn ang="0">
                      <a:pos x="connsiteX1156" y="connsiteY1156"/>
                    </a:cxn>
                    <a:cxn ang="0">
                      <a:pos x="connsiteX1157" y="connsiteY1157"/>
                    </a:cxn>
                    <a:cxn ang="0">
                      <a:pos x="connsiteX1158" y="connsiteY1158"/>
                    </a:cxn>
                    <a:cxn ang="0">
                      <a:pos x="connsiteX1159" y="connsiteY1159"/>
                    </a:cxn>
                    <a:cxn ang="0">
                      <a:pos x="connsiteX1160" y="connsiteY1160"/>
                    </a:cxn>
                    <a:cxn ang="0">
                      <a:pos x="connsiteX1161" y="connsiteY1161"/>
                    </a:cxn>
                    <a:cxn ang="0">
                      <a:pos x="connsiteX1162" y="connsiteY1162"/>
                    </a:cxn>
                    <a:cxn ang="0">
                      <a:pos x="connsiteX1163" y="connsiteY1163"/>
                    </a:cxn>
                    <a:cxn ang="0">
                      <a:pos x="connsiteX1164" y="connsiteY1164"/>
                    </a:cxn>
                    <a:cxn ang="0">
                      <a:pos x="connsiteX1165" y="connsiteY1165"/>
                    </a:cxn>
                    <a:cxn ang="0">
                      <a:pos x="connsiteX1166" y="connsiteY1166"/>
                    </a:cxn>
                    <a:cxn ang="0">
                      <a:pos x="connsiteX1167" y="connsiteY1167"/>
                    </a:cxn>
                    <a:cxn ang="0">
                      <a:pos x="connsiteX1168" y="connsiteY1168"/>
                    </a:cxn>
                    <a:cxn ang="0">
                      <a:pos x="connsiteX1169" y="connsiteY1169"/>
                    </a:cxn>
                    <a:cxn ang="0">
                      <a:pos x="connsiteX1170" y="connsiteY1170"/>
                    </a:cxn>
                    <a:cxn ang="0">
                      <a:pos x="connsiteX1171" y="connsiteY1171"/>
                    </a:cxn>
                    <a:cxn ang="0">
                      <a:pos x="connsiteX1172" y="connsiteY1172"/>
                    </a:cxn>
                    <a:cxn ang="0">
                      <a:pos x="connsiteX1173" y="connsiteY1173"/>
                    </a:cxn>
                    <a:cxn ang="0">
                      <a:pos x="connsiteX1174" y="connsiteY1174"/>
                    </a:cxn>
                    <a:cxn ang="0">
                      <a:pos x="connsiteX1175" y="connsiteY1175"/>
                    </a:cxn>
                    <a:cxn ang="0">
                      <a:pos x="connsiteX1176" y="connsiteY1176"/>
                    </a:cxn>
                    <a:cxn ang="0">
                      <a:pos x="connsiteX1177" y="connsiteY1177"/>
                    </a:cxn>
                    <a:cxn ang="0">
                      <a:pos x="connsiteX1178" y="connsiteY1178"/>
                    </a:cxn>
                    <a:cxn ang="0">
                      <a:pos x="connsiteX1179" y="connsiteY1179"/>
                    </a:cxn>
                    <a:cxn ang="0">
                      <a:pos x="connsiteX1180" y="connsiteY1180"/>
                    </a:cxn>
                    <a:cxn ang="0">
                      <a:pos x="connsiteX1181" y="connsiteY1181"/>
                    </a:cxn>
                    <a:cxn ang="0">
                      <a:pos x="connsiteX1182" y="connsiteY1182"/>
                    </a:cxn>
                    <a:cxn ang="0">
                      <a:pos x="connsiteX1183" y="connsiteY1183"/>
                    </a:cxn>
                    <a:cxn ang="0">
                      <a:pos x="connsiteX1184" y="connsiteY1184"/>
                    </a:cxn>
                    <a:cxn ang="0">
                      <a:pos x="connsiteX1185" y="connsiteY1185"/>
                    </a:cxn>
                    <a:cxn ang="0">
                      <a:pos x="connsiteX1186" y="connsiteY1186"/>
                    </a:cxn>
                    <a:cxn ang="0">
                      <a:pos x="connsiteX1187" y="connsiteY1187"/>
                    </a:cxn>
                    <a:cxn ang="0">
                      <a:pos x="connsiteX1188" y="connsiteY1188"/>
                    </a:cxn>
                    <a:cxn ang="0">
                      <a:pos x="connsiteX1189" y="connsiteY1189"/>
                    </a:cxn>
                    <a:cxn ang="0">
                      <a:pos x="connsiteX1190" y="connsiteY1190"/>
                    </a:cxn>
                    <a:cxn ang="0">
                      <a:pos x="connsiteX1191" y="connsiteY1191"/>
                    </a:cxn>
                    <a:cxn ang="0">
                      <a:pos x="connsiteX1192" y="connsiteY1192"/>
                    </a:cxn>
                    <a:cxn ang="0">
                      <a:pos x="connsiteX1193" y="connsiteY1193"/>
                    </a:cxn>
                    <a:cxn ang="0">
                      <a:pos x="connsiteX1194" y="connsiteY1194"/>
                    </a:cxn>
                    <a:cxn ang="0">
                      <a:pos x="connsiteX1195" y="connsiteY1195"/>
                    </a:cxn>
                    <a:cxn ang="0">
                      <a:pos x="connsiteX1196" y="connsiteY1196"/>
                    </a:cxn>
                    <a:cxn ang="0">
                      <a:pos x="connsiteX1197" y="connsiteY1197"/>
                    </a:cxn>
                    <a:cxn ang="0">
                      <a:pos x="connsiteX1198" y="connsiteY1198"/>
                    </a:cxn>
                    <a:cxn ang="0">
                      <a:pos x="connsiteX1199" y="connsiteY1199"/>
                    </a:cxn>
                    <a:cxn ang="0">
                      <a:pos x="connsiteX1200" y="connsiteY1200"/>
                    </a:cxn>
                    <a:cxn ang="0">
                      <a:pos x="connsiteX1201" y="connsiteY1201"/>
                    </a:cxn>
                    <a:cxn ang="0">
                      <a:pos x="connsiteX1202" y="connsiteY1202"/>
                    </a:cxn>
                    <a:cxn ang="0">
                      <a:pos x="connsiteX1203" y="connsiteY1203"/>
                    </a:cxn>
                    <a:cxn ang="0">
                      <a:pos x="connsiteX1204" y="connsiteY1204"/>
                    </a:cxn>
                    <a:cxn ang="0">
                      <a:pos x="connsiteX1205" y="connsiteY1205"/>
                    </a:cxn>
                    <a:cxn ang="0">
                      <a:pos x="connsiteX1206" y="connsiteY1206"/>
                    </a:cxn>
                    <a:cxn ang="0">
                      <a:pos x="connsiteX1207" y="connsiteY1207"/>
                    </a:cxn>
                    <a:cxn ang="0">
                      <a:pos x="connsiteX1208" y="connsiteY1208"/>
                    </a:cxn>
                    <a:cxn ang="0">
                      <a:pos x="connsiteX1209" y="connsiteY1209"/>
                    </a:cxn>
                    <a:cxn ang="0">
                      <a:pos x="connsiteX1210" y="connsiteY1210"/>
                    </a:cxn>
                    <a:cxn ang="0">
                      <a:pos x="connsiteX1211" y="connsiteY1211"/>
                    </a:cxn>
                    <a:cxn ang="0">
                      <a:pos x="connsiteX1212" y="connsiteY1212"/>
                    </a:cxn>
                    <a:cxn ang="0">
                      <a:pos x="connsiteX1213" y="connsiteY1213"/>
                    </a:cxn>
                    <a:cxn ang="0">
                      <a:pos x="connsiteX1214" y="connsiteY1214"/>
                    </a:cxn>
                    <a:cxn ang="0">
                      <a:pos x="connsiteX1215" y="connsiteY1215"/>
                    </a:cxn>
                    <a:cxn ang="0">
                      <a:pos x="connsiteX1216" y="connsiteY1216"/>
                    </a:cxn>
                    <a:cxn ang="0">
                      <a:pos x="connsiteX1217" y="connsiteY1217"/>
                    </a:cxn>
                    <a:cxn ang="0">
                      <a:pos x="connsiteX1218" y="connsiteY1218"/>
                    </a:cxn>
                    <a:cxn ang="0">
                      <a:pos x="connsiteX1219" y="connsiteY1219"/>
                    </a:cxn>
                    <a:cxn ang="0">
                      <a:pos x="connsiteX1220" y="connsiteY1220"/>
                    </a:cxn>
                    <a:cxn ang="0">
                      <a:pos x="connsiteX1221" y="connsiteY1221"/>
                    </a:cxn>
                    <a:cxn ang="0">
                      <a:pos x="connsiteX1222" y="connsiteY1222"/>
                    </a:cxn>
                    <a:cxn ang="0">
                      <a:pos x="connsiteX1223" y="connsiteY1223"/>
                    </a:cxn>
                    <a:cxn ang="0">
                      <a:pos x="connsiteX1224" y="connsiteY1224"/>
                    </a:cxn>
                    <a:cxn ang="0">
                      <a:pos x="connsiteX1225" y="connsiteY1225"/>
                    </a:cxn>
                    <a:cxn ang="0">
                      <a:pos x="connsiteX1226" y="connsiteY1226"/>
                    </a:cxn>
                    <a:cxn ang="0">
                      <a:pos x="connsiteX1227" y="connsiteY1227"/>
                    </a:cxn>
                    <a:cxn ang="0">
                      <a:pos x="connsiteX1228" y="connsiteY1228"/>
                    </a:cxn>
                    <a:cxn ang="0">
                      <a:pos x="connsiteX1229" y="connsiteY1229"/>
                    </a:cxn>
                    <a:cxn ang="0">
                      <a:pos x="connsiteX1230" y="connsiteY1230"/>
                    </a:cxn>
                    <a:cxn ang="0">
                      <a:pos x="connsiteX1231" y="connsiteY1231"/>
                    </a:cxn>
                    <a:cxn ang="0">
                      <a:pos x="connsiteX1232" y="connsiteY1232"/>
                    </a:cxn>
                    <a:cxn ang="0">
                      <a:pos x="connsiteX1233" y="connsiteY1233"/>
                    </a:cxn>
                    <a:cxn ang="0">
                      <a:pos x="connsiteX1234" y="connsiteY1234"/>
                    </a:cxn>
                    <a:cxn ang="0">
                      <a:pos x="connsiteX1235" y="connsiteY1235"/>
                    </a:cxn>
                    <a:cxn ang="0">
                      <a:pos x="connsiteX1236" y="connsiteY1236"/>
                    </a:cxn>
                    <a:cxn ang="0">
                      <a:pos x="connsiteX1237" y="connsiteY1237"/>
                    </a:cxn>
                    <a:cxn ang="0">
                      <a:pos x="connsiteX1238" y="connsiteY1238"/>
                    </a:cxn>
                    <a:cxn ang="0">
                      <a:pos x="connsiteX1239" y="connsiteY1239"/>
                    </a:cxn>
                    <a:cxn ang="0">
                      <a:pos x="connsiteX1240" y="connsiteY1240"/>
                    </a:cxn>
                    <a:cxn ang="0">
                      <a:pos x="connsiteX1241" y="connsiteY1241"/>
                    </a:cxn>
                    <a:cxn ang="0">
                      <a:pos x="connsiteX1242" y="connsiteY1242"/>
                    </a:cxn>
                    <a:cxn ang="0">
                      <a:pos x="connsiteX1243" y="connsiteY1243"/>
                    </a:cxn>
                    <a:cxn ang="0">
                      <a:pos x="connsiteX1244" y="connsiteY1244"/>
                    </a:cxn>
                    <a:cxn ang="0">
                      <a:pos x="connsiteX1245" y="connsiteY1245"/>
                    </a:cxn>
                    <a:cxn ang="0">
                      <a:pos x="connsiteX1246" y="connsiteY1246"/>
                    </a:cxn>
                    <a:cxn ang="0">
                      <a:pos x="connsiteX1247" y="connsiteY1247"/>
                    </a:cxn>
                    <a:cxn ang="0">
                      <a:pos x="connsiteX1248" y="connsiteY1248"/>
                    </a:cxn>
                    <a:cxn ang="0">
                      <a:pos x="connsiteX1249" y="connsiteY1249"/>
                    </a:cxn>
                    <a:cxn ang="0">
                      <a:pos x="connsiteX1250" y="connsiteY1250"/>
                    </a:cxn>
                    <a:cxn ang="0">
                      <a:pos x="connsiteX1251" y="connsiteY1251"/>
                    </a:cxn>
                    <a:cxn ang="0">
                      <a:pos x="connsiteX1252" y="connsiteY1252"/>
                    </a:cxn>
                    <a:cxn ang="0">
                      <a:pos x="connsiteX1253" y="connsiteY1253"/>
                    </a:cxn>
                    <a:cxn ang="0">
                      <a:pos x="connsiteX1254" y="connsiteY1254"/>
                    </a:cxn>
                    <a:cxn ang="0">
                      <a:pos x="connsiteX1255" y="connsiteY1255"/>
                    </a:cxn>
                    <a:cxn ang="0">
                      <a:pos x="connsiteX1256" y="connsiteY1256"/>
                    </a:cxn>
                    <a:cxn ang="0">
                      <a:pos x="connsiteX1257" y="connsiteY1257"/>
                    </a:cxn>
                    <a:cxn ang="0">
                      <a:pos x="connsiteX1258" y="connsiteY1258"/>
                    </a:cxn>
                    <a:cxn ang="0">
                      <a:pos x="connsiteX1259" y="connsiteY1259"/>
                    </a:cxn>
                    <a:cxn ang="0">
                      <a:pos x="connsiteX1260" y="connsiteY1260"/>
                    </a:cxn>
                    <a:cxn ang="0">
                      <a:pos x="connsiteX1261" y="connsiteY1261"/>
                    </a:cxn>
                    <a:cxn ang="0">
                      <a:pos x="connsiteX1262" y="connsiteY1262"/>
                    </a:cxn>
                    <a:cxn ang="0">
                      <a:pos x="connsiteX1263" y="connsiteY1263"/>
                    </a:cxn>
                    <a:cxn ang="0">
                      <a:pos x="connsiteX1264" y="connsiteY1264"/>
                    </a:cxn>
                    <a:cxn ang="0">
                      <a:pos x="connsiteX1265" y="connsiteY1265"/>
                    </a:cxn>
                    <a:cxn ang="0">
                      <a:pos x="connsiteX1266" y="connsiteY1266"/>
                    </a:cxn>
                    <a:cxn ang="0">
                      <a:pos x="connsiteX1267" y="connsiteY1267"/>
                    </a:cxn>
                    <a:cxn ang="0">
                      <a:pos x="connsiteX1268" y="connsiteY1268"/>
                    </a:cxn>
                    <a:cxn ang="0">
                      <a:pos x="connsiteX1269" y="connsiteY1269"/>
                    </a:cxn>
                    <a:cxn ang="0">
                      <a:pos x="connsiteX1270" y="connsiteY1270"/>
                    </a:cxn>
                    <a:cxn ang="0">
                      <a:pos x="connsiteX1271" y="connsiteY1271"/>
                    </a:cxn>
                    <a:cxn ang="0">
                      <a:pos x="connsiteX1272" y="connsiteY1272"/>
                    </a:cxn>
                    <a:cxn ang="0">
                      <a:pos x="connsiteX1273" y="connsiteY1273"/>
                    </a:cxn>
                    <a:cxn ang="0">
                      <a:pos x="connsiteX1274" y="connsiteY1274"/>
                    </a:cxn>
                    <a:cxn ang="0">
                      <a:pos x="connsiteX1275" y="connsiteY1275"/>
                    </a:cxn>
                    <a:cxn ang="0">
                      <a:pos x="connsiteX1276" y="connsiteY1276"/>
                    </a:cxn>
                    <a:cxn ang="0">
                      <a:pos x="connsiteX1277" y="connsiteY1277"/>
                    </a:cxn>
                    <a:cxn ang="0">
                      <a:pos x="connsiteX1278" y="connsiteY1278"/>
                    </a:cxn>
                    <a:cxn ang="0">
                      <a:pos x="connsiteX1279" y="connsiteY1279"/>
                    </a:cxn>
                    <a:cxn ang="0">
                      <a:pos x="connsiteX1280" y="connsiteY1280"/>
                    </a:cxn>
                    <a:cxn ang="0">
                      <a:pos x="connsiteX1281" y="connsiteY1281"/>
                    </a:cxn>
                    <a:cxn ang="0">
                      <a:pos x="connsiteX1282" y="connsiteY1282"/>
                    </a:cxn>
                    <a:cxn ang="0">
                      <a:pos x="connsiteX1283" y="connsiteY1283"/>
                    </a:cxn>
                    <a:cxn ang="0">
                      <a:pos x="connsiteX1284" y="connsiteY1284"/>
                    </a:cxn>
                    <a:cxn ang="0">
                      <a:pos x="connsiteX1285" y="connsiteY1285"/>
                    </a:cxn>
                    <a:cxn ang="0">
                      <a:pos x="connsiteX1286" y="connsiteY1286"/>
                    </a:cxn>
                    <a:cxn ang="0">
                      <a:pos x="connsiteX1287" y="connsiteY1287"/>
                    </a:cxn>
                    <a:cxn ang="0">
                      <a:pos x="connsiteX1288" y="connsiteY1288"/>
                    </a:cxn>
                    <a:cxn ang="0">
                      <a:pos x="connsiteX1289" y="connsiteY1289"/>
                    </a:cxn>
                    <a:cxn ang="0">
                      <a:pos x="connsiteX1290" y="connsiteY1290"/>
                    </a:cxn>
                    <a:cxn ang="0">
                      <a:pos x="connsiteX1291" y="connsiteY1291"/>
                    </a:cxn>
                    <a:cxn ang="0">
                      <a:pos x="connsiteX1292" y="connsiteY1292"/>
                    </a:cxn>
                    <a:cxn ang="0">
                      <a:pos x="connsiteX1293" y="connsiteY1293"/>
                    </a:cxn>
                    <a:cxn ang="0">
                      <a:pos x="connsiteX1294" y="connsiteY1294"/>
                    </a:cxn>
                    <a:cxn ang="0">
                      <a:pos x="connsiteX1295" y="connsiteY1295"/>
                    </a:cxn>
                    <a:cxn ang="0">
                      <a:pos x="connsiteX1296" y="connsiteY1296"/>
                    </a:cxn>
                    <a:cxn ang="0">
                      <a:pos x="connsiteX1297" y="connsiteY1297"/>
                    </a:cxn>
                    <a:cxn ang="0">
                      <a:pos x="connsiteX1298" y="connsiteY1298"/>
                    </a:cxn>
                    <a:cxn ang="0">
                      <a:pos x="connsiteX1299" y="connsiteY1299"/>
                    </a:cxn>
                    <a:cxn ang="0">
                      <a:pos x="connsiteX1300" y="connsiteY1300"/>
                    </a:cxn>
                    <a:cxn ang="0">
                      <a:pos x="connsiteX1301" y="connsiteY1301"/>
                    </a:cxn>
                    <a:cxn ang="0">
                      <a:pos x="connsiteX1302" y="connsiteY1302"/>
                    </a:cxn>
                    <a:cxn ang="0">
                      <a:pos x="connsiteX1303" y="connsiteY1303"/>
                    </a:cxn>
                    <a:cxn ang="0">
                      <a:pos x="connsiteX1304" y="connsiteY1304"/>
                    </a:cxn>
                    <a:cxn ang="0">
                      <a:pos x="connsiteX1305" y="connsiteY1305"/>
                    </a:cxn>
                    <a:cxn ang="0">
                      <a:pos x="connsiteX1306" y="connsiteY1306"/>
                    </a:cxn>
                    <a:cxn ang="0">
                      <a:pos x="connsiteX1307" y="connsiteY1307"/>
                    </a:cxn>
                    <a:cxn ang="0">
                      <a:pos x="connsiteX1308" y="connsiteY1308"/>
                    </a:cxn>
                    <a:cxn ang="0">
                      <a:pos x="connsiteX1309" y="connsiteY1309"/>
                    </a:cxn>
                    <a:cxn ang="0">
                      <a:pos x="connsiteX1310" y="connsiteY1310"/>
                    </a:cxn>
                    <a:cxn ang="0">
                      <a:pos x="connsiteX1311" y="connsiteY1311"/>
                    </a:cxn>
                    <a:cxn ang="0">
                      <a:pos x="connsiteX1312" y="connsiteY1312"/>
                    </a:cxn>
                    <a:cxn ang="0">
                      <a:pos x="connsiteX1313" y="connsiteY1313"/>
                    </a:cxn>
                    <a:cxn ang="0">
                      <a:pos x="connsiteX1314" y="connsiteY1314"/>
                    </a:cxn>
                    <a:cxn ang="0">
                      <a:pos x="connsiteX1315" y="connsiteY1315"/>
                    </a:cxn>
                    <a:cxn ang="0">
                      <a:pos x="connsiteX1316" y="connsiteY1316"/>
                    </a:cxn>
                    <a:cxn ang="0">
                      <a:pos x="connsiteX1317" y="connsiteY1317"/>
                    </a:cxn>
                    <a:cxn ang="0">
                      <a:pos x="connsiteX1318" y="connsiteY1318"/>
                    </a:cxn>
                    <a:cxn ang="0">
                      <a:pos x="connsiteX1319" y="connsiteY1319"/>
                    </a:cxn>
                    <a:cxn ang="0">
                      <a:pos x="connsiteX1320" y="connsiteY1320"/>
                    </a:cxn>
                    <a:cxn ang="0">
                      <a:pos x="connsiteX1321" y="connsiteY1321"/>
                    </a:cxn>
                    <a:cxn ang="0">
                      <a:pos x="connsiteX1322" y="connsiteY1322"/>
                    </a:cxn>
                    <a:cxn ang="0">
                      <a:pos x="connsiteX1323" y="connsiteY1323"/>
                    </a:cxn>
                    <a:cxn ang="0">
                      <a:pos x="connsiteX1324" y="connsiteY1324"/>
                    </a:cxn>
                    <a:cxn ang="0">
                      <a:pos x="connsiteX1325" y="connsiteY1325"/>
                    </a:cxn>
                    <a:cxn ang="0">
                      <a:pos x="connsiteX1326" y="connsiteY1326"/>
                    </a:cxn>
                    <a:cxn ang="0">
                      <a:pos x="connsiteX1327" y="connsiteY1327"/>
                    </a:cxn>
                    <a:cxn ang="0">
                      <a:pos x="connsiteX1328" y="connsiteY1328"/>
                    </a:cxn>
                    <a:cxn ang="0">
                      <a:pos x="connsiteX1329" y="connsiteY1329"/>
                    </a:cxn>
                    <a:cxn ang="0">
                      <a:pos x="connsiteX1330" y="connsiteY1330"/>
                    </a:cxn>
                    <a:cxn ang="0">
                      <a:pos x="connsiteX1331" y="connsiteY1331"/>
                    </a:cxn>
                    <a:cxn ang="0">
                      <a:pos x="connsiteX1332" y="connsiteY1332"/>
                    </a:cxn>
                    <a:cxn ang="0">
                      <a:pos x="connsiteX1333" y="connsiteY1333"/>
                    </a:cxn>
                    <a:cxn ang="0">
                      <a:pos x="connsiteX1334" y="connsiteY1334"/>
                    </a:cxn>
                    <a:cxn ang="0">
                      <a:pos x="connsiteX1335" y="connsiteY1335"/>
                    </a:cxn>
                    <a:cxn ang="0">
                      <a:pos x="connsiteX1336" y="connsiteY1336"/>
                    </a:cxn>
                    <a:cxn ang="0">
                      <a:pos x="connsiteX1337" y="connsiteY1337"/>
                    </a:cxn>
                    <a:cxn ang="0">
                      <a:pos x="connsiteX1338" y="connsiteY1338"/>
                    </a:cxn>
                    <a:cxn ang="0">
                      <a:pos x="connsiteX1339" y="connsiteY1339"/>
                    </a:cxn>
                    <a:cxn ang="0">
                      <a:pos x="connsiteX1340" y="connsiteY1340"/>
                    </a:cxn>
                    <a:cxn ang="0">
                      <a:pos x="connsiteX1341" y="connsiteY1341"/>
                    </a:cxn>
                    <a:cxn ang="0">
                      <a:pos x="connsiteX1342" y="connsiteY1342"/>
                    </a:cxn>
                    <a:cxn ang="0">
                      <a:pos x="connsiteX1343" y="connsiteY1343"/>
                    </a:cxn>
                    <a:cxn ang="0">
                      <a:pos x="connsiteX1344" y="connsiteY1344"/>
                    </a:cxn>
                    <a:cxn ang="0">
                      <a:pos x="connsiteX1345" y="connsiteY1345"/>
                    </a:cxn>
                    <a:cxn ang="0">
                      <a:pos x="connsiteX1346" y="connsiteY1346"/>
                    </a:cxn>
                    <a:cxn ang="0">
                      <a:pos x="connsiteX1347" y="connsiteY1347"/>
                    </a:cxn>
                    <a:cxn ang="0">
                      <a:pos x="connsiteX1348" y="connsiteY1348"/>
                    </a:cxn>
                    <a:cxn ang="0">
                      <a:pos x="connsiteX1349" y="connsiteY1349"/>
                    </a:cxn>
                    <a:cxn ang="0">
                      <a:pos x="connsiteX1350" y="connsiteY1350"/>
                    </a:cxn>
                    <a:cxn ang="0">
                      <a:pos x="connsiteX1351" y="connsiteY1351"/>
                    </a:cxn>
                    <a:cxn ang="0">
                      <a:pos x="connsiteX1352" y="connsiteY1352"/>
                    </a:cxn>
                    <a:cxn ang="0">
                      <a:pos x="connsiteX1353" y="connsiteY1353"/>
                    </a:cxn>
                    <a:cxn ang="0">
                      <a:pos x="connsiteX1354" y="connsiteY1354"/>
                    </a:cxn>
                    <a:cxn ang="0">
                      <a:pos x="connsiteX1355" y="connsiteY1355"/>
                    </a:cxn>
                    <a:cxn ang="0">
                      <a:pos x="connsiteX1356" y="connsiteY1356"/>
                    </a:cxn>
                    <a:cxn ang="0">
                      <a:pos x="connsiteX1357" y="connsiteY1357"/>
                    </a:cxn>
                    <a:cxn ang="0">
                      <a:pos x="connsiteX1358" y="connsiteY1358"/>
                    </a:cxn>
                    <a:cxn ang="0">
                      <a:pos x="connsiteX1359" y="connsiteY1359"/>
                    </a:cxn>
                    <a:cxn ang="0">
                      <a:pos x="connsiteX1360" y="connsiteY1360"/>
                    </a:cxn>
                    <a:cxn ang="0">
                      <a:pos x="connsiteX1361" y="connsiteY1361"/>
                    </a:cxn>
                    <a:cxn ang="0">
                      <a:pos x="connsiteX1362" y="connsiteY1362"/>
                    </a:cxn>
                    <a:cxn ang="0">
                      <a:pos x="connsiteX1363" y="connsiteY1363"/>
                    </a:cxn>
                    <a:cxn ang="0">
                      <a:pos x="connsiteX1364" y="connsiteY1364"/>
                    </a:cxn>
                    <a:cxn ang="0">
                      <a:pos x="connsiteX1365" y="connsiteY1365"/>
                    </a:cxn>
                    <a:cxn ang="0">
                      <a:pos x="connsiteX1366" y="connsiteY1366"/>
                    </a:cxn>
                    <a:cxn ang="0">
                      <a:pos x="connsiteX1367" y="connsiteY1367"/>
                    </a:cxn>
                    <a:cxn ang="0">
                      <a:pos x="connsiteX1368" y="connsiteY1368"/>
                    </a:cxn>
                    <a:cxn ang="0">
                      <a:pos x="connsiteX1369" y="connsiteY1369"/>
                    </a:cxn>
                    <a:cxn ang="0">
                      <a:pos x="connsiteX1370" y="connsiteY1370"/>
                    </a:cxn>
                    <a:cxn ang="0">
                      <a:pos x="connsiteX1371" y="connsiteY1371"/>
                    </a:cxn>
                    <a:cxn ang="0">
                      <a:pos x="connsiteX1372" y="connsiteY1372"/>
                    </a:cxn>
                    <a:cxn ang="0">
                      <a:pos x="connsiteX1373" y="connsiteY1373"/>
                    </a:cxn>
                    <a:cxn ang="0">
                      <a:pos x="connsiteX1374" y="connsiteY1374"/>
                    </a:cxn>
                    <a:cxn ang="0">
                      <a:pos x="connsiteX1375" y="connsiteY1375"/>
                    </a:cxn>
                    <a:cxn ang="0">
                      <a:pos x="connsiteX1376" y="connsiteY1376"/>
                    </a:cxn>
                    <a:cxn ang="0">
                      <a:pos x="connsiteX1377" y="connsiteY1377"/>
                    </a:cxn>
                    <a:cxn ang="0">
                      <a:pos x="connsiteX1378" y="connsiteY1378"/>
                    </a:cxn>
                    <a:cxn ang="0">
                      <a:pos x="connsiteX1379" y="connsiteY1379"/>
                    </a:cxn>
                    <a:cxn ang="0">
                      <a:pos x="connsiteX1380" y="connsiteY1380"/>
                    </a:cxn>
                    <a:cxn ang="0">
                      <a:pos x="connsiteX1381" y="connsiteY1381"/>
                    </a:cxn>
                    <a:cxn ang="0">
                      <a:pos x="connsiteX1382" y="connsiteY1382"/>
                    </a:cxn>
                    <a:cxn ang="0">
                      <a:pos x="connsiteX1383" y="connsiteY1383"/>
                    </a:cxn>
                    <a:cxn ang="0">
                      <a:pos x="connsiteX1384" y="connsiteY1384"/>
                    </a:cxn>
                    <a:cxn ang="0">
                      <a:pos x="connsiteX1385" y="connsiteY1385"/>
                    </a:cxn>
                    <a:cxn ang="0">
                      <a:pos x="connsiteX1386" y="connsiteY1386"/>
                    </a:cxn>
                    <a:cxn ang="0">
                      <a:pos x="connsiteX1387" y="connsiteY1387"/>
                    </a:cxn>
                    <a:cxn ang="0">
                      <a:pos x="connsiteX1388" y="connsiteY1388"/>
                    </a:cxn>
                    <a:cxn ang="0">
                      <a:pos x="connsiteX1389" y="connsiteY1389"/>
                    </a:cxn>
                    <a:cxn ang="0">
                      <a:pos x="connsiteX1390" y="connsiteY1390"/>
                    </a:cxn>
                    <a:cxn ang="0">
                      <a:pos x="connsiteX1391" y="connsiteY1391"/>
                    </a:cxn>
                    <a:cxn ang="0">
                      <a:pos x="connsiteX1392" y="connsiteY1392"/>
                    </a:cxn>
                    <a:cxn ang="0">
                      <a:pos x="connsiteX1393" y="connsiteY1393"/>
                    </a:cxn>
                    <a:cxn ang="0">
                      <a:pos x="connsiteX1394" y="connsiteY1394"/>
                    </a:cxn>
                    <a:cxn ang="0">
                      <a:pos x="connsiteX1395" y="connsiteY1395"/>
                    </a:cxn>
                    <a:cxn ang="0">
                      <a:pos x="connsiteX1396" y="connsiteY1396"/>
                    </a:cxn>
                    <a:cxn ang="0">
                      <a:pos x="connsiteX1397" y="connsiteY1397"/>
                    </a:cxn>
                    <a:cxn ang="0">
                      <a:pos x="connsiteX1398" y="connsiteY1398"/>
                    </a:cxn>
                    <a:cxn ang="0">
                      <a:pos x="connsiteX1399" y="connsiteY1399"/>
                    </a:cxn>
                    <a:cxn ang="0">
                      <a:pos x="connsiteX1400" y="connsiteY1400"/>
                    </a:cxn>
                    <a:cxn ang="0">
                      <a:pos x="connsiteX1401" y="connsiteY1401"/>
                    </a:cxn>
                    <a:cxn ang="0">
                      <a:pos x="connsiteX1402" y="connsiteY1402"/>
                    </a:cxn>
                    <a:cxn ang="0">
                      <a:pos x="connsiteX1403" y="connsiteY1403"/>
                    </a:cxn>
                    <a:cxn ang="0">
                      <a:pos x="connsiteX1404" y="connsiteY1404"/>
                    </a:cxn>
                    <a:cxn ang="0">
                      <a:pos x="connsiteX1405" y="connsiteY1405"/>
                    </a:cxn>
                    <a:cxn ang="0">
                      <a:pos x="connsiteX1406" y="connsiteY1406"/>
                    </a:cxn>
                    <a:cxn ang="0">
                      <a:pos x="connsiteX1407" y="connsiteY1407"/>
                    </a:cxn>
                    <a:cxn ang="0">
                      <a:pos x="connsiteX1408" y="connsiteY1408"/>
                    </a:cxn>
                    <a:cxn ang="0">
                      <a:pos x="connsiteX1409" y="connsiteY1409"/>
                    </a:cxn>
                    <a:cxn ang="0">
                      <a:pos x="connsiteX1410" y="connsiteY1410"/>
                    </a:cxn>
                    <a:cxn ang="0">
                      <a:pos x="connsiteX1411" y="connsiteY1411"/>
                    </a:cxn>
                    <a:cxn ang="0">
                      <a:pos x="connsiteX1412" y="connsiteY1412"/>
                    </a:cxn>
                    <a:cxn ang="0">
                      <a:pos x="connsiteX1413" y="connsiteY1413"/>
                    </a:cxn>
                    <a:cxn ang="0">
                      <a:pos x="connsiteX1414" y="connsiteY1414"/>
                    </a:cxn>
                    <a:cxn ang="0">
                      <a:pos x="connsiteX1415" y="connsiteY1415"/>
                    </a:cxn>
                    <a:cxn ang="0">
                      <a:pos x="connsiteX1416" y="connsiteY1416"/>
                    </a:cxn>
                    <a:cxn ang="0">
                      <a:pos x="connsiteX1417" y="connsiteY1417"/>
                    </a:cxn>
                    <a:cxn ang="0">
                      <a:pos x="connsiteX1418" y="connsiteY1418"/>
                    </a:cxn>
                    <a:cxn ang="0">
                      <a:pos x="connsiteX1419" y="connsiteY1419"/>
                    </a:cxn>
                    <a:cxn ang="0">
                      <a:pos x="connsiteX1420" y="connsiteY1420"/>
                    </a:cxn>
                    <a:cxn ang="0">
                      <a:pos x="connsiteX1421" y="connsiteY1421"/>
                    </a:cxn>
                    <a:cxn ang="0">
                      <a:pos x="connsiteX1422" y="connsiteY1422"/>
                    </a:cxn>
                    <a:cxn ang="0">
                      <a:pos x="connsiteX1423" y="connsiteY1423"/>
                    </a:cxn>
                    <a:cxn ang="0">
                      <a:pos x="connsiteX1424" y="connsiteY1424"/>
                    </a:cxn>
                    <a:cxn ang="0">
                      <a:pos x="connsiteX1425" y="connsiteY1425"/>
                    </a:cxn>
                    <a:cxn ang="0">
                      <a:pos x="connsiteX1426" y="connsiteY1426"/>
                    </a:cxn>
                    <a:cxn ang="0">
                      <a:pos x="connsiteX1427" y="connsiteY1427"/>
                    </a:cxn>
                    <a:cxn ang="0">
                      <a:pos x="connsiteX1428" y="connsiteY1428"/>
                    </a:cxn>
                    <a:cxn ang="0">
                      <a:pos x="connsiteX1429" y="connsiteY1429"/>
                    </a:cxn>
                    <a:cxn ang="0">
                      <a:pos x="connsiteX1430" y="connsiteY1430"/>
                    </a:cxn>
                    <a:cxn ang="0">
                      <a:pos x="connsiteX1431" y="connsiteY1431"/>
                    </a:cxn>
                    <a:cxn ang="0">
                      <a:pos x="connsiteX1432" y="connsiteY1432"/>
                    </a:cxn>
                    <a:cxn ang="0">
                      <a:pos x="connsiteX1433" y="connsiteY1433"/>
                    </a:cxn>
                    <a:cxn ang="0">
                      <a:pos x="connsiteX1434" y="connsiteY1434"/>
                    </a:cxn>
                    <a:cxn ang="0">
                      <a:pos x="connsiteX1435" y="connsiteY1435"/>
                    </a:cxn>
                    <a:cxn ang="0">
                      <a:pos x="connsiteX1436" y="connsiteY1436"/>
                    </a:cxn>
                    <a:cxn ang="0">
                      <a:pos x="connsiteX1437" y="connsiteY1437"/>
                    </a:cxn>
                    <a:cxn ang="0">
                      <a:pos x="connsiteX1438" y="connsiteY1438"/>
                    </a:cxn>
                    <a:cxn ang="0">
                      <a:pos x="connsiteX1439" y="connsiteY1439"/>
                    </a:cxn>
                    <a:cxn ang="0">
                      <a:pos x="connsiteX1440" y="connsiteY1440"/>
                    </a:cxn>
                    <a:cxn ang="0">
                      <a:pos x="connsiteX1441" y="connsiteY1441"/>
                    </a:cxn>
                    <a:cxn ang="0">
                      <a:pos x="connsiteX1442" y="connsiteY1442"/>
                    </a:cxn>
                    <a:cxn ang="0">
                      <a:pos x="connsiteX1443" y="connsiteY1443"/>
                    </a:cxn>
                    <a:cxn ang="0">
                      <a:pos x="connsiteX1444" y="connsiteY1444"/>
                    </a:cxn>
                    <a:cxn ang="0">
                      <a:pos x="connsiteX1445" y="connsiteY1445"/>
                    </a:cxn>
                    <a:cxn ang="0">
                      <a:pos x="connsiteX1446" y="connsiteY1446"/>
                    </a:cxn>
                    <a:cxn ang="0">
                      <a:pos x="connsiteX1447" y="connsiteY1447"/>
                    </a:cxn>
                    <a:cxn ang="0">
                      <a:pos x="connsiteX1448" y="connsiteY1448"/>
                    </a:cxn>
                    <a:cxn ang="0">
                      <a:pos x="connsiteX1449" y="connsiteY1449"/>
                    </a:cxn>
                    <a:cxn ang="0">
                      <a:pos x="connsiteX1450" y="connsiteY1450"/>
                    </a:cxn>
                    <a:cxn ang="0">
                      <a:pos x="connsiteX1451" y="connsiteY1451"/>
                    </a:cxn>
                    <a:cxn ang="0">
                      <a:pos x="connsiteX1452" y="connsiteY1452"/>
                    </a:cxn>
                    <a:cxn ang="0">
                      <a:pos x="connsiteX1453" y="connsiteY1453"/>
                    </a:cxn>
                    <a:cxn ang="0">
                      <a:pos x="connsiteX1454" y="connsiteY1454"/>
                    </a:cxn>
                    <a:cxn ang="0">
                      <a:pos x="connsiteX1455" y="connsiteY1455"/>
                    </a:cxn>
                    <a:cxn ang="0">
                      <a:pos x="connsiteX1456" y="connsiteY1456"/>
                    </a:cxn>
                    <a:cxn ang="0">
                      <a:pos x="connsiteX1457" y="connsiteY1457"/>
                    </a:cxn>
                    <a:cxn ang="0">
                      <a:pos x="connsiteX1458" y="connsiteY1458"/>
                    </a:cxn>
                    <a:cxn ang="0">
                      <a:pos x="connsiteX1459" y="connsiteY1459"/>
                    </a:cxn>
                    <a:cxn ang="0">
                      <a:pos x="connsiteX1460" y="connsiteY1460"/>
                    </a:cxn>
                    <a:cxn ang="0">
                      <a:pos x="connsiteX1461" y="connsiteY1461"/>
                    </a:cxn>
                    <a:cxn ang="0">
                      <a:pos x="connsiteX1462" y="connsiteY1462"/>
                    </a:cxn>
                    <a:cxn ang="0">
                      <a:pos x="connsiteX1463" y="connsiteY1463"/>
                    </a:cxn>
                    <a:cxn ang="0">
                      <a:pos x="connsiteX1464" y="connsiteY1464"/>
                    </a:cxn>
                    <a:cxn ang="0">
                      <a:pos x="connsiteX1465" y="connsiteY1465"/>
                    </a:cxn>
                    <a:cxn ang="0">
                      <a:pos x="connsiteX1466" y="connsiteY1466"/>
                    </a:cxn>
                    <a:cxn ang="0">
                      <a:pos x="connsiteX1467" y="connsiteY1467"/>
                    </a:cxn>
                    <a:cxn ang="0">
                      <a:pos x="connsiteX1468" y="connsiteY1468"/>
                    </a:cxn>
                    <a:cxn ang="0">
                      <a:pos x="connsiteX1469" y="connsiteY1469"/>
                    </a:cxn>
                    <a:cxn ang="0">
                      <a:pos x="connsiteX1470" y="connsiteY1470"/>
                    </a:cxn>
                    <a:cxn ang="0">
                      <a:pos x="connsiteX1471" y="connsiteY1471"/>
                    </a:cxn>
                    <a:cxn ang="0">
                      <a:pos x="connsiteX1472" y="connsiteY1472"/>
                    </a:cxn>
                    <a:cxn ang="0">
                      <a:pos x="connsiteX1473" y="connsiteY1473"/>
                    </a:cxn>
                    <a:cxn ang="0">
                      <a:pos x="connsiteX1474" y="connsiteY1474"/>
                    </a:cxn>
                    <a:cxn ang="0">
                      <a:pos x="connsiteX1475" y="connsiteY1475"/>
                    </a:cxn>
                    <a:cxn ang="0">
                      <a:pos x="connsiteX1476" y="connsiteY1476"/>
                    </a:cxn>
                    <a:cxn ang="0">
                      <a:pos x="connsiteX1477" y="connsiteY1477"/>
                    </a:cxn>
                    <a:cxn ang="0">
                      <a:pos x="connsiteX1478" y="connsiteY1478"/>
                    </a:cxn>
                    <a:cxn ang="0">
                      <a:pos x="connsiteX1479" y="connsiteY1479"/>
                    </a:cxn>
                    <a:cxn ang="0">
                      <a:pos x="connsiteX1480" y="connsiteY1480"/>
                    </a:cxn>
                    <a:cxn ang="0">
                      <a:pos x="connsiteX1481" y="connsiteY1481"/>
                    </a:cxn>
                    <a:cxn ang="0">
                      <a:pos x="connsiteX1482" y="connsiteY1482"/>
                    </a:cxn>
                    <a:cxn ang="0">
                      <a:pos x="connsiteX1483" y="connsiteY1483"/>
                    </a:cxn>
                    <a:cxn ang="0">
                      <a:pos x="connsiteX1484" y="connsiteY1484"/>
                    </a:cxn>
                    <a:cxn ang="0">
                      <a:pos x="connsiteX1485" y="connsiteY1485"/>
                    </a:cxn>
                    <a:cxn ang="0">
                      <a:pos x="connsiteX1486" y="connsiteY1486"/>
                    </a:cxn>
                    <a:cxn ang="0">
                      <a:pos x="connsiteX1487" y="connsiteY1487"/>
                    </a:cxn>
                    <a:cxn ang="0">
                      <a:pos x="connsiteX1488" y="connsiteY1488"/>
                    </a:cxn>
                    <a:cxn ang="0">
                      <a:pos x="connsiteX1489" y="connsiteY1489"/>
                    </a:cxn>
                    <a:cxn ang="0">
                      <a:pos x="connsiteX1490" y="connsiteY1490"/>
                    </a:cxn>
                    <a:cxn ang="0">
                      <a:pos x="connsiteX1491" y="connsiteY1491"/>
                    </a:cxn>
                    <a:cxn ang="0">
                      <a:pos x="connsiteX1492" y="connsiteY1492"/>
                    </a:cxn>
                    <a:cxn ang="0">
                      <a:pos x="connsiteX1493" y="connsiteY1493"/>
                    </a:cxn>
                    <a:cxn ang="0">
                      <a:pos x="connsiteX1494" y="connsiteY1494"/>
                    </a:cxn>
                    <a:cxn ang="0">
                      <a:pos x="connsiteX1495" y="connsiteY1495"/>
                    </a:cxn>
                    <a:cxn ang="0">
                      <a:pos x="connsiteX1496" y="connsiteY1496"/>
                    </a:cxn>
                    <a:cxn ang="0">
                      <a:pos x="connsiteX1497" y="connsiteY1497"/>
                    </a:cxn>
                    <a:cxn ang="0">
                      <a:pos x="connsiteX1498" y="connsiteY1498"/>
                    </a:cxn>
                    <a:cxn ang="0">
                      <a:pos x="connsiteX1499" y="connsiteY1499"/>
                    </a:cxn>
                    <a:cxn ang="0">
                      <a:pos x="connsiteX1500" y="connsiteY1500"/>
                    </a:cxn>
                    <a:cxn ang="0">
                      <a:pos x="connsiteX1501" y="connsiteY1501"/>
                    </a:cxn>
                    <a:cxn ang="0">
                      <a:pos x="connsiteX1502" y="connsiteY1502"/>
                    </a:cxn>
                    <a:cxn ang="0">
                      <a:pos x="connsiteX1503" y="connsiteY1503"/>
                    </a:cxn>
                    <a:cxn ang="0">
                      <a:pos x="connsiteX1504" y="connsiteY1504"/>
                    </a:cxn>
                    <a:cxn ang="0">
                      <a:pos x="connsiteX1505" y="connsiteY1505"/>
                    </a:cxn>
                    <a:cxn ang="0">
                      <a:pos x="connsiteX1506" y="connsiteY1506"/>
                    </a:cxn>
                    <a:cxn ang="0">
                      <a:pos x="connsiteX1507" y="connsiteY1507"/>
                    </a:cxn>
                    <a:cxn ang="0">
                      <a:pos x="connsiteX1508" y="connsiteY1508"/>
                    </a:cxn>
                    <a:cxn ang="0">
                      <a:pos x="connsiteX1509" y="connsiteY1509"/>
                    </a:cxn>
                    <a:cxn ang="0">
                      <a:pos x="connsiteX1510" y="connsiteY1510"/>
                    </a:cxn>
                    <a:cxn ang="0">
                      <a:pos x="connsiteX1511" y="connsiteY1511"/>
                    </a:cxn>
                    <a:cxn ang="0">
                      <a:pos x="connsiteX1512" y="connsiteY1512"/>
                    </a:cxn>
                    <a:cxn ang="0">
                      <a:pos x="connsiteX1513" y="connsiteY1513"/>
                    </a:cxn>
                    <a:cxn ang="0">
                      <a:pos x="connsiteX1514" y="connsiteY1514"/>
                    </a:cxn>
                    <a:cxn ang="0">
                      <a:pos x="connsiteX1515" y="connsiteY1515"/>
                    </a:cxn>
                    <a:cxn ang="0">
                      <a:pos x="connsiteX1516" y="connsiteY1516"/>
                    </a:cxn>
                    <a:cxn ang="0">
                      <a:pos x="connsiteX1517" y="connsiteY1517"/>
                    </a:cxn>
                    <a:cxn ang="0">
                      <a:pos x="connsiteX1518" y="connsiteY1518"/>
                    </a:cxn>
                    <a:cxn ang="0">
                      <a:pos x="connsiteX1519" y="connsiteY1519"/>
                    </a:cxn>
                    <a:cxn ang="0">
                      <a:pos x="connsiteX1520" y="connsiteY1520"/>
                    </a:cxn>
                    <a:cxn ang="0">
                      <a:pos x="connsiteX1521" y="connsiteY1521"/>
                    </a:cxn>
                    <a:cxn ang="0">
                      <a:pos x="connsiteX1522" y="connsiteY1522"/>
                    </a:cxn>
                    <a:cxn ang="0">
                      <a:pos x="connsiteX1523" y="connsiteY1523"/>
                    </a:cxn>
                    <a:cxn ang="0">
                      <a:pos x="connsiteX1524" y="connsiteY1524"/>
                    </a:cxn>
                    <a:cxn ang="0">
                      <a:pos x="connsiteX1525" y="connsiteY1525"/>
                    </a:cxn>
                    <a:cxn ang="0">
                      <a:pos x="connsiteX1526" y="connsiteY1526"/>
                    </a:cxn>
                    <a:cxn ang="0">
                      <a:pos x="connsiteX1527" y="connsiteY1527"/>
                    </a:cxn>
                    <a:cxn ang="0">
                      <a:pos x="connsiteX1528" y="connsiteY1528"/>
                    </a:cxn>
                    <a:cxn ang="0">
                      <a:pos x="connsiteX1529" y="connsiteY1529"/>
                    </a:cxn>
                    <a:cxn ang="0">
                      <a:pos x="connsiteX1530" y="connsiteY1530"/>
                    </a:cxn>
                    <a:cxn ang="0">
                      <a:pos x="connsiteX1531" y="connsiteY1531"/>
                    </a:cxn>
                    <a:cxn ang="0">
                      <a:pos x="connsiteX1532" y="connsiteY1532"/>
                    </a:cxn>
                    <a:cxn ang="0">
                      <a:pos x="connsiteX1533" y="connsiteY1533"/>
                    </a:cxn>
                    <a:cxn ang="0">
                      <a:pos x="connsiteX1534" y="connsiteY1534"/>
                    </a:cxn>
                    <a:cxn ang="0">
                      <a:pos x="connsiteX1535" y="connsiteY1535"/>
                    </a:cxn>
                    <a:cxn ang="0">
                      <a:pos x="connsiteX1536" y="connsiteY1536"/>
                    </a:cxn>
                    <a:cxn ang="0">
                      <a:pos x="connsiteX1537" y="connsiteY1537"/>
                    </a:cxn>
                    <a:cxn ang="0">
                      <a:pos x="connsiteX1538" y="connsiteY1538"/>
                    </a:cxn>
                    <a:cxn ang="0">
                      <a:pos x="connsiteX1539" y="connsiteY1539"/>
                    </a:cxn>
                    <a:cxn ang="0">
                      <a:pos x="connsiteX1540" y="connsiteY1540"/>
                    </a:cxn>
                    <a:cxn ang="0">
                      <a:pos x="connsiteX1541" y="connsiteY1541"/>
                    </a:cxn>
                    <a:cxn ang="0">
                      <a:pos x="connsiteX1542" y="connsiteY1542"/>
                    </a:cxn>
                    <a:cxn ang="0">
                      <a:pos x="connsiteX1543" y="connsiteY1543"/>
                    </a:cxn>
                    <a:cxn ang="0">
                      <a:pos x="connsiteX1544" y="connsiteY1544"/>
                    </a:cxn>
                    <a:cxn ang="0">
                      <a:pos x="connsiteX1545" y="connsiteY1545"/>
                    </a:cxn>
                    <a:cxn ang="0">
                      <a:pos x="connsiteX1546" y="connsiteY1546"/>
                    </a:cxn>
                    <a:cxn ang="0">
                      <a:pos x="connsiteX1547" y="connsiteY1547"/>
                    </a:cxn>
                    <a:cxn ang="0">
                      <a:pos x="connsiteX1548" y="connsiteY1548"/>
                    </a:cxn>
                    <a:cxn ang="0">
                      <a:pos x="connsiteX1549" y="connsiteY1549"/>
                    </a:cxn>
                    <a:cxn ang="0">
                      <a:pos x="connsiteX1550" y="connsiteY1550"/>
                    </a:cxn>
                    <a:cxn ang="0">
                      <a:pos x="connsiteX1551" y="connsiteY1551"/>
                    </a:cxn>
                    <a:cxn ang="0">
                      <a:pos x="connsiteX1552" y="connsiteY1552"/>
                    </a:cxn>
                    <a:cxn ang="0">
                      <a:pos x="connsiteX1553" y="connsiteY1553"/>
                    </a:cxn>
                    <a:cxn ang="0">
                      <a:pos x="connsiteX1554" y="connsiteY1554"/>
                    </a:cxn>
                    <a:cxn ang="0">
                      <a:pos x="connsiteX1555" y="connsiteY1555"/>
                    </a:cxn>
                    <a:cxn ang="0">
                      <a:pos x="connsiteX1556" y="connsiteY1556"/>
                    </a:cxn>
                    <a:cxn ang="0">
                      <a:pos x="connsiteX1557" y="connsiteY1557"/>
                    </a:cxn>
                    <a:cxn ang="0">
                      <a:pos x="connsiteX1558" y="connsiteY1558"/>
                    </a:cxn>
                    <a:cxn ang="0">
                      <a:pos x="connsiteX1559" y="connsiteY1559"/>
                    </a:cxn>
                    <a:cxn ang="0">
                      <a:pos x="connsiteX1560" y="connsiteY1560"/>
                    </a:cxn>
                    <a:cxn ang="0">
                      <a:pos x="connsiteX1561" y="connsiteY1561"/>
                    </a:cxn>
                    <a:cxn ang="0">
                      <a:pos x="connsiteX1562" y="connsiteY1562"/>
                    </a:cxn>
                    <a:cxn ang="0">
                      <a:pos x="connsiteX1563" y="connsiteY1563"/>
                    </a:cxn>
                    <a:cxn ang="0">
                      <a:pos x="connsiteX1564" y="connsiteY1564"/>
                    </a:cxn>
                    <a:cxn ang="0">
                      <a:pos x="connsiteX1565" y="connsiteY1565"/>
                    </a:cxn>
                    <a:cxn ang="0">
                      <a:pos x="connsiteX1566" y="connsiteY1566"/>
                    </a:cxn>
                    <a:cxn ang="0">
                      <a:pos x="connsiteX1567" y="connsiteY1567"/>
                    </a:cxn>
                    <a:cxn ang="0">
                      <a:pos x="connsiteX1568" y="connsiteY1568"/>
                    </a:cxn>
                    <a:cxn ang="0">
                      <a:pos x="connsiteX1569" y="connsiteY1569"/>
                    </a:cxn>
                    <a:cxn ang="0">
                      <a:pos x="connsiteX1570" y="connsiteY1570"/>
                    </a:cxn>
                    <a:cxn ang="0">
                      <a:pos x="connsiteX1571" y="connsiteY1571"/>
                    </a:cxn>
                    <a:cxn ang="0">
                      <a:pos x="connsiteX1572" y="connsiteY1572"/>
                    </a:cxn>
                    <a:cxn ang="0">
                      <a:pos x="connsiteX1573" y="connsiteY1573"/>
                    </a:cxn>
                    <a:cxn ang="0">
                      <a:pos x="connsiteX1574" y="connsiteY1574"/>
                    </a:cxn>
                    <a:cxn ang="0">
                      <a:pos x="connsiteX1575" y="connsiteY1575"/>
                    </a:cxn>
                    <a:cxn ang="0">
                      <a:pos x="connsiteX1576" y="connsiteY1576"/>
                    </a:cxn>
                    <a:cxn ang="0">
                      <a:pos x="connsiteX1577" y="connsiteY1577"/>
                    </a:cxn>
                    <a:cxn ang="0">
                      <a:pos x="connsiteX1578" y="connsiteY1578"/>
                    </a:cxn>
                    <a:cxn ang="0">
                      <a:pos x="connsiteX1579" y="connsiteY1579"/>
                    </a:cxn>
                    <a:cxn ang="0">
                      <a:pos x="connsiteX1580" y="connsiteY1580"/>
                    </a:cxn>
                    <a:cxn ang="0">
                      <a:pos x="connsiteX1581" y="connsiteY1581"/>
                    </a:cxn>
                    <a:cxn ang="0">
                      <a:pos x="connsiteX1582" y="connsiteY1582"/>
                    </a:cxn>
                    <a:cxn ang="0">
                      <a:pos x="connsiteX1583" y="connsiteY1583"/>
                    </a:cxn>
                    <a:cxn ang="0">
                      <a:pos x="connsiteX1584" y="connsiteY1584"/>
                    </a:cxn>
                    <a:cxn ang="0">
                      <a:pos x="connsiteX1585" y="connsiteY1585"/>
                    </a:cxn>
                    <a:cxn ang="0">
                      <a:pos x="connsiteX1586" y="connsiteY1586"/>
                    </a:cxn>
                    <a:cxn ang="0">
                      <a:pos x="connsiteX1587" y="connsiteY1587"/>
                    </a:cxn>
                    <a:cxn ang="0">
                      <a:pos x="connsiteX1588" y="connsiteY1588"/>
                    </a:cxn>
                    <a:cxn ang="0">
                      <a:pos x="connsiteX1589" y="connsiteY1589"/>
                    </a:cxn>
                    <a:cxn ang="0">
                      <a:pos x="connsiteX1590" y="connsiteY1590"/>
                    </a:cxn>
                    <a:cxn ang="0">
                      <a:pos x="connsiteX1591" y="connsiteY1591"/>
                    </a:cxn>
                    <a:cxn ang="0">
                      <a:pos x="connsiteX1592" y="connsiteY1592"/>
                    </a:cxn>
                    <a:cxn ang="0">
                      <a:pos x="connsiteX1593" y="connsiteY1593"/>
                    </a:cxn>
                    <a:cxn ang="0">
                      <a:pos x="connsiteX1594" y="connsiteY1594"/>
                    </a:cxn>
                    <a:cxn ang="0">
                      <a:pos x="connsiteX1595" y="connsiteY1595"/>
                    </a:cxn>
                    <a:cxn ang="0">
                      <a:pos x="connsiteX1596" y="connsiteY1596"/>
                    </a:cxn>
                    <a:cxn ang="0">
                      <a:pos x="connsiteX1597" y="connsiteY1597"/>
                    </a:cxn>
                    <a:cxn ang="0">
                      <a:pos x="connsiteX1598" y="connsiteY1598"/>
                    </a:cxn>
                    <a:cxn ang="0">
                      <a:pos x="connsiteX1599" y="connsiteY1599"/>
                    </a:cxn>
                    <a:cxn ang="0">
                      <a:pos x="connsiteX1600" y="connsiteY1600"/>
                    </a:cxn>
                    <a:cxn ang="0">
                      <a:pos x="connsiteX1601" y="connsiteY1601"/>
                    </a:cxn>
                    <a:cxn ang="0">
                      <a:pos x="connsiteX1602" y="connsiteY1602"/>
                    </a:cxn>
                    <a:cxn ang="0">
                      <a:pos x="connsiteX1603" y="connsiteY1603"/>
                    </a:cxn>
                    <a:cxn ang="0">
                      <a:pos x="connsiteX1604" y="connsiteY1604"/>
                    </a:cxn>
                    <a:cxn ang="0">
                      <a:pos x="connsiteX1605" y="connsiteY1605"/>
                    </a:cxn>
                    <a:cxn ang="0">
                      <a:pos x="connsiteX1606" y="connsiteY1606"/>
                    </a:cxn>
                    <a:cxn ang="0">
                      <a:pos x="connsiteX1607" y="connsiteY1607"/>
                    </a:cxn>
                    <a:cxn ang="0">
                      <a:pos x="connsiteX1608" y="connsiteY1608"/>
                    </a:cxn>
                    <a:cxn ang="0">
                      <a:pos x="connsiteX1609" y="connsiteY1609"/>
                    </a:cxn>
                    <a:cxn ang="0">
                      <a:pos x="connsiteX1610" y="connsiteY1610"/>
                    </a:cxn>
                    <a:cxn ang="0">
                      <a:pos x="connsiteX1611" y="connsiteY1611"/>
                    </a:cxn>
                    <a:cxn ang="0">
                      <a:pos x="connsiteX1612" y="connsiteY1612"/>
                    </a:cxn>
                    <a:cxn ang="0">
                      <a:pos x="connsiteX1613" y="connsiteY1613"/>
                    </a:cxn>
                    <a:cxn ang="0">
                      <a:pos x="connsiteX1614" y="connsiteY1614"/>
                    </a:cxn>
                    <a:cxn ang="0">
                      <a:pos x="connsiteX1615" y="connsiteY1615"/>
                    </a:cxn>
                    <a:cxn ang="0">
                      <a:pos x="connsiteX1616" y="connsiteY1616"/>
                    </a:cxn>
                    <a:cxn ang="0">
                      <a:pos x="connsiteX1617" y="connsiteY1617"/>
                    </a:cxn>
                    <a:cxn ang="0">
                      <a:pos x="connsiteX1618" y="connsiteY1618"/>
                    </a:cxn>
                    <a:cxn ang="0">
                      <a:pos x="connsiteX1619" y="connsiteY1619"/>
                    </a:cxn>
                    <a:cxn ang="0">
                      <a:pos x="connsiteX1620" y="connsiteY1620"/>
                    </a:cxn>
                    <a:cxn ang="0">
                      <a:pos x="connsiteX1621" y="connsiteY1621"/>
                    </a:cxn>
                    <a:cxn ang="0">
                      <a:pos x="connsiteX1622" y="connsiteY1622"/>
                    </a:cxn>
                    <a:cxn ang="0">
                      <a:pos x="connsiteX1623" y="connsiteY1623"/>
                    </a:cxn>
                    <a:cxn ang="0">
                      <a:pos x="connsiteX1624" y="connsiteY1624"/>
                    </a:cxn>
                    <a:cxn ang="0">
                      <a:pos x="connsiteX1625" y="connsiteY1625"/>
                    </a:cxn>
                    <a:cxn ang="0">
                      <a:pos x="connsiteX1626" y="connsiteY1626"/>
                    </a:cxn>
                    <a:cxn ang="0">
                      <a:pos x="connsiteX1627" y="connsiteY1627"/>
                    </a:cxn>
                    <a:cxn ang="0">
                      <a:pos x="connsiteX1628" y="connsiteY1628"/>
                    </a:cxn>
                    <a:cxn ang="0">
                      <a:pos x="connsiteX1629" y="connsiteY1629"/>
                    </a:cxn>
                    <a:cxn ang="0">
                      <a:pos x="connsiteX1630" y="connsiteY1630"/>
                    </a:cxn>
                    <a:cxn ang="0">
                      <a:pos x="connsiteX1631" y="connsiteY1631"/>
                    </a:cxn>
                    <a:cxn ang="0">
                      <a:pos x="connsiteX1632" y="connsiteY1632"/>
                    </a:cxn>
                    <a:cxn ang="0">
                      <a:pos x="connsiteX1633" y="connsiteY1633"/>
                    </a:cxn>
                    <a:cxn ang="0">
                      <a:pos x="connsiteX1634" y="connsiteY1634"/>
                    </a:cxn>
                    <a:cxn ang="0">
                      <a:pos x="connsiteX1635" y="connsiteY1635"/>
                    </a:cxn>
                    <a:cxn ang="0">
                      <a:pos x="connsiteX1636" y="connsiteY1636"/>
                    </a:cxn>
                    <a:cxn ang="0">
                      <a:pos x="connsiteX1637" y="connsiteY1637"/>
                    </a:cxn>
                    <a:cxn ang="0">
                      <a:pos x="connsiteX1638" y="connsiteY1638"/>
                    </a:cxn>
                    <a:cxn ang="0">
                      <a:pos x="connsiteX1639" y="connsiteY1639"/>
                    </a:cxn>
                    <a:cxn ang="0">
                      <a:pos x="connsiteX1640" y="connsiteY1640"/>
                    </a:cxn>
                    <a:cxn ang="0">
                      <a:pos x="connsiteX1641" y="connsiteY1641"/>
                    </a:cxn>
                    <a:cxn ang="0">
                      <a:pos x="connsiteX1642" y="connsiteY1642"/>
                    </a:cxn>
                    <a:cxn ang="0">
                      <a:pos x="connsiteX1643" y="connsiteY1643"/>
                    </a:cxn>
                    <a:cxn ang="0">
                      <a:pos x="connsiteX1644" y="connsiteY1644"/>
                    </a:cxn>
                    <a:cxn ang="0">
                      <a:pos x="connsiteX1645" y="connsiteY1645"/>
                    </a:cxn>
                    <a:cxn ang="0">
                      <a:pos x="connsiteX1646" y="connsiteY1646"/>
                    </a:cxn>
                    <a:cxn ang="0">
                      <a:pos x="connsiteX1647" y="connsiteY1647"/>
                    </a:cxn>
                    <a:cxn ang="0">
                      <a:pos x="connsiteX1648" y="connsiteY1648"/>
                    </a:cxn>
                    <a:cxn ang="0">
                      <a:pos x="connsiteX1649" y="connsiteY1649"/>
                    </a:cxn>
                    <a:cxn ang="0">
                      <a:pos x="connsiteX1650" y="connsiteY1650"/>
                    </a:cxn>
                    <a:cxn ang="0">
                      <a:pos x="connsiteX1651" y="connsiteY1651"/>
                    </a:cxn>
                    <a:cxn ang="0">
                      <a:pos x="connsiteX1652" y="connsiteY1652"/>
                    </a:cxn>
                    <a:cxn ang="0">
                      <a:pos x="connsiteX1653" y="connsiteY1653"/>
                    </a:cxn>
                    <a:cxn ang="0">
                      <a:pos x="connsiteX1654" y="connsiteY1654"/>
                    </a:cxn>
                    <a:cxn ang="0">
                      <a:pos x="connsiteX1655" y="connsiteY1655"/>
                    </a:cxn>
                    <a:cxn ang="0">
                      <a:pos x="connsiteX1656" y="connsiteY1656"/>
                    </a:cxn>
                    <a:cxn ang="0">
                      <a:pos x="connsiteX1657" y="connsiteY1657"/>
                    </a:cxn>
                    <a:cxn ang="0">
                      <a:pos x="connsiteX1658" y="connsiteY1658"/>
                    </a:cxn>
                    <a:cxn ang="0">
                      <a:pos x="connsiteX1659" y="connsiteY1659"/>
                    </a:cxn>
                    <a:cxn ang="0">
                      <a:pos x="connsiteX1660" y="connsiteY1660"/>
                    </a:cxn>
                    <a:cxn ang="0">
                      <a:pos x="connsiteX1661" y="connsiteY1661"/>
                    </a:cxn>
                    <a:cxn ang="0">
                      <a:pos x="connsiteX1662" y="connsiteY1662"/>
                    </a:cxn>
                    <a:cxn ang="0">
                      <a:pos x="connsiteX1663" y="connsiteY1663"/>
                    </a:cxn>
                    <a:cxn ang="0">
                      <a:pos x="connsiteX1664" y="connsiteY1664"/>
                    </a:cxn>
                    <a:cxn ang="0">
                      <a:pos x="connsiteX1665" y="connsiteY1665"/>
                    </a:cxn>
                    <a:cxn ang="0">
                      <a:pos x="connsiteX1666" y="connsiteY1666"/>
                    </a:cxn>
                    <a:cxn ang="0">
                      <a:pos x="connsiteX1667" y="connsiteY1667"/>
                    </a:cxn>
                    <a:cxn ang="0">
                      <a:pos x="connsiteX1668" y="connsiteY1668"/>
                    </a:cxn>
                    <a:cxn ang="0">
                      <a:pos x="connsiteX1669" y="connsiteY1669"/>
                    </a:cxn>
                    <a:cxn ang="0">
                      <a:pos x="connsiteX1670" y="connsiteY1670"/>
                    </a:cxn>
                    <a:cxn ang="0">
                      <a:pos x="connsiteX1671" y="connsiteY1671"/>
                    </a:cxn>
                    <a:cxn ang="0">
                      <a:pos x="connsiteX1672" y="connsiteY1672"/>
                    </a:cxn>
                    <a:cxn ang="0">
                      <a:pos x="connsiteX1673" y="connsiteY1673"/>
                    </a:cxn>
                    <a:cxn ang="0">
                      <a:pos x="connsiteX1674" y="connsiteY1674"/>
                    </a:cxn>
                    <a:cxn ang="0">
                      <a:pos x="connsiteX1675" y="connsiteY1675"/>
                    </a:cxn>
                    <a:cxn ang="0">
                      <a:pos x="connsiteX1676" y="connsiteY1676"/>
                    </a:cxn>
                    <a:cxn ang="0">
                      <a:pos x="connsiteX1677" y="connsiteY1677"/>
                    </a:cxn>
                    <a:cxn ang="0">
                      <a:pos x="connsiteX1678" y="connsiteY1678"/>
                    </a:cxn>
                    <a:cxn ang="0">
                      <a:pos x="connsiteX1679" y="connsiteY1679"/>
                    </a:cxn>
                    <a:cxn ang="0">
                      <a:pos x="connsiteX1680" y="connsiteY1680"/>
                    </a:cxn>
                    <a:cxn ang="0">
                      <a:pos x="connsiteX1681" y="connsiteY1681"/>
                    </a:cxn>
                    <a:cxn ang="0">
                      <a:pos x="connsiteX1682" y="connsiteY1682"/>
                    </a:cxn>
                    <a:cxn ang="0">
                      <a:pos x="connsiteX1683" y="connsiteY1683"/>
                    </a:cxn>
                    <a:cxn ang="0">
                      <a:pos x="connsiteX1684" y="connsiteY1684"/>
                    </a:cxn>
                    <a:cxn ang="0">
                      <a:pos x="connsiteX1685" y="connsiteY1685"/>
                    </a:cxn>
                    <a:cxn ang="0">
                      <a:pos x="connsiteX1686" y="connsiteY1686"/>
                    </a:cxn>
                    <a:cxn ang="0">
                      <a:pos x="connsiteX1687" y="connsiteY1687"/>
                    </a:cxn>
                    <a:cxn ang="0">
                      <a:pos x="connsiteX1688" y="connsiteY1688"/>
                    </a:cxn>
                    <a:cxn ang="0">
                      <a:pos x="connsiteX1689" y="connsiteY1689"/>
                    </a:cxn>
                    <a:cxn ang="0">
                      <a:pos x="connsiteX1690" y="connsiteY1690"/>
                    </a:cxn>
                    <a:cxn ang="0">
                      <a:pos x="connsiteX1691" y="connsiteY1691"/>
                    </a:cxn>
                    <a:cxn ang="0">
                      <a:pos x="connsiteX1692" y="connsiteY1692"/>
                    </a:cxn>
                    <a:cxn ang="0">
                      <a:pos x="connsiteX1693" y="connsiteY1693"/>
                    </a:cxn>
                    <a:cxn ang="0">
                      <a:pos x="connsiteX1694" y="connsiteY1694"/>
                    </a:cxn>
                    <a:cxn ang="0">
                      <a:pos x="connsiteX1695" y="connsiteY1695"/>
                    </a:cxn>
                    <a:cxn ang="0">
                      <a:pos x="connsiteX1696" y="connsiteY1696"/>
                    </a:cxn>
                    <a:cxn ang="0">
                      <a:pos x="connsiteX1697" y="connsiteY1697"/>
                    </a:cxn>
                    <a:cxn ang="0">
                      <a:pos x="connsiteX1698" y="connsiteY1698"/>
                    </a:cxn>
                    <a:cxn ang="0">
                      <a:pos x="connsiteX1699" y="connsiteY1699"/>
                    </a:cxn>
                    <a:cxn ang="0">
                      <a:pos x="connsiteX1700" y="connsiteY1700"/>
                    </a:cxn>
                    <a:cxn ang="0">
                      <a:pos x="connsiteX1701" y="connsiteY1701"/>
                    </a:cxn>
                    <a:cxn ang="0">
                      <a:pos x="connsiteX1702" y="connsiteY1702"/>
                    </a:cxn>
                    <a:cxn ang="0">
                      <a:pos x="connsiteX1703" y="connsiteY1703"/>
                    </a:cxn>
                    <a:cxn ang="0">
                      <a:pos x="connsiteX1704" y="connsiteY1704"/>
                    </a:cxn>
                    <a:cxn ang="0">
                      <a:pos x="connsiteX1705" y="connsiteY1705"/>
                    </a:cxn>
                    <a:cxn ang="0">
                      <a:pos x="connsiteX1706" y="connsiteY1706"/>
                    </a:cxn>
                    <a:cxn ang="0">
                      <a:pos x="connsiteX1707" y="connsiteY1707"/>
                    </a:cxn>
                    <a:cxn ang="0">
                      <a:pos x="connsiteX1708" y="connsiteY1708"/>
                    </a:cxn>
                    <a:cxn ang="0">
                      <a:pos x="connsiteX1709" y="connsiteY1709"/>
                    </a:cxn>
                    <a:cxn ang="0">
                      <a:pos x="connsiteX1710" y="connsiteY1710"/>
                    </a:cxn>
                    <a:cxn ang="0">
                      <a:pos x="connsiteX1711" y="connsiteY1711"/>
                    </a:cxn>
                    <a:cxn ang="0">
                      <a:pos x="connsiteX1712" y="connsiteY1712"/>
                    </a:cxn>
                    <a:cxn ang="0">
                      <a:pos x="connsiteX1713" y="connsiteY1713"/>
                    </a:cxn>
                    <a:cxn ang="0">
                      <a:pos x="connsiteX1714" y="connsiteY1714"/>
                    </a:cxn>
                    <a:cxn ang="0">
                      <a:pos x="connsiteX1715" y="connsiteY1715"/>
                    </a:cxn>
                    <a:cxn ang="0">
                      <a:pos x="connsiteX1716" y="connsiteY1716"/>
                    </a:cxn>
                    <a:cxn ang="0">
                      <a:pos x="connsiteX1717" y="connsiteY1717"/>
                    </a:cxn>
                    <a:cxn ang="0">
                      <a:pos x="connsiteX1718" y="connsiteY1718"/>
                    </a:cxn>
                    <a:cxn ang="0">
                      <a:pos x="connsiteX1719" y="connsiteY1719"/>
                    </a:cxn>
                    <a:cxn ang="0">
                      <a:pos x="connsiteX1720" y="connsiteY1720"/>
                    </a:cxn>
                    <a:cxn ang="0">
                      <a:pos x="connsiteX1721" y="connsiteY1721"/>
                    </a:cxn>
                    <a:cxn ang="0">
                      <a:pos x="connsiteX1722" y="connsiteY1722"/>
                    </a:cxn>
                    <a:cxn ang="0">
                      <a:pos x="connsiteX1723" y="connsiteY1723"/>
                    </a:cxn>
                    <a:cxn ang="0">
                      <a:pos x="connsiteX1724" y="connsiteY1724"/>
                    </a:cxn>
                    <a:cxn ang="0">
                      <a:pos x="connsiteX1725" y="connsiteY1725"/>
                    </a:cxn>
                    <a:cxn ang="0">
                      <a:pos x="connsiteX1726" y="connsiteY1726"/>
                    </a:cxn>
                    <a:cxn ang="0">
                      <a:pos x="connsiteX1727" y="connsiteY1727"/>
                    </a:cxn>
                    <a:cxn ang="0">
                      <a:pos x="connsiteX1728" y="connsiteY1728"/>
                    </a:cxn>
                    <a:cxn ang="0">
                      <a:pos x="connsiteX1729" y="connsiteY1729"/>
                    </a:cxn>
                    <a:cxn ang="0">
                      <a:pos x="connsiteX1730" y="connsiteY1730"/>
                    </a:cxn>
                    <a:cxn ang="0">
                      <a:pos x="connsiteX1731" y="connsiteY1731"/>
                    </a:cxn>
                    <a:cxn ang="0">
                      <a:pos x="connsiteX1732" y="connsiteY1732"/>
                    </a:cxn>
                    <a:cxn ang="0">
                      <a:pos x="connsiteX1733" y="connsiteY1733"/>
                    </a:cxn>
                    <a:cxn ang="0">
                      <a:pos x="connsiteX1734" y="connsiteY1734"/>
                    </a:cxn>
                    <a:cxn ang="0">
                      <a:pos x="connsiteX1735" y="connsiteY1735"/>
                    </a:cxn>
                    <a:cxn ang="0">
                      <a:pos x="connsiteX1736" y="connsiteY1736"/>
                    </a:cxn>
                    <a:cxn ang="0">
                      <a:pos x="connsiteX1737" y="connsiteY1737"/>
                    </a:cxn>
                    <a:cxn ang="0">
                      <a:pos x="connsiteX1738" y="connsiteY1738"/>
                    </a:cxn>
                    <a:cxn ang="0">
                      <a:pos x="connsiteX1739" y="connsiteY1739"/>
                    </a:cxn>
                    <a:cxn ang="0">
                      <a:pos x="connsiteX1740" y="connsiteY1740"/>
                    </a:cxn>
                    <a:cxn ang="0">
                      <a:pos x="connsiteX1741" y="connsiteY1741"/>
                    </a:cxn>
                    <a:cxn ang="0">
                      <a:pos x="connsiteX1742" y="connsiteY1742"/>
                    </a:cxn>
                    <a:cxn ang="0">
                      <a:pos x="connsiteX1743" y="connsiteY1743"/>
                    </a:cxn>
                    <a:cxn ang="0">
                      <a:pos x="connsiteX1744" y="connsiteY1744"/>
                    </a:cxn>
                    <a:cxn ang="0">
                      <a:pos x="connsiteX1745" y="connsiteY1745"/>
                    </a:cxn>
                    <a:cxn ang="0">
                      <a:pos x="connsiteX1746" y="connsiteY1746"/>
                    </a:cxn>
                    <a:cxn ang="0">
                      <a:pos x="connsiteX1747" y="connsiteY1747"/>
                    </a:cxn>
                    <a:cxn ang="0">
                      <a:pos x="connsiteX1748" y="connsiteY1748"/>
                    </a:cxn>
                    <a:cxn ang="0">
                      <a:pos x="connsiteX1749" y="connsiteY1749"/>
                    </a:cxn>
                    <a:cxn ang="0">
                      <a:pos x="connsiteX1750" y="connsiteY1750"/>
                    </a:cxn>
                    <a:cxn ang="0">
                      <a:pos x="connsiteX1751" y="connsiteY1751"/>
                    </a:cxn>
                    <a:cxn ang="0">
                      <a:pos x="connsiteX1752" y="connsiteY1752"/>
                    </a:cxn>
                    <a:cxn ang="0">
                      <a:pos x="connsiteX1753" y="connsiteY1753"/>
                    </a:cxn>
                    <a:cxn ang="0">
                      <a:pos x="connsiteX1754" y="connsiteY1754"/>
                    </a:cxn>
                    <a:cxn ang="0">
                      <a:pos x="connsiteX1755" y="connsiteY1755"/>
                    </a:cxn>
                    <a:cxn ang="0">
                      <a:pos x="connsiteX1756" y="connsiteY1756"/>
                    </a:cxn>
                    <a:cxn ang="0">
                      <a:pos x="connsiteX1757" y="connsiteY1757"/>
                    </a:cxn>
                    <a:cxn ang="0">
                      <a:pos x="connsiteX1758" y="connsiteY1758"/>
                    </a:cxn>
                    <a:cxn ang="0">
                      <a:pos x="connsiteX1759" y="connsiteY1759"/>
                    </a:cxn>
                    <a:cxn ang="0">
                      <a:pos x="connsiteX1760" y="connsiteY1760"/>
                    </a:cxn>
                    <a:cxn ang="0">
                      <a:pos x="connsiteX1761" y="connsiteY1761"/>
                    </a:cxn>
                    <a:cxn ang="0">
                      <a:pos x="connsiteX1762" y="connsiteY1762"/>
                    </a:cxn>
                    <a:cxn ang="0">
                      <a:pos x="connsiteX1763" y="connsiteY1763"/>
                    </a:cxn>
                    <a:cxn ang="0">
                      <a:pos x="connsiteX1764" y="connsiteY1764"/>
                    </a:cxn>
                    <a:cxn ang="0">
                      <a:pos x="connsiteX1765" y="connsiteY1765"/>
                    </a:cxn>
                    <a:cxn ang="0">
                      <a:pos x="connsiteX1766" y="connsiteY1766"/>
                    </a:cxn>
                    <a:cxn ang="0">
                      <a:pos x="connsiteX1767" y="connsiteY1767"/>
                    </a:cxn>
                    <a:cxn ang="0">
                      <a:pos x="connsiteX1768" y="connsiteY1768"/>
                    </a:cxn>
                    <a:cxn ang="0">
                      <a:pos x="connsiteX1769" y="connsiteY1769"/>
                    </a:cxn>
                    <a:cxn ang="0">
                      <a:pos x="connsiteX1770" y="connsiteY1770"/>
                    </a:cxn>
                    <a:cxn ang="0">
                      <a:pos x="connsiteX1771" y="connsiteY1771"/>
                    </a:cxn>
                    <a:cxn ang="0">
                      <a:pos x="connsiteX1772" y="connsiteY1772"/>
                    </a:cxn>
                    <a:cxn ang="0">
                      <a:pos x="connsiteX1773" y="connsiteY1773"/>
                    </a:cxn>
                    <a:cxn ang="0">
                      <a:pos x="connsiteX1774" y="connsiteY1774"/>
                    </a:cxn>
                    <a:cxn ang="0">
                      <a:pos x="connsiteX1775" y="connsiteY1775"/>
                    </a:cxn>
                    <a:cxn ang="0">
                      <a:pos x="connsiteX1776" y="connsiteY1776"/>
                    </a:cxn>
                    <a:cxn ang="0">
                      <a:pos x="connsiteX1777" y="connsiteY1777"/>
                    </a:cxn>
                    <a:cxn ang="0">
                      <a:pos x="connsiteX1778" y="connsiteY1778"/>
                    </a:cxn>
                    <a:cxn ang="0">
                      <a:pos x="connsiteX1779" y="connsiteY1779"/>
                    </a:cxn>
                    <a:cxn ang="0">
                      <a:pos x="connsiteX1780" y="connsiteY1780"/>
                    </a:cxn>
                    <a:cxn ang="0">
                      <a:pos x="connsiteX1781" y="connsiteY1781"/>
                    </a:cxn>
                    <a:cxn ang="0">
                      <a:pos x="connsiteX1782" y="connsiteY1782"/>
                    </a:cxn>
                    <a:cxn ang="0">
                      <a:pos x="connsiteX1783" y="connsiteY1783"/>
                    </a:cxn>
                    <a:cxn ang="0">
                      <a:pos x="connsiteX1784" y="connsiteY1784"/>
                    </a:cxn>
                    <a:cxn ang="0">
                      <a:pos x="connsiteX1785" y="connsiteY1785"/>
                    </a:cxn>
                    <a:cxn ang="0">
                      <a:pos x="connsiteX1786" y="connsiteY1786"/>
                    </a:cxn>
                    <a:cxn ang="0">
                      <a:pos x="connsiteX1787" y="connsiteY1787"/>
                    </a:cxn>
                    <a:cxn ang="0">
                      <a:pos x="connsiteX1788" y="connsiteY1788"/>
                    </a:cxn>
                    <a:cxn ang="0">
                      <a:pos x="connsiteX1789" y="connsiteY1789"/>
                    </a:cxn>
                    <a:cxn ang="0">
                      <a:pos x="connsiteX1790" y="connsiteY1790"/>
                    </a:cxn>
                    <a:cxn ang="0">
                      <a:pos x="connsiteX1791" y="connsiteY1791"/>
                    </a:cxn>
                    <a:cxn ang="0">
                      <a:pos x="connsiteX1792" y="connsiteY1792"/>
                    </a:cxn>
                    <a:cxn ang="0">
                      <a:pos x="connsiteX1793" y="connsiteY1793"/>
                    </a:cxn>
                    <a:cxn ang="0">
                      <a:pos x="connsiteX1794" y="connsiteY1794"/>
                    </a:cxn>
                    <a:cxn ang="0">
                      <a:pos x="connsiteX1795" y="connsiteY1795"/>
                    </a:cxn>
                    <a:cxn ang="0">
                      <a:pos x="connsiteX1796" y="connsiteY1796"/>
                    </a:cxn>
                    <a:cxn ang="0">
                      <a:pos x="connsiteX1797" y="connsiteY1797"/>
                    </a:cxn>
                    <a:cxn ang="0">
                      <a:pos x="connsiteX1798" y="connsiteY1798"/>
                    </a:cxn>
                    <a:cxn ang="0">
                      <a:pos x="connsiteX1799" y="connsiteY1799"/>
                    </a:cxn>
                    <a:cxn ang="0">
                      <a:pos x="connsiteX1800" y="connsiteY1800"/>
                    </a:cxn>
                    <a:cxn ang="0">
                      <a:pos x="connsiteX1801" y="connsiteY1801"/>
                    </a:cxn>
                    <a:cxn ang="0">
                      <a:pos x="connsiteX1802" y="connsiteY1802"/>
                    </a:cxn>
                    <a:cxn ang="0">
                      <a:pos x="connsiteX1803" y="connsiteY1803"/>
                    </a:cxn>
                    <a:cxn ang="0">
                      <a:pos x="connsiteX1804" y="connsiteY1804"/>
                    </a:cxn>
                    <a:cxn ang="0">
                      <a:pos x="connsiteX1805" y="connsiteY1805"/>
                    </a:cxn>
                    <a:cxn ang="0">
                      <a:pos x="connsiteX1806" y="connsiteY1806"/>
                    </a:cxn>
                    <a:cxn ang="0">
                      <a:pos x="connsiteX1807" y="connsiteY1807"/>
                    </a:cxn>
                    <a:cxn ang="0">
                      <a:pos x="connsiteX1808" y="connsiteY1808"/>
                    </a:cxn>
                    <a:cxn ang="0">
                      <a:pos x="connsiteX1809" y="connsiteY1809"/>
                    </a:cxn>
                    <a:cxn ang="0">
                      <a:pos x="connsiteX1810" y="connsiteY1810"/>
                    </a:cxn>
                    <a:cxn ang="0">
                      <a:pos x="connsiteX1811" y="connsiteY1811"/>
                    </a:cxn>
                    <a:cxn ang="0">
                      <a:pos x="connsiteX1812" y="connsiteY1812"/>
                    </a:cxn>
                    <a:cxn ang="0">
                      <a:pos x="connsiteX1813" y="connsiteY1813"/>
                    </a:cxn>
                    <a:cxn ang="0">
                      <a:pos x="connsiteX1814" y="connsiteY1814"/>
                    </a:cxn>
                    <a:cxn ang="0">
                      <a:pos x="connsiteX1815" y="connsiteY1815"/>
                    </a:cxn>
                    <a:cxn ang="0">
                      <a:pos x="connsiteX1816" y="connsiteY1816"/>
                    </a:cxn>
                    <a:cxn ang="0">
                      <a:pos x="connsiteX1817" y="connsiteY1817"/>
                    </a:cxn>
                    <a:cxn ang="0">
                      <a:pos x="connsiteX1818" y="connsiteY1818"/>
                    </a:cxn>
                    <a:cxn ang="0">
                      <a:pos x="connsiteX1819" y="connsiteY1819"/>
                    </a:cxn>
                    <a:cxn ang="0">
                      <a:pos x="connsiteX1820" y="connsiteY1820"/>
                    </a:cxn>
                    <a:cxn ang="0">
                      <a:pos x="connsiteX1821" y="connsiteY1821"/>
                    </a:cxn>
                    <a:cxn ang="0">
                      <a:pos x="connsiteX1822" y="connsiteY1822"/>
                    </a:cxn>
                    <a:cxn ang="0">
                      <a:pos x="connsiteX1823" y="connsiteY1823"/>
                    </a:cxn>
                    <a:cxn ang="0">
                      <a:pos x="connsiteX1824" y="connsiteY1824"/>
                    </a:cxn>
                    <a:cxn ang="0">
                      <a:pos x="connsiteX1825" y="connsiteY1825"/>
                    </a:cxn>
                    <a:cxn ang="0">
                      <a:pos x="connsiteX1826" y="connsiteY1826"/>
                    </a:cxn>
                    <a:cxn ang="0">
                      <a:pos x="connsiteX1827" y="connsiteY1827"/>
                    </a:cxn>
                    <a:cxn ang="0">
                      <a:pos x="connsiteX1828" y="connsiteY1828"/>
                    </a:cxn>
                    <a:cxn ang="0">
                      <a:pos x="connsiteX1829" y="connsiteY1829"/>
                    </a:cxn>
                    <a:cxn ang="0">
                      <a:pos x="connsiteX1830" y="connsiteY1830"/>
                    </a:cxn>
                    <a:cxn ang="0">
                      <a:pos x="connsiteX1831" y="connsiteY1831"/>
                    </a:cxn>
                    <a:cxn ang="0">
                      <a:pos x="connsiteX1832" y="connsiteY1832"/>
                    </a:cxn>
                    <a:cxn ang="0">
                      <a:pos x="connsiteX1833" y="connsiteY1833"/>
                    </a:cxn>
                    <a:cxn ang="0">
                      <a:pos x="connsiteX1834" y="connsiteY1834"/>
                    </a:cxn>
                    <a:cxn ang="0">
                      <a:pos x="connsiteX1835" y="connsiteY1835"/>
                    </a:cxn>
                    <a:cxn ang="0">
                      <a:pos x="connsiteX1836" y="connsiteY1836"/>
                    </a:cxn>
                    <a:cxn ang="0">
                      <a:pos x="connsiteX1837" y="connsiteY1837"/>
                    </a:cxn>
                    <a:cxn ang="0">
                      <a:pos x="connsiteX1838" y="connsiteY1838"/>
                    </a:cxn>
                    <a:cxn ang="0">
                      <a:pos x="connsiteX1839" y="connsiteY1839"/>
                    </a:cxn>
                    <a:cxn ang="0">
                      <a:pos x="connsiteX1840" y="connsiteY1840"/>
                    </a:cxn>
                    <a:cxn ang="0">
                      <a:pos x="connsiteX1841" y="connsiteY1841"/>
                    </a:cxn>
                    <a:cxn ang="0">
                      <a:pos x="connsiteX1842" y="connsiteY1842"/>
                    </a:cxn>
                    <a:cxn ang="0">
                      <a:pos x="connsiteX1843" y="connsiteY1843"/>
                    </a:cxn>
                    <a:cxn ang="0">
                      <a:pos x="connsiteX1844" y="connsiteY1844"/>
                    </a:cxn>
                    <a:cxn ang="0">
                      <a:pos x="connsiteX1845" y="connsiteY1845"/>
                    </a:cxn>
                    <a:cxn ang="0">
                      <a:pos x="connsiteX1846" y="connsiteY1846"/>
                    </a:cxn>
                    <a:cxn ang="0">
                      <a:pos x="connsiteX1847" y="connsiteY1847"/>
                    </a:cxn>
                    <a:cxn ang="0">
                      <a:pos x="connsiteX1848" y="connsiteY1848"/>
                    </a:cxn>
                    <a:cxn ang="0">
                      <a:pos x="connsiteX1849" y="connsiteY1849"/>
                    </a:cxn>
                    <a:cxn ang="0">
                      <a:pos x="connsiteX1850" y="connsiteY1850"/>
                    </a:cxn>
                    <a:cxn ang="0">
                      <a:pos x="connsiteX1851" y="connsiteY1851"/>
                    </a:cxn>
                    <a:cxn ang="0">
                      <a:pos x="connsiteX1852" y="connsiteY1852"/>
                    </a:cxn>
                    <a:cxn ang="0">
                      <a:pos x="connsiteX1853" y="connsiteY1853"/>
                    </a:cxn>
                    <a:cxn ang="0">
                      <a:pos x="connsiteX1854" y="connsiteY1854"/>
                    </a:cxn>
                    <a:cxn ang="0">
                      <a:pos x="connsiteX1855" y="connsiteY1855"/>
                    </a:cxn>
                    <a:cxn ang="0">
                      <a:pos x="connsiteX1856" y="connsiteY1856"/>
                    </a:cxn>
                    <a:cxn ang="0">
                      <a:pos x="connsiteX1857" y="connsiteY1857"/>
                    </a:cxn>
                    <a:cxn ang="0">
                      <a:pos x="connsiteX1858" y="connsiteY1858"/>
                    </a:cxn>
                    <a:cxn ang="0">
                      <a:pos x="connsiteX1859" y="connsiteY1859"/>
                    </a:cxn>
                    <a:cxn ang="0">
                      <a:pos x="connsiteX1860" y="connsiteY1860"/>
                    </a:cxn>
                    <a:cxn ang="0">
                      <a:pos x="connsiteX1861" y="connsiteY1861"/>
                    </a:cxn>
                    <a:cxn ang="0">
                      <a:pos x="connsiteX1862" y="connsiteY1862"/>
                    </a:cxn>
                    <a:cxn ang="0">
                      <a:pos x="connsiteX1863" y="connsiteY1863"/>
                    </a:cxn>
                    <a:cxn ang="0">
                      <a:pos x="connsiteX1864" y="connsiteY1864"/>
                    </a:cxn>
                    <a:cxn ang="0">
                      <a:pos x="connsiteX1865" y="connsiteY1865"/>
                    </a:cxn>
                    <a:cxn ang="0">
                      <a:pos x="connsiteX1866" y="connsiteY1866"/>
                    </a:cxn>
                    <a:cxn ang="0">
                      <a:pos x="connsiteX1867" y="connsiteY1867"/>
                    </a:cxn>
                    <a:cxn ang="0">
                      <a:pos x="connsiteX1868" y="connsiteY1868"/>
                    </a:cxn>
                    <a:cxn ang="0">
                      <a:pos x="connsiteX1869" y="connsiteY1869"/>
                    </a:cxn>
                    <a:cxn ang="0">
                      <a:pos x="connsiteX1870" y="connsiteY1870"/>
                    </a:cxn>
                    <a:cxn ang="0">
                      <a:pos x="connsiteX1871" y="connsiteY1871"/>
                    </a:cxn>
                    <a:cxn ang="0">
                      <a:pos x="connsiteX1872" y="connsiteY1872"/>
                    </a:cxn>
                    <a:cxn ang="0">
                      <a:pos x="connsiteX1873" y="connsiteY1873"/>
                    </a:cxn>
                    <a:cxn ang="0">
                      <a:pos x="connsiteX1874" y="connsiteY1874"/>
                    </a:cxn>
                    <a:cxn ang="0">
                      <a:pos x="connsiteX1875" y="connsiteY1875"/>
                    </a:cxn>
                    <a:cxn ang="0">
                      <a:pos x="connsiteX1876" y="connsiteY1876"/>
                    </a:cxn>
                    <a:cxn ang="0">
                      <a:pos x="connsiteX1877" y="connsiteY1877"/>
                    </a:cxn>
                    <a:cxn ang="0">
                      <a:pos x="connsiteX1878" y="connsiteY1878"/>
                    </a:cxn>
                    <a:cxn ang="0">
                      <a:pos x="connsiteX1879" y="connsiteY1879"/>
                    </a:cxn>
                    <a:cxn ang="0">
                      <a:pos x="connsiteX1880" y="connsiteY1880"/>
                    </a:cxn>
                    <a:cxn ang="0">
                      <a:pos x="connsiteX1881" y="connsiteY1881"/>
                    </a:cxn>
                    <a:cxn ang="0">
                      <a:pos x="connsiteX1882" y="connsiteY1882"/>
                    </a:cxn>
                    <a:cxn ang="0">
                      <a:pos x="connsiteX1883" y="connsiteY1883"/>
                    </a:cxn>
                    <a:cxn ang="0">
                      <a:pos x="connsiteX1884" y="connsiteY1884"/>
                    </a:cxn>
                    <a:cxn ang="0">
                      <a:pos x="connsiteX1885" y="connsiteY1885"/>
                    </a:cxn>
                    <a:cxn ang="0">
                      <a:pos x="connsiteX1886" y="connsiteY1886"/>
                    </a:cxn>
                    <a:cxn ang="0">
                      <a:pos x="connsiteX1887" y="connsiteY1887"/>
                    </a:cxn>
                    <a:cxn ang="0">
                      <a:pos x="connsiteX1888" y="connsiteY1888"/>
                    </a:cxn>
                    <a:cxn ang="0">
                      <a:pos x="connsiteX1889" y="connsiteY1889"/>
                    </a:cxn>
                    <a:cxn ang="0">
                      <a:pos x="connsiteX1890" y="connsiteY1890"/>
                    </a:cxn>
                    <a:cxn ang="0">
                      <a:pos x="connsiteX1891" y="connsiteY1891"/>
                    </a:cxn>
                    <a:cxn ang="0">
                      <a:pos x="connsiteX1892" y="connsiteY1892"/>
                    </a:cxn>
                    <a:cxn ang="0">
                      <a:pos x="connsiteX1893" y="connsiteY1893"/>
                    </a:cxn>
                    <a:cxn ang="0">
                      <a:pos x="connsiteX1894" y="connsiteY1894"/>
                    </a:cxn>
                    <a:cxn ang="0">
                      <a:pos x="connsiteX1895" y="connsiteY1895"/>
                    </a:cxn>
                    <a:cxn ang="0">
                      <a:pos x="connsiteX1896" y="connsiteY1896"/>
                    </a:cxn>
                    <a:cxn ang="0">
                      <a:pos x="connsiteX1897" y="connsiteY1897"/>
                    </a:cxn>
                    <a:cxn ang="0">
                      <a:pos x="connsiteX1898" y="connsiteY1898"/>
                    </a:cxn>
                    <a:cxn ang="0">
                      <a:pos x="connsiteX1899" y="connsiteY1899"/>
                    </a:cxn>
                    <a:cxn ang="0">
                      <a:pos x="connsiteX1900" y="connsiteY1900"/>
                    </a:cxn>
                    <a:cxn ang="0">
                      <a:pos x="connsiteX1901" y="connsiteY1901"/>
                    </a:cxn>
                    <a:cxn ang="0">
                      <a:pos x="connsiteX1902" y="connsiteY1902"/>
                    </a:cxn>
                    <a:cxn ang="0">
                      <a:pos x="connsiteX1903" y="connsiteY1903"/>
                    </a:cxn>
                    <a:cxn ang="0">
                      <a:pos x="connsiteX1904" y="connsiteY1904"/>
                    </a:cxn>
                    <a:cxn ang="0">
                      <a:pos x="connsiteX1905" y="connsiteY1905"/>
                    </a:cxn>
                    <a:cxn ang="0">
                      <a:pos x="connsiteX1906" y="connsiteY1906"/>
                    </a:cxn>
                    <a:cxn ang="0">
                      <a:pos x="connsiteX1907" y="connsiteY1907"/>
                    </a:cxn>
                    <a:cxn ang="0">
                      <a:pos x="connsiteX1908" y="connsiteY1908"/>
                    </a:cxn>
                    <a:cxn ang="0">
                      <a:pos x="connsiteX1909" y="connsiteY1909"/>
                    </a:cxn>
                    <a:cxn ang="0">
                      <a:pos x="connsiteX1910" y="connsiteY1910"/>
                    </a:cxn>
                    <a:cxn ang="0">
                      <a:pos x="connsiteX1911" y="connsiteY1911"/>
                    </a:cxn>
                    <a:cxn ang="0">
                      <a:pos x="connsiteX1912" y="connsiteY1912"/>
                    </a:cxn>
                    <a:cxn ang="0">
                      <a:pos x="connsiteX1913" y="connsiteY1913"/>
                    </a:cxn>
                    <a:cxn ang="0">
                      <a:pos x="connsiteX1914" y="connsiteY1914"/>
                    </a:cxn>
                    <a:cxn ang="0">
                      <a:pos x="connsiteX1915" y="connsiteY1915"/>
                    </a:cxn>
                    <a:cxn ang="0">
                      <a:pos x="connsiteX1916" y="connsiteY1916"/>
                    </a:cxn>
                    <a:cxn ang="0">
                      <a:pos x="connsiteX1917" y="connsiteY1917"/>
                    </a:cxn>
                    <a:cxn ang="0">
                      <a:pos x="connsiteX1918" y="connsiteY1918"/>
                    </a:cxn>
                    <a:cxn ang="0">
                      <a:pos x="connsiteX1919" y="connsiteY1919"/>
                    </a:cxn>
                    <a:cxn ang="0">
                      <a:pos x="connsiteX1920" y="connsiteY1920"/>
                    </a:cxn>
                    <a:cxn ang="0">
                      <a:pos x="connsiteX1921" y="connsiteY1921"/>
                    </a:cxn>
                    <a:cxn ang="0">
                      <a:pos x="connsiteX1922" y="connsiteY1922"/>
                    </a:cxn>
                    <a:cxn ang="0">
                      <a:pos x="connsiteX1923" y="connsiteY1923"/>
                    </a:cxn>
                    <a:cxn ang="0">
                      <a:pos x="connsiteX1924" y="connsiteY1924"/>
                    </a:cxn>
                    <a:cxn ang="0">
                      <a:pos x="connsiteX1925" y="connsiteY1925"/>
                    </a:cxn>
                    <a:cxn ang="0">
                      <a:pos x="connsiteX1926" y="connsiteY1926"/>
                    </a:cxn>
                    <a:cxn ang="0">
                      <a:pos x="connsiteX1927" y="connsiteY1927"/>
                    </a:cxn>
                    <a:cxn ang="0">
                      <a:pos x="connsiteX1928" y="connsiteY1928"/>
                    </a:cxn>
                    <a:cxn ang="0">
                      <a:pos x="connsiteX1929" y="connsiteY1929"/>
                    </a:cxn>
                    <a:cxn ang="0">
                      <a:pos x="connsiteX1930" y="connsiteY1930"/>
                    </a:cxn>
                    <a:cxn ang="0">
                      <a:pos x="connsiteX1931" y="connsiteY1931"/>
                    </a:cxn>
                    <a:cxn ang="0">
                      <a:pos x="connsiteX1932" y="connsiteY1932"/>
                    </a:cxn>
                    <a:cxn ang="0">
                      <a:pos x="connsiteX1933" y="connsiteY1933"/>
                    </a:cxn>
                    <a:cxn ang="0">
                      <a:pos x="connsiteX1934" y="connsiteY1934"/>
                    </a:cxn>
                    <a:cxn ang="0">
                      <a:pos x="connsiteX1935" y="connsiteY1935"/>
                    </a:cxn>
                    <a:cxn ang="0">
                      <a:pos x="connsiteX1936" y="connsiteY1936"/>
                    </a:cxn>
                    <a:cxn ang="0">
                      <a:pos x="connsiteX1937" y="connsiteY1937"/>
                    </a:cxn>
                    <a:cxn ang="0">
                      <a:pos x="connsiteX1938" y="connsiteY1938"/>
                    </a:cxn>
                    <a:cxn ang="0">
                      <a:pos x="connsiteX1939" y="connsiteY1939"/>
                    </a:cxn>
                    <a:cxn ang="0">
                      <a:pos x="connsiteX1940" y="connsiteY1940"/>
                    </a:cxn>
                    <a:cxn ang="0">
                      <a:pos x="connsiteX1941" y="connsiteY1941"/>
                    </a:cxn>
                    <a:cxn ang="0">
                      <a:pos x="connsiteX1942" y="connsiteY1942"/>
                    </a:cxn>
                    <a:cxn ang="0">
                      <a:pos x="connsiteX1943" y="connsiteY1943"/>
                    </a:cxn>
                    <a:cxn ang="0">
                      <a:pos x="connsiteX1944" y="connsiteY1944"/>
                    </a:cxn>
                    <a:cxn ang="0">
                      <a:pos x="connsiteX1945" y="connsiteY1945"/>
                    </a:cxn>
                    <a:cxn ang="0">
                      <a:pos x="connsiteX1946" y="connsiteY1946"/>
                    </a:cxn>
                    <a:cxn ang="0">
                      <a:pos x="connsiteX1947" y="connsiteY1947"/>
                    </a:cxn>
                    <a:cxn ang="0">
                      <a:pos x="connsiteX1948" y="connsiteY1948"/>
                    </a:cxn>
                    <a:cxn ang="0">
                      <a:pos x="connsiteX1949" y="connsiteY1949"/>
                    </a:cxn>
                    <a:cxn ang="0">
                      <a:pos x="connsiteX1950" y="connsiteY1950"/>
                    </a:cxn>
                    <a:cxn ang="0">
                      <a:pos x="connsiteX1951" y="connsiteY1951"/>
                    </a:cxn>
                    <a:cxn ang="0">
                      <a:pos x="connsiteX1952" y="connsiteY1952"/>
                    </a:cxn>
                    <a:cxn ang="0">
                      <a:pos x="connsiteX1953" y="connsiteY1953"/>
                    </a:cxn>
                    <a:cxn ang="0">
                      <a:pos x="connsiteX1954" y="connsiteY1954"/>
                    </a:cxn>
                    <a:cxn ang="0">
                      <a:pos x="connsiteX1955" y="connsiteY1955"/>
                    </a:cxn>
                    <a:cxn ang="0">
                      <a:pos x="connsiteX1956" y="connsiteY1956"/>
                    </a:cxn>
                    <a:cxn ang="0">
                      <a:pos x="connsiteX1957" y="connsiteY1957"/>
                    </a:cxn>
                    <a:cxn ang="0">
                      <a:pos x="connsiteX1958" y="connsiteY1958"/>
                    </a:cxn>
                    <a:cxn ang="0">
                      <a:pos x="connsiteX1959" y="connsiteY1959"/>
                    </a:cxn>
                    <a:cxn ang="0">
                      <a:pos x="connsiteX1960" y="connsiteY1960"/>
                    </a:cxn>
                    <a:cxn ang="0">
                      <a:pos x="connsiteX1961" y="connsiteY1961"/>
                    </a:cxn>
                    <a:cxn ang="0">
                      <a:pos x="connsiteX1962" y="connsiteY1962"/>
                    </a:cxn>
                    <a:cxn ang="0">
                      <a:pos x="connsiteX1963" y="connsiteY1963"/>
                    </a:cxn>
                    <a:cxn ang="0">
                      <a:pos x="connsiteX1964" y="connsiteY1964"/>
                    </a:cxn>
                    <a:cxn ang="0">
                      <a:pos x="connsiteX1965" y="connsiteY1965"/>
                    </a:cxn>
                    <a:cxn ang="0">
                      <a:pos x="connsiteX1966" y="connsiteY1966"/>
                    </a:cxn>
                    <a:cxn ang="0">
                      <a:pos x="connsiteX1967" y="connsiteY1967"/>
                    </a:cxn>
                    <a:cxn ang="0">
                      <a:pos x="connsiteX1968" y="connsiteY1968"/>
                    </a:cxn>
                    <a:cxn ang="0">
                      <a:pos x="connsiteX1969" y="connsiteY1969"/>
                    </a:cxn>
                    <a:cxn ang="0">
                      <a:pos x="connsiteX1970" y="connsiteY1970"/>
                    </a:cxn>
                    <a:cxn ang="0">
                      <a:pos x="connsiteX1971" y="connsiteY1971"/>
                    </a:cxn>
                    <a:cxn ang="0">
                      <a:pos x="connsiteX1972" y="connsiteY1972"/>
                    </a:cxn>
                    <a:cxn ang="0">
                      <a:pos x="connsiteX1973" y="connsiteY1973"/>
                    </a:cxn>
                    <a:cxn ang="0">
                      <a:pos x="connsiteX1974" y="connsiteY1974"/>
                    </a:cxn>
                    <a:cxn ang="0">
                      <a:pos x="connsiteX1975" y="connsiteY1975"/>
                    </a:cxn>
                    <a:cxn ang="0">
                      <a:pos x="connsiteX1976" y="connsiteY1976"/>
                    </a:cxn>
                    <a:cxn ang="0">
                      <a:pos x="connsiteX1977" y="connsiteY1977"/>
                    </a:cxn>
                    <a:cxn ang="0">
                      <a:pos x="connsiteX1978" y="connsiteY1978"/>
                    </a:cxn>
                    <a:cxn ang="0">
                      <a:pos x="connsiteX1979" y="connsiteY1979"/>
                    </a:cxn>
                    <a:cxn ang="0">
                      <a:pos x="connsiteX1980" y="connsiteY1980"/>
                    </a:cxn>
                    <a:cxn ang="0">
                      <a:pos x="connsiteX1981" y="connsiteY1981"/>
                    </a:cxn>
                    <a:cxn ang="0">
                      <a:pos x="connsiteX1982" y="connsiteY1982"/>
                    </a:cxn>
                    <a:cxn ang="0">
                      <a:pos x="connsiteX1983" y="connsiteY1983"/>
                    </a:cxn>
                    <a:cxn ang="0">
                      <a:pos x="connsiteX1984" y="connsiteY1984"/>
                    </a:cxn>
                    <a:cxn ang="0">
                      <a:pos x="connsiteX1985" y="connsiteY1985"/>
                    </a:cxn>
                    <a:cxn ang="0">
                      <a:pos x="connsiteX1986" y="connsiteY1986"/>
                    </a:cxn>
                    <a:cxn ang="0">
                      <a:pos x="connsiteX1987" y="connsiteY1987"/>
                    </a:cxn>
                    <a:cxn ang="0">
                      <a:pos x="connsiteX1988" y="connsiteY1988"/>
                    </a:cxn>
                    <a:cxn ang="0">
                      <a:pos x="connsiteX1989" y="connsiteY1989"/>
                    </a:cxn>
                    <a:cxn ang="0">
                      <a:pos x="connsiteX1990" y="connsiteY1990"/>
                    </a:cxn>
                    <a:cxn ang="0">
                      <a:pos x="connsiteX1991" y="connsiteY1991"/>
                    </a:cxn>
                    <a:cxn ang="0">
                      <a:pos x="connsiteX1992" y="connsiteY1992"/>
                    </a:cxn>
                    <a:cxn ang="0">
                      <a:pos x="connsiteX1993" y="connsiteY1993"/>
                    </a:cxn>
                    <a:cxn ang="0">
                      <a:pos x="connsiteX1994" y="connsiteY1994"/>
                    </a:cxn>
                    <a:cxn ang="0">
                      <a:pos x="connsiteX1995" y="connsiteY1995"/>
                    </a:cxn>
                    <a:cxn ang="0">
                      <a:pos x="connsiteX1996" y="connsiteY1996"/>
                    </a:cxn>
                    <a:cxn ang="0">
                      <a:pos x="connsiteX1997" y="connsiteY1997"/>
                    </a:cxn>
                    <a:cxn ang="0">
                      <a:pos x="connsiteX1998" y="connsiteY1998"/>
                    </a:cxn>
                    <a:cxn ang="0">
                      <a:pos x="connsiteX1999" y="connsiteY1999"/>
                    </a:cxn>
                    <a:cxn ang="0">
                      <a:pos x="connsiteX2000" y="connsiteY2000"/>
                    </a:cxn>
                    <a:cxn ang="0">
                      <a:pos x="connsiteX2001" y="connsiteY2001"/>
                    </a:cxn>
                    <a:cxn ang="0">
                      <a:pos x="connsiteX2002" y="connsiteY2002"/>
                    </a:cxn>
                    <a:cxn ang="0">
                      <a:pos x="connsiteX2003" y="connsiteY2003"/>
                    </a:cxn>
                    <a:cxn ang="0">
                      <a:pos x="connsiteX2004" y="connsiteY2004"/>
                    </a:cxn>
                    <a:cxn ang="0">
                      <a:pos x="connsiteX2005" y="connsiteY2005"/>
                    </a:cxn>
                    <a:cxn ang="0">
                      <a:pos x="connsiteX2006" y="connsiteY2006"/>
                    </a:cxn>
                    <a:cxn ang="0">
                      <a:pos x="connsiteX2007" y="connsiteY2007"/>
                    </a:cxn>
                    <a:cxn ang="0">
                      <a:pos x="connsiteX2008" y="connsiteY2008"/>
                    </a:cxn>
                    <a:cxn ang="0">
                      <a:pos x="connsiteX2009" y="connsiteY2009"/>
                    </a:cxn>
                    <a:cxn ang="0">
                      <a:pos x="connsiteX2010" y="connsiteY2010"/>
                    </a:cxn>
                    <a:cxn ang="0">
                      <a:pos x="connsiteX2011" y="connsiteY2011"/>
                    </a:cxn>
                    <a:cxn ang="0">
                      <a:pos x="connsiteX2012" y="connsiteY2012"/>
                    </a:cxn>
                    <a:cxn ang="0">
                      <a:pos x="connsiteX2013" y="connsiteY2013"/>
                    </a:cxn>
                    <a:cxn ang="0">
                      <a:pos x="connsiteX2014" y="connsiteY2014"/>
                    </a:cxn>
                    <a:cxn ang="0">
                      <a:pos x="connsiteX2015" y="connsiteY2015"/>
                    </a:cxn>
                    <a:cxn ang="0">
                      <a:pos x="connsiteX2016" y="connsiteY2016"/>
                    </a:cxn>
                    <a:cxn ang="0">
                      <a:pos x="connsiteX2017" y="connsiteY2017"/>
                    </a:cxn>
                    <a:cxn ang="0">
                      <a:pos x="connsiteX2018" y="connsiteY2018"/>
                    </a:cxn>
                    <a:cxn ang="0">
                      <a:pos x="connsiteX2019" y="connsiteY2019"/>
                    </a:cxn>
                    <a:cxn ang="0">
                      <a:pos x="connsiteX2020" y="connsiteY2020"/>
                    </a:cxn>
                    <a:cxn ang="0">
                      <a:pos x="connsiteX2021" y="connsiteY2021"/>
                    </a:cxn>
                    <a:cxn ang="0">
                      <a:pos x="connsiteX2022" y="connsiteY2022"/>
                    </a:cxn>
                    <a:cxn ang="0">
                      <a:pos x="connsiteX2023" y="connsiteY2023"/>
                    </a:cxn>
                    <a:cxn ang="0">
                      <a:pos x="connsiteX2024" y="connsiteY2024"/>
                    </a:cxn>
                    <a:cxn ang="0">
                      <a:pos x="connsiteX2025" y="connsiteY2025"/>
                    </a:cxn>
                    <a:cxn ang="0">
                      <a:pos x="connsiteX2026" y="connsiteY2026"/>
                    </a:cxn>
                    <a:cxn ang="0">
                      <a:pos x="connsiteX2027" y="connsiteY2027"/>
                    </a:cxn>
                    <a:cxn ang="0">
                      <a:pos x="connsiteX2028" y="connsiteY2028"/>
                    </a:cxn>
                    <a:cxn ang="0">
                      <a:pos x="connsiteX2029" y="connsiteY2029"/>
                    </a:cxn>
                    <a:cxn ang="0">
                      <a:pos x="connsiteX2030" y="connsiteY2030"/>
                    </a:cxn>
                    <a:cxn ang="0">
                      <a:pos x="connsiteX2031" y="connsiteY2031"/>
                    </a:cxn>
                    <a:cxn ang="0">
                      <a:pos x="connsiteX2032" y="connsiteY2032"/>
                    </a:cxn>
                    <a:cxn ang="0">
                      <a:pos x="connsiteX2033" y="connsiteY2033"/>
                    </a:cxn>
                    <a:cxn ang="0">
                      <a:pos x="connsiteX2034" y="connsiteY2034"/>
                    </a:cxn>
                    <a:cxn ang="0">
                      <a:pos x="connsiteX2035" y="connsiteY2035"/>
                    </a:cxn>
                    <a:cxn ang="0">
                      <a:pos x="connsiteX2036" y="connsiteY2036"/>
                    </a:cxn>
                    <a:cxn ang="0">
                      <a:pos x="connsiteX2037" y="connsiteY2037"/>
                    </a:cxn>
                    <a:cxn ang="0">
                      <a:pos x="connsiteX2038" y="connsiteY2038"/>
                    </a:cxn>
                    <a:cxn ang="0">
                      <a:pos x="connsiteX2039" y="connsiteY2039"/>
                    </a:cxn>
                    <a:cxn ang="0">
                      <a:pos x="connsiteX2040" y="connsiteY2040"/>
                    </a:cxn>
                    <a:cxn ang="0">
                      <a:pos x="connsiteX2041" y="connsiteY2041"/>
                    </a:cxn>
                    <a:cxn ang="0">
                      <a:pos x="connsiteX2042" y="connsiteY2042"/>
                    </a:cxn>
                    <a:cxn ang="0">
                      <a:pos x="connsiteX2043" y="connsiteY2043"/>
                    </a:cxn>
                    <a:cxn ang="0">
                      <a:pos x="connsiteX2044" y="connsiteY2044"/>
                    </a:cxn>
                    <a:cxn ang="0">
                      <a:pos x="connsiteX2045" y="connsiteY2045"/>
                    </a:cxn>
                    <a:cxn ang="0">
                      <a:pos x="connsiteX2046" y="connsiteY2046"/>
                    </a:cxn>
                    <a:cxn ang="0">
                      <a:pos x="connsiteX2047" y="connsiteY2047"/>
                    </a:cxn>
                    <a:cxn ang="0">
                      <a:pos x="connsiteX2048" y="connsiteY2048"/>
                    </a:cxn>
                    <a:cxn ang="0">
                      <a:pos x="connsiteX2049" y="connsiteY2049"/>
                    </a:cxn>
                    <a:cxn ang="0">
                      <a:pos x="connsiteX2050" y="connsiteY2050"/>
                    </a:cxn>
                    <a:cxn ang="0">
                      <a:pos x="connsiteX2051" y="connsiteY2051"/>
                    </a:cxn>
                    <a:cxn ang="0">
                      <a:pos x="connsiteX2052" y="connsiteY2052"/>
                    </a:cxn>
                    <a:cxn ang="0">
                      <a:pos x="connsiteX2053" y="connsiteY2053"/>
                    </a:cxn>
                    <a:cxn ang="0">
                      <a:pos x="connsiteX2054" y="connsiteY2054"/>
                    </a:cxn>
                    <a:cxn ang="0">
                      <a:pos x="connsiteX2055" y="connsiteY2055"/>
                    </a:cxn>
                    <a:cxn ang="0">
                      <a:pos x="connsiteX2056" y="connsiteY2056"/>
                    </a:cxn>
                    <a:cxn ang="0">
                      <a:pos x="connsiteX2057" y="connsiteY2057"/>
                    </a:cxn>
                    <a:cxn ang="0">
                      <a:pos x="connsiteX2058" y="connsiteY2058"/>
                    </a:cxn>
                    <a:cxn ang="0">
                      <a:pos x="connsiteX2059" y="connsiteY2059"/>
                    </a:cxn>
                    <a:cxn ang="0">
                      <a:pos x="connsiteX2060" y="connsiteY2060"/>
                    </a:cxn>
                    <a:cxn ang="0">
                      <a:pos x="connsiteX2061" y="connsiteY2061"/>
                    </a:cxn>
                    <a:cxn ang="0">
                      <a:pos x="connsiteX2062" y="connsiteY2062"/>
                    </a:cxn>
                    <a:cxn ang="0">
                      <a:pos x="connsiteX2063" y="connsiteY2063"/>
                    </a:cxn>
                    <a:cxn ang="0">
                      <a:pos x="connsiteX2064" y="connsiteY2064"/>
                    </a:cxn>
                    <a:cxn ang="0">
                      <a:pos x="connsiteX2065" y="connsiteY2065"/>
                    </a:cxn>
                    <a:cxn ang="0">
                      <a:pos x="connsiteX2066" y="connsiteY2066"/>
                    </a:cxn>
                    <a:cxn ang="0">
                      <a:pos x="connsiteX2067" y="connsiteY2067"/>
                    </a:cxn>
                    <a:cxn ang="0">
                      <a:pos x="connsiteX2068" y="connsiteY2068"/>
                    </a:cxn>
                    <a:cxn ang="0">
                      <a:pos x="connsiteX2069" y="connsiteY2069"/>
                    </a:cxn>
                    <a:cxn ang="0">
                      <a:pos x="connsiteX2070" y="connsiteY2070"/>
                    </a:cxn>
                    <a:cxn ang="0">
                      <a:pos x="connsiteX2071" y="connsiteY2071"/>
                    </a:cxn>
                    <a:cxn ang="0">
                      <a:pos x="connsiteX2072" y="connsiteY2072"/>
                    </a:cxn>
                    <a:cxn ang="0">
                      <a:pos x="connsiteX2073" y="connsiteY2073"/>
                    </a:cxn>
                    <a:cxn ang="0">
                      <a:pos x="connsiteX2074" y="connsiteY2074"/>
                    </a:cxn>
                    <a:cxn ang="0">
                      <a:pos x="connsiteX2075" y="connsiteY2075"/>
                    </a:cxn>
                    <a:cxn ang="0">
                      <a:pos x="connsiteX2076" y="connsiteY2076"/>
                    </a:cxn>
                    <a:cxn ang="0">
                      <a:pos x="connsiteX2077" y="connsiteY2077"/>
                    </a:cxn>
                    <a:cxn ang="0">
                      <a:pos x="connsiteX2078" y="connsiteY2078"/>
                    </a:cxn>
                    <a:cxn ang="0">
                      <a:pos x="connsiteX2079" y="connsiteY2079"/>
                    </a:cxn>
                    <a:cxn ang="0">
                      <a:pos x="connsiteX2080" y="connsiteY2080"/>
                    </a:cxn>
                    <a:cxn ang="0">
                      <a:pos x="connsiteX2081" y="connsiteY2081"/>
                    </a:cxn>
                    <a:cxn ang="0">
                      <a:pos x="connsiteX2082" y="connsiteY2082"/>
                    </a:cxn>
                    <a:cxn ang="0">
                      <a:pos x="connsiteX2083" y="connsiteY2083"/>
                    </a:cxn>
                    <a:cxn ang="0">
                      <a:pos x="connsiteX2084" y="connsiteY2084"/>
                    </a:cxn>
                    <a:cxn ang="0">
                      <a:pos x="connsiteX2085" y="connsiteY2085"/>
                    </a:cxn>
                    <a:cxn ang="0">
                      <a:pos x="connsiteX2086" y="connsiteY2086"/>
                    </a:cxn>
                    <a:cxn ang="0">
                      <a:pos x="connsiteX2087" y="connsiteY2087"/>
                    </a:cxn>
                    <a:cxn ang="0">
                      <a:pos x="connsiteX2088" y="connsiteY2088"/>
                    </a:cxn>
                    <a:cxn ang="0">
                      <a:pos x="connsiteX2089" y="connsiteY2089"/>
                    </a:cxn>
                    <a:cxn ang="0">
                      <a:pos x="connsiteX2090" y="connsiteY2090"/>
                    </a:cxn>
                    <a:cxn ang="0">
                      <a:pos x="connsiteX2091" y="connsiteY2091"/>
                    </a:cxn>
                    <a:cxn ang="0">
                      <a:pos x="connsiteX2092" y="connsiteY2092"/>
                    </a:cxn>
                    <a:cxn ang="0">
                      <a:pos x="connsiteX2093" y="connsiteY2093"/>
                    </a:cxn>
                    <a:cxn ang="0">
                      <a:pos x="connsiteX2094" y="connsiteY2094"/>
                    </a:cxn>
                    <a:cxn ang="0">
                      <a:pos x="connsiteX2095" y="connsiteY2095"/>
                    </a:cxn>
                    <a:cxn ang="0">
                      <a:pos x="connsiteX2096" y="connsiteY2096"/>
                    </a:cxn>
                    <a:cxn ang="0">
                      <a:pos x="connsiteX2097" y="connsiteY2097"/>
                    </a:cxn>
                    <a:cxn ang="0">
                      <a:pos x="connsiteX2098" y="connsiteY2098"/>
                    </a:cxn>
                    <a:cxn ang="0">
                      <a:pos x="connsiteX2099" y="connsiteY2099"/>
                    </a:cxn>
                    <a:cxn ang="0">
                      <a:pos x="connsiteX2100" y="connsiteY2100"/>
                    </a:cxn>
                    <a:cxn ang="0">
                      <a:pos x="connsiteX2101" y="connsiteY2101"/>
                    </a:cxn>
                    <a:cxn ang="0">
                      <a:pos x="connsiteX2102" y="connsiteY2102"/>
                    </a:cxn>
                    <a:cxn ang="0">
                      <a:pos x="connsiteX2103" y="connsiteY2103"/>
                    </a:cxn>
                    <a:cxn ang="0">
                      <a:pos x="connsiteX2104" y="connsiteY2104"/>
                    </a:cxn>
                    <a:cxn ang="0">
                      <a:pos x="connsiteX2105" y="connsiteY2105"/>
                    </a:cxn>
                    <a:cxn ang="0">
                      <a:pos x="connsiteX2106" y="connsiteY2106"/>
                    </a:cxn>
                    <a:cxn ang="0">
                      <a:pos x="connsiteX2107" y="connsiteY2107"/>
                    </a:cxn>
                    <a:cxn ang="0">
                      <a:pos x="connsiteX2108" y="connsiteY2108"/>
                    </a:cxn>
                    <a:cxn ang="0">
                      <a:pos x="connsiteX2109" y="connsiteY2109"/>
                    </a:cxn>
                    <a:cxn ang="0">
                      <a:pos x="connsiteX2110" y="connsiteY2110"/>
                    </a:cxn>
                    <a:cxn ang="0">
                      <a:pos x="connsiteX2111" y="connsiteY2111"/>
                    </a:cxn>
                    <a:cxn ang="0">
                      <a:pos x="connsiteX2112" y="connsiteY2112"/>
                    </a:cxn>
                    <a:cxn ang="0">
                      <a:pos x="connsiteX2113" y="connsiteY2113"/>
                    </a:cxn>
                    <a:cxn ang="0">
                      <a:pos x="connsiteX2114" y="connsiteY2114"/>
                    </a:cxn>
                    <a:cxn ang="0">
                      <a:pos x="connsiteX2115" y="connsiteY2115"/>
                    </a:cxn>
                    <a:cxn ang="0">
                      <a:pos x="connsiteX2116" y="connsiteY2116"/>
                    </a:cxn>
                    <a:cxn ang="0">
                      <a:pos x="connsiteX2117" y="connsiteY2117"/>
                    </a:cxn>
                    <a:cxn ang="0">
                      <a:pos x="connsiteX2118" y="connsiteY2118"/>
                    </a:cxn>
                    <a:cxn ang="0">
                      <a:pos x="connsiteX2119" y="connsiteY2119"/>
                    </a:cxn>
                    <a:cxn ang="0">
                      <a:pos x="connsiteX2120" y="connsiteY2120"/>
                    </a:cxn>
                    <a:cxn ang="0">
                      <a:pos x="connsiteX2121" y="connsiteY2121"/>
                    </a:cxn>
                    <a:cxn ang="0">
                      <a:pos x="connsiteX2122" y="connsiteY2122"/>
                    </a:cxn>
                    <a:cxn ang="0">
                      <a:pos x="connsiteX2123" y="connsiteY2123"/>
                    </a:cxn>
                    <a:cxn ang="0">
                      <a:pos x="connsiteX2124" y="connsiteY2124"/>
                    </a:cxn>
                    <a:cxn ang="0">
                      <a:pos x="connsiteX2125" y="connsiteY2125"/>
                    </a:cxn>
                    <a:cxn ang="0">
                      <a:pos x="connsiteX2126" y="connsiteY2126"/>
                    </a:cxn>
                    <a:cxn ang="0">
                      <a:pos x="connsiteX2127" y="connsiteY2127"/>
                    </a:cxn>
                    <a:cxn ang="0">
                      <a:pos x="connsiteX2128" y="connsiteY2128"/>
                    </a:cxn>
                    <a:cxn ang="0">
                      <a:pos x="connsiteX2129" y="connsiteY2129"/>
                    </a:cxn>
                    <a:cxn ang="0">
                      <a:pos x="connsiteX2130" y="connsiteY2130"/>
                    </a:cxn>
                    <a:cxn ang="0">
                      <a:pos x="connsiteX2131" y="connsiteY2131"/>
                    </a:cxn>
                    <a:cxn ang="0">
                      <a:pos x="connsiteX2132" y="connsiteY2132"/>
                    </a:cxn>
                    <a:cxn ang="0">
                      <a:pos x="connsiteX2133" y="connsiteY2133"/>
                    </a:cxn>
                    <a:cxn ang="0">
                      <a:pos x="connsiteX2134" y="connsiteY2134"/>
                    </a:cxn>
                    <a:cxn ang="0">
                      <a:pos x="connsiteX2135" y="connsiteY2135"/>
                    </a:cxn>
                    <a:cxn ang="0">
                      <a:pos x="connsiteX2136" y="connsiteY2136"/>
                    </a:cxn>
                    <a:cxn ang="0">
                      <a:pos x="connsiteX2137" y="connsiteY2137"/>
                    </a:cxn>
                    <a:cxn ang="0">
                      <a:pos x="connsiteX2138" y="connsiteY2138"/>
                    </a:cxn>
                    <a:cxn ang="0">
                      <a:pos x="connsiteX2139" y="connsiteY2139"/>
                    </a:cxn>
                    <a:cxn ang="0">
                      <a:pos x="connsiteX2140" y="connsiteY2140"/>
                    </a:cxn>
                    <a:cxn ang="0">
                      <a:pos x="connsiteX2141" y="connsiteY2141"/>
                    </a:cxn>
                    <a:cxn ang="0">
                      <a:pos x="connsiteX2142" y="connsiteY2142"/>
                    </a:cxn>
                    <a:cxn ang="0">
                      <a:pos x="connsiteX2143" y="connsiteY2143"/>
                    </a:cxn>
                    <a:cxn ang="0">
                      <a:pos x="connsiteX2144" y="connsiteY2144"/>
                    </a:cxn>
                    <a:cxn ang="0">
                      <a:pos x="connsiteX2145" y="connsiteY2145"/>
                    </a:cxn>
                    <a:cxn ang="0">
                      <a:pos x="connsiteX2146" y="connsiteY2146"/>
                    </a:cxn>
                    <a:cxn ang="0">
                      <a:pos x="connsiteX2147" y="connsiteY2147"/>
                    </a:cxn>
                    <a:cxn ang="0">
                      <a:pos x="connsiteX2148" y="connsiteY2148"/>
                    </a:cxn>
                    <a:cxn ang="0">
                      <a:pos x="connsiteX2149" y="connsiteY2149"/>
                    </a:cxn>
                    <a:cxn ang="0">
                      <a:pos x="connsiteX2150" y="connsiteY2150"/>
                    </a:cxn>
                    <a:cxn ang="0">
                      <a:pos x="connsiteX2151" y="connsiteY2151"/>
                    </a:cxn>
                    <a:cxn ang="0">
                      <a:pos x="connsiteX2152" y="connsiteY2152"/>
                    </a:cxn>
                    <a:cxn ang="0">
                      <a:pos x="connsiteX2153" y="connsiteY2153"/>
                    </a:cxn>
                    <a:cxn ang="0">
                      <a:pos x="connsiteX2154" y="connsiteY2154"/>
                    </a:cxn>
                    <a:cxn ang="0">
                      <a:pos x="connsiteX2155" y="connsiteY2155"/>
                    </a:cxn>
                    <a:cxn ang="0">
                      <a:pos x="connsiteX2156" y="connsiteY2156"/>
                    </a:cxn>
                    <a:cxn ang="0">
                      <a:pos x="connsiteX2157" y="connsiteY2157"/>
                    </a:cxn>
                    <a:cxn ang="0">
                      <a:pos x="connsiteX2158" y="connsiteY2158"/>
                    </a:cxn>
                    <a:cxn ang="0">
                      <a:pos x="connsiteX2159" y="connsiteY2159"/>
                    </a:cxn>
                    <a:cxn ang="0">
                      <a:pos x="connsiteX2160" y="connsiteY2160"/>
                    </a:cxn>
                    <a:cxn ang="0">
                      <a:pos x="connsiteX2161" y="connsiteY2161"/>
                    </a:cxn>
                    <a:cxn ang="0">
                      <a:pos x="connsiteX2162" y="connsiteY2162"/>
                    </a:cxn>
                    <a:cxn ang="0">
                      <a:pos x="connsiteX2163" y="connsiteY2163"/>
                    </a:cxn>
                    <a:cxn ang="0">
                      <a:pos x="connsiteX2164" y="connsiteY2164"/>
                    </a:cxn>
                    <a:cxn ang="0">
                      <a:pos x="connsiteX2165" y="connsiteY2165"/>
                    </a:cxn>
                    <a:cxn ang="0">
                      <a:pos x="connsiteX2166" y="connsiteY2166"/>
                    </a:cxn>
                    <a:cxn ang="0">
                      <a:pos x="connsiteX2167" y="connsiteY2167"/>
                    </a:cxn>
                    <a:cxn ang="0">
                      <a:pos x="connsiteX2168" y="connsiteY2168"/>
                    </a:cxn>
                    <a:cxn ang="0">
                      <a:pos x="connsiteX2169" y="connsiteY2169"/>
                    </a:cxn>
                    <a:cxn ang="0">
                      <a:pos x="connsiteX2170" y="connsiteY2170"/>
                    </a:cxn>
                    <a:cxn ang="0">
                      <a:pos x="connsiteX2171" y="connsiteY2171"/>
                    </a:cxn>
                    <a:cxn ang="0">
                      <a:pos x="connsiteX2172" y="connsiteY2172"/>
                    </a:cxn>
                    <a:cxn ang="0">
                      <a:pos x="connsiteX2173" y="connsiteY2173"/>
                    </a:cxn>
                    <a:cxn ang="0">
                      <a:pos x="connsiteX2174" y="connsiteY2174"/>
                    </a:cxn>
                    <a:cxn ang="0">
                      <a:pos x="connsiteX2175" y="connsiteY2175"/>
                    </a:cxn>
                    <a:cxn ang="0">
                      <a:pos x="connsiteX2176" y="connsiteY2176"/>
                    </a:cxn>
                    <a:cxn ang="0">
                      <a:pos x="connsiteX2177" y="connsiteY2177"/>
                    </a:cxn>
                    <a:cxn ang="0">
                      <a:pos x="connsiteX2178" y="connsiteY2178"/>
                    </a:cxn>
                    <a:cxn ang="0">
                      <a:pos x="connsiteX2179" y="connsiteY2179"/>
                    </a:cxn>
                    <a:cxn ang="0">
                      <a:pos x="connsiteX2180" y="connsiteY2180"/>
                    </a:cxn>
                    <a:cxn ang="0">
                      <a:pos x="connsiteX2181" y="connsiteY2181"/>
                    </a:cxn>
                    <a:cxn ang="0">
                      <a:pos x="connsiteX2182" y="connsiteY2182"/>
                    </a:cxn>
                    <a:cxn ang="0">
                      <a:pos x="connsiteX2183" y="connsiteY2183"/>
                    </a:cxn>
                    <a:cxn ang="0">
                      <a:pos x="connsiteX2184" y="connsiteY2184"/>
                    </a:cxn>
                    <a:cxn ang="0">
                      <a:pos x="connsiteX2185" y="connsiteY2185"/>
                    </a:cxn>
                    <a:cxn ang="0">
                      <a:pos x="connsiteX2186" y="connsiteY2186"/>
                    </a:cxn>
                    <a:cxn ang="0">
                      <a:pos x="connsiteX2187" y="connsiteY2187"/>
                    </a:cxn>
                    <a:cxn ang="0">
                      <a:pos x="connsiteX2188" y="connsiteY2188"/>
                    </a:cxn>
                    <a:cxn ang="0">
                      <a:pos x="connsiteX2189" y="connsiteY2189"/>
                    </a:cxn>
                    <a:cxn ang="0">
                      <a:pos x="connsiteX2190" y="connsiteY2190"/>
                    </a:cxn>
                    <a:cxn ang="0">
                      <a:pos x="connsiteX2191" y="connsiteY2191"/>
                    </a:cxn>
                    <a:cxn ang="0">
                      <a:pos x="connsiteX2192" y="connsiteY2192"/>
                    </a:cxn>
                    <a:cxn ang="0">
                      <a:pos x="connsiteX2193" y="connsiteY2193"/>
                    </a:cxn>
                    <a:cxn ang="0">
                      <a:pos x="connsiteX2194" y="connsiteY2194"/>
                    </a:cxn>
                    <a:cxn ang="0">
                      <a:pos x="connsiteX2195" y="connsiteY2195"/>
                    </a:cxn>
                    <a:cxn ang="0">
                      <a:pos x="connsiteX2196" y="connsiteY2196"/>
                    </a:cxn>
                    <a:cxn ang="0">
                      <a:pos x="connsiteX2197" y="connsiteY2197"/>
                    </a:cxn>
                    <a:cxn ang="0">
                      <a:pos x="connsiteX2198" y="connsiteY2198"/>
                    </a:cxn>
                    <a:cxn ang="0">
                      <a:pos x="connsiteX2199" y="connsiteY2199"/>
                    </a:cxn>
                    <a:cxn ang="0">
                      <a:pos x="connsiteX2200" y="connsiteY2200"/>
                    </a:cxn>
                    <a:cxn ang="0">
                      <a:pos x="connsiteX2201" y="connsiteY2201"/>
                    </a:cxn>
                    <a:cxn ang="0">
                      <a:pos x="connsiteX2202" y="connsiteY2202"/>
                    </a:cxn>
                    <a:cxn ang="0">
                      <a:pos x="connsiteX2203" y="connsiteY2203"/>
                    </a:cxn>
                    <a:cxn ang="0">
                      <a:pos x="connsiteX2204" y="connsiteY2204"/>
                    </a:cxn>
                    <a:cxn ang="0">
                      <a:pos x="connsiteX2205" y="connsiteY2205"/>
                    </a:cxn>
                    <a:cxn ang="0">
                      <a:pos x="connsiteX2206" y="connsiteY2206"/>
                    </a:cxn>
                    <a:cxn ang="0">
                      <a:pos x="connsiteX2207" y="connsiteY2207"/>
                    </a:cxn>
                    <a:cxn ang="0">
                      <a:pos x="connsiteX2208" y="connsiteY2208"/>
                    </a:cxn>
                    <a:cxn ang="0">
                      <a:pos x="connsiteX2209" y="connsiteY2209"/>
                    </a:cxn>
                    <a:cxn ang="0">
                      <a:pos x="connsiteX2210" y="connsiteY2210"/>
                    </a:cxn>
                    <a:cxn ang="0">
                      <a:pos x="connsiteX2211" y="connsiteY2211"/>
                    </a:cxn>
                    <a:cxn ang="0">
                      <a:pos x="connsiteX2212" y="connsiteY2212"/>
                    </a:cxn>
                    <a:cxn ang="0">
                      <a:pos x="connsiteX2213" y="connsiteY2213"/>
                    </a:cxn>
                    <a:cxn ang="0">
                      <a:pos x="connsiteX2214" y="connsiteY2214"/>
                    </a:cxn>
                    <a:cxn ang="0">
                      <a:pos x="connsiteX2215" y="connsiteY2215"/>
                    </a:cxn>
                    <a:cxn ang="0">
                      <a:pos x="connsiteX2216" y="connsiteY2216"/>
                    </a:cxn>
                    <a:cxn ang="0">
                      <a:pos x="connsiteX2217" y="connsiteY2217"/>
                    </a:cxn>
                    <a:cxn ang="0">
                      <a:pos x="connsiteX2218" y="connsiteY2218"/>
                    </a:cxn>
                    <a:cxn ang="0">
                      <a:pos x="connsiteX2219" y="connsiteY2219"/>
                    </a:cxn>
                    <a:cxn ang="0">
                      <a:pos x="connsiteX2220" y="connsiteY2220"/>
                    </a:cxn>
                    <a:cxn ang="0">
                      <a:pos x="connsiteX2221" y="connsiteY2221"/>
                    </a:cxn>
                    <a:cxn ang="0">
                      <a:pos x="connsiteX2222" y="connsiteY2222"/>
                    </a:cxn>
                    <a:cxn ang="0">
                      <a:pos x="connsiteX2223" y="connsiteY2223"/>
                    </a:cxn>
                    <a:cxn ang="0">
                      <a:pos x="connsiteX2224" y="connsiteY2224"/>
                    </a:cxn>
                    <a:cxn ang="0">
                      <a:pos x="connsiteX2225" y="connsiteY2225"/>
                    </a:cxn>
                    <a:cxn ang="0">
                      <a:pos x="connsiteX2226" y="connsiteY2226"/>
                    </a:cxn>
                    <a:cxn ang="0">
                      <a:pos x="connsiteX2227" y="connsiteY2227"/>
                    </a:cxn>
                    <a:cxn ang="0">
                      <a:pos x="connsiteX2228" y="connsiteY2228"/>
                    </a:cxn>
                    <a:cxn ang="0">
                      <a:pos x="connsiteX2229" y="connsiteY2229"/>
                    </a:cxn>
                    <a:cxn ang="0">
                      <a:pos x="connsiteX2230" y="connsiteY2230"/>
                    </a:cxn>
                    <a:cxn ang="0">
                      <a:pos x="connsiteX2231" y="connsiteY2231"/>
                    </a:cxn>
                    <a:cxn ang="0">
                      <a:pos x="connsiteX2232" y="connsiteY2232"/>
                    </a:cxn>
                    <a:cxn ang="0">
                      <a:pos x="connsiteX2233" y="connsiteY2233"/>
                    </a:cxn>
                    <a:cxn ang="0">
                      <a:pos x="connsiteX2234" y="connsiteY2234"/>
                    </a:cxn>
                    <a:cxn ang="0">
                      <a:pos x="connsiteX2235" y="connsiteY2235"/>
                    </a:cxn>
                    <a:cxn ang="0">
                      <a:pos x="connsiteX2236" y="connsiteY2236"/>
                    </a:cxn>
                    <a:cxn ang="0">
                      <a:pos x="connsiteX2237" y="connsiteY2237"/>
                    </a:cxn>
                    <a:cxn ang="0">
                      <a:pos x="connsiteX2238" y="connsiteY2238"/>
                    </a:cxn>
                    <a:cxn ang="0">
                      <a:pos x="connsiteX2239" y="connsiteY2239"/>
                    </a:cxn>
                    <a:cxn ang="0">
                      <a:pos x="connsiteX2240" y="connsiteY2240"/>
                    </a:cxn>
                    <a:cxn ang="0">
                      <a:pos x="connsiteX2241" y="connsiteY2241"/>
                    </a:cxn>
                    <a:cxn ang="0">
                      <a:pos x="connsiteX2242" y="connsiteY2242"/>
                    </a:cxn>
                    <a:cxn ang="0">
                      <a:pos x="connsiteX2243" y="connsiteY2243"/>
                    </a:cxn>
                    <a:cxn ang="0">
                      <a:pos x="connsiteX2244" y="connsiteY2244"/>
                    </a:cxn>
                    <a:cxn ang="0">
                      <a:pos x="connsiteX2245" y="connsiteY2245"/>
                    </a:cxn>
                    <a:cxn ang="0">
                      <a:pos x="connsiteX2246" y="connsiteY2246"/>
                    </a:cxn>
                    <a:cxn ang="0">
                      <a:pos x="connsiteX2247" y="connsiteY2247"/>
                    </a:cxn>
                    <a:cxn ang="0">
                      <a:pos x="connsiteX2248" y="connsiteY2248"/>
                    </a:cxn>
                    <a:cxn ang="0">
                      <a:pos x="connsiteX2249" y="connsiteY2249"/>
                    </a:cxn>
                    <a:cxn ang="0">
                      <a:pos x="connsiteX2250" y="connsiteY2250"/>
                    </a:cxn>
                    <a:cxn ang="0">
                      <a:pos x="connsiteX2251" y="connsiteY2251"/>
                    </a:cxn>
                    <a:cxn ang="0">
                      <a:pos x="connsiteX2252" y="connsiteY2252"/>
                    </a:cxn>
                    <a:cxn ang="0">
                      <a:pos x="connsiteX2253" y="connsiteY2253"/>
                    </a:cxn>
                    <a:cxn ang="0">
                      <a:pos x="connsiteX2254" y="connsiteY2254"/>
                    </a:cxn>
                    <a:cxn ang="0">
                      <a:pos x="connsiteX2255" y="connsiteY2255"/>
                    </a:cxn>
                    <a:cxn ang="0">
                      <a:pos x="connsiteX2256" y="connsiteY2256"/>
                    </a:cxn>
                    <a:cxn ang="0">
                      <a:pos x="connsiteX2257" y="connsiteY2257"/>
                    </a:cxn>
                    <a:cxn ang="0">
                      <a:pos x="connsiteX2258" y="connsiteY2258"/>
                    </a:cxn>
                    <a:cxn ang="0">
                      <a:pos x="connsiteX2259" y="connsiteY2259"/>
                    </a:cxn>
                    <a:cxn ang="0">
                      <a:pos x="connsiteX2260" y="connsiteY2260"/>
                    </a:cxn>
                    <a:cxn ang="0">
                      <a:pos x="connsiteX2261" y="connsiteY2261"/>
                    </a:cxn>
                    <a:cxn ang="0">
                      <a:pos x="connsiteX2262" y="connsiteY2262"/>
                    </a:cxn>
                    <a:cxn ang="0">
                      <a:pos x="connsiteX2263" y="connsiteY2263"/>
                    </a:cxn>
                    <a:cxn ang="0">
                      <a:pos x="connsiteX2264" y="connsiteY2264"/>
                    </a:cxn>
                    <a:cxn ang="0">
                      <a:pos x="connsiteX2265" y="connsiteY2265"/>
                    </a:cxn>
                    <a:cxn ang="0">
                      <a:pos x="connsiteX2266" y="connsiteY2266"/>
                    </a:cxn>
                    <a:cxn ang="0">
                      <a:pos x="connsiteX2267" y="connsiteY2267"/>
                    </a:cxn>
                    <a:cxn ang="0">
                      <a:pos x="connsiteX2268" y="connsiteY2268"/>
                    </a:cxn>
                    <a:cxn ang="0">
                      <a:pos x="connsiteX2269" y="connsiteY2269"/>
                    </a:cxn>
                    <a:cxn ang="0">
                      <a:pos x="connsiteX2270" y="connsiteY2270"/>
                    </a:cxn>
                    <a:cxn ang="0">
                      <a:pos x="connsiteX2271" y="connsiteY2271"/>
                    </a:cxn>
                    <a:cxn ang="0">
                      <a:pos x="connsiteX2272" y="connsiteY2272"/>
                    </a:cxn>
                    <a:cxn ang="0">
                      <a:pos x="connsiteX2273" y="connsiteY2273"/>
                    </a:cxn>
                    <a:cxn ang="0">
                      <a:pos x="connsiteX2274" y="connsiteY2274"/>
                    </a:cxn>
                    <a:cxn ang="0">
                      <a:pos x="connsiteX2275" y="connsiteY2275"/>
                    </a:cxn>
                    <a:cxn ang="0">
                      <a:pos x="connsiteX2276" y="connsiteY2276"/>
                    </a:cxn>
                    <a:cxn ang="0">
                      <a:pos x="connsiteX2277" y="connsiteY2277"/>
                    </a:cxn>
                    <a:cxn ang="0">
                      <a:pos x="connsiteX2278" y="connsiteY2278"/>
                    </a:cxn>
                    <a:cxn ang="0">
                      <a:pos x="connsiteX2279" y="connsiteY2279"/>
                    </a:cxn>
                    <a:cxn ang="0">
                      <a:pos x="connsiteX2280" y="connsiteY2280"/>
                    </a:cxn>
                    <a:cxn ang="0">
                      <a:pos x="connsiteX2281" y="connsiteY2281"/>
                    </a:cxn>
                    <a:cxn ang="0">
                      <a:pos x="connsiteX2282" y="connsiteY2282"/>
                    </a:cxn>
                    <a:cxn ang="0">
                      <a:pos x="connsiteX2283" y="connsiteY2283"/>
                    </a:cxn>
                    <a:cxn ang="0">
                      <a:pos x="connsiteX2284" y="connsiteY2284"/>
                    </a:cxn>
                    <a:cxn ang="0">
                      <a:pos x="connsiteX2285" y="connsiteY2285"/>
                    </a:cxn>
                    <a:cxn ang="0">
                      <a:pos x="connsiteX2286" y="connsiteY2286"/>
                    </a:cxn>
                    <a:cxn ang="0">
                      <a:pos x="connsiteX2287" y="connsiteY2287"/>
                    </a:cxn>
                    <a:cxn ang="0">
                      <a:pos x="connsiteX2288" y="connsiteY2288"/>
                    </a:cxn>
                    <a:cxn ang="0">
                      <a:pos x="connsiteX2289" y="connsiteY2289"/>
                    </a:cxn>
                    <a:cxn ang="0">
                      <a:pos x="connsiteX2290" y="connsiteY2290"/>
                    </a:cxn>
                    <a:cxn ang="0">
                      <a:pos x="connsiteX2291" y="connsiteY2291"/>
                    </a:cxn>
                    <a:cxn ang="0">
                      <a:pos x="connsiteX2292" y="connsiteY2292"/>
                    </a:cxn>
                    <a:cxn ang="0">
                      <a:pos x="connsiteX2293" y="connsiteY2293"/>
                    </a:cxn>
                    <a:cxn ang="0">
                      <a:pos x="connsiteX2294" y="connsiteY2294"/>
                    </a:cxn>
                    <a:cxn ang="0">
                      <a:pos x="connsiteX2295" y="connsiteY2295"/>
                    </a:cxn>
                    <a:cxn ang="0">
                      <a:pos x="connsiteX2296" y="connsiteY2296"/>
                    </a:cxn>
                    <a:cxn ang="0">
                      <a:pos x="connsiteX2297" y="connsiteY2297"/>
                    </a:cxn>
                    <a:cxn ang="0">
                      <a:pos x="connsiteX2298" y="connsiteY2298"/>
                    </a:cxn>
                    <a:cxn ang="0">
                      <a:pos x="connsiteX2299" y="connsiteY2299"/>
                    </a:cxn>
                    <a:cxn ang="0">
                      <a:pos x="connsiteX2300" y="connsiteY2300"/>
                    </a:cxn>
                    <a:cxn ang="0">
                      <a:pos x="connsiteX2301" y="connsiteY2301"/>
                    </a:cxn>
                    <a:cxn ang="0">
                      <a:pos x="connsiteX2302" y="connsiteY2302"/>
                    </a:cxn>
                    <a:cxn ang="0">
                      <a:pos x="connsiteX2303" y="connsiteY2303"/>
                    </a:cxn>
                    <a:cxn ang="0">
                      <a:pos x="connsiteX2304" y="connsiteY2304"/>
                    </a:cxn>
                    <a:cxn ang="0">
                      <a:pos x="connsiteX2305" y="connsiteY2305"/>
                    </a:cxn>
                    <a:cxn ang="0">
                      <a:pos x="connsiteX2306" y="connsiteY2306"/>
                    </a:cxn>
                    <a:cxn ang="0">
                      <a:pos x="connsiteX2307" y="connsiteY2307"/>
                    </a:cxn>
                    <a:cxn ang="0">
                      <a:pos x="connsiteX2308" y="connsiteY2308"/>
                    </a:cxn>
                    <a:cxn ang="0">
                      <a:pos x="connsiteX2309" y="connsiteY2309"/>
                    </a:cxn>
                    <a:cxn ang="0">
                      <a:pos x="connsiteX2310" y="connsiteY2310"/>
                    </a:cxn>
                    <a:cxn ang="0">
                      <a:pos x="connsiteX2311" y="connsiteY2311"/>
                    </a:cxn>
                    <a:cxn ang="0">
                      <a:pos x="connsiteX2312" y="connsiteY2312"/>
                    </a:cxn>
                    <a:cxn ang="0">
                      <a:pos x="connsiteX2313" y="connsiteY2313"/>
                    </a:cxn>
                    <a:cxn ang="0">
                      <a:pos x="connsiteX2314" y="connsiteY2314"/>
                    </a:cxn>
                    <a:cxn ang="0">
                      <a:pos x="connsiteX2315" y="connsiteY2315"/>
                    </a:cxn>
                    <a:cxn ang="0">
                      <a:pos x="connsiteX2316" y="connsiteY2316"/>
                    </a:cxn>
                    <a:cxn ang="0">
                      <a:pos x="connsiteX2317" y="connsiteY2317"/>
                    </a:cxn>
                    <a:cxn ang="0">
                      <a:pos x="connsiteX2318" y="connsiteY2318"/>
                    </a:cxn>
                    <a:cxn ang="0">
                      <a:pos x="connsiteX2319" y="connsiteY2319"/>
                    </a:cxn>
                    <a:cxn ang="0">
                      <a:pos x="connsiteX2320" y="connsiteY2320"/>
                    </a:cxn>
                    <a:cxn ang="0">
                      <a:pos x="connsiteX2321" y="connsiteY2321"/>
                    </a:cxn>
                    <a:cxn ang="0">
                      <a:pos x="connsiteX2322" y="connsiteY2322"/>
                    </a:cxn>
                    <a:cxn ang="0">
                      <a:pos x="connsiteX2323" y="connsiteY2323"/>
                    </a:cxn>
                    <a:cxn ang="0">
                      <a:pos x="connsiteX2324" y="connsiteY2324"/>
                    </a:cxn>
                    <a:cxn ang="0">
                      <a:pos x="connsiteX2325" y="connsiteY2325"/>
                    </a:cxn>
                    <a:cxn ang="0">
                      <a:pos x="connsiteX2326" y="connsiteY2326"/>
                    </a:cxn>
                    <a:cxn ang="0">
                      <a:pos x="connsiteX2327" y="connsiteY2327"/>
                    </a:cxn>
                    <a:cxn ang="0">
                      <a:pos x="connsiteX2328" y="connsiteY2328"/>
                    </a:cxn>
                    <a:cxn ang="0">
                      <a:pos x="connsiteX2329" y="connsiteY2329"/>
                    </a:cxn>
                    <a:cxn ang="0">
                      <a:pos x="connsiteX2330" y="connsiteY2330"/>
                    </a:cxn>
                    <a:cxn ang="0">
                      <a:pos x="connsiteX2331" y="connsiteY2331"/>
                    </a:cxn>
                    <a:cxn ang="0">
                      <a:pos x="connsiteX2332" y="connsiteY2332"/>
                    </a:cxn>
                    <a:cxn ang="0">
                      <a:pos x="connsiteX2333" y="connsiteY2333"/>
                    </a:cxn>
                    <a:cxn ang="0">
                      <a:pos x="connsiteX2334" y="connsiteY2334"/>
                    </a:cxn>
                    <a:cxn ang="0">
                      <a:pos x="connsiteX2335" y="connsiteY2335"/>
                    </a:cxn>
                    <a:cxn ang="0">
                      <a:pos x="connsiteX2336" y="connsiteY2336"/>
                    </a:cxn>
                    <a:cxn ang="0">
                      <a:pos x="connsiteX2337" y="connsiteY2337"/>
                    </a:cxn>
                    <a:cxn ang="0">
                      <a:pos x="connsiteX2338" y="connsiteY2338"/>
                    </a:cxn>
                    <a:cxn ang="0">
                      <a:pos x="connsiteX2339" y="connsiteY2339"/>
                    </a:cxn>
                    <a:cxn ang="0">
                      <a:pos x="connsiteX2340" y="connsiteY2340"/>
                    </a:cxn>
                    <a:cxn ang="0">
                      <a:pos x="connsiteX2341" y="connsiteY2341"/>
                    </a:cxn>
                    <a:cxn ang="0">
                      <a:pos x="connsiteX2342" y="connsiteY2342"/>
                    </a:cxn>
                    <a:cxn ang="0">
                      <a:pos x="connsiteX2343" y="connsiteY2343"/>
                    </a:cxn>
                    <a:cxn ang="0">
                      <a:pos x="connsiteX2344" y="connsiteY2344"/>
                    </a:cxn>
                    <a:cxn ang="0">
                      <a:pos x="connsiteX2345" y="connsiteY2345"/>
                    </a:cxn>
                    <a:cxn ang="0">
                      <a:pos x="connsiteX2346" y="connsiteY2346"/>
                    </a:cxn>
                    <a:cxn ang="0">
                      <a:pos x="connsiteX2347" y="connsiteY2347"/>
                    </a:cxn>
                    <a:cxn ang="0">
                      <a:pos x="connsiteX2348" y="connsiteY2348"/>
                    </a:cxn>
                    <a:cxn ang="0">
                      <a:pos x="connsiteX2349" y="connsiteY2349"/>
                    </a:cxn>
                    <a:cxn ang="0">
                      <a:pos x="connsiteX2350" y="connsiteY2350"/>
                    </a:cxn>
                    <a:cxn ang="0">
                      <a:pos x="connsiteX2351" y="connsiteY2351"/>
                    </a:cxn>
                    <a:cxn ang="0">
                      <a:pos x="connsiteX2352" y="connsiteY2352"/>
                    </a:cxn>
                    <a:cxn ang="0">
                      <a:pos x="connsiteX2353" y="connsiteY2353"/>
                    </a:cxn>
                    <a:cxn ang="0">
                      <a:pos x="connsiteX2354" y="connsiteY2354"/>
                    </a:cxn>
                    <a:cxn ang="0">
                      <a:pos x="connsiteX2355" y="connsiteY2355"/>
                    </a:cxn>
                    <a:cxn ang="0">
                      <a:pos x="connsiteX2356" y="connsiteY2356"/>
                    </a:cxn>
                    <a:cxn ang="0">
                      <a:pos x="connsiteX2357" y="connsiteY2357"/>
                    </a:cxn>
                    <a:cxn ang="0">
                      <a:pos x="connsiteX2358" y="connsiteY2358"/>
                    </a:cxn>
                    <a:cxn ang="0">
                      <a:pos x="connsiteX2359" y="connsiteY2359"/>
                    </a:cxn>
                    <a:cxn ang="0">
                      <a:pos x="connsiteX2360" y="connsiteY2360"/>
                    </a:cxn>
                    <a:cxn ang="0">
                      <a:pos x="connsiteX2361" y="connsiteY2361"/>
                    </a:cxn>
                    <a:cxn ang="0">
                      <a:pos x="connsiteX2362" y="connsiteY2362"/>
                    </a:cxn>
                    <a:cxn ang="0">
                      <a:pos x="connsiteX2363" y="connsiteY2363"/>
                    </a:cxn>
                    <a:cxn ang="0">
                      <a:pos x="connsiteX2364" y="connsiteY2364"/>
                    </a:cxn>
                    <a:cxn ang="0">
                      <a:pos x="connsiteX2365" y="connsiteY2365"/>
                    </a:cxn>
                    <a:cxn ang="0">
                      <a:pos x="connsiteX2366" y="connsiteY2366"/>
                    </a:cxn>
                    <a:cxn ang="0">
                      <a:pos x="connsiteX2367" y="connsiteY2367"/>
                    </a:cxn>
                    <a:cxn ang="0">
                      <a:pos x="connsiteX2368" y="connsiteY2368"/>
                    </a:cxn>
                    <a:cxn ang="0">
                      <a:pos x="connsiteX2369" y="connsiteY2369"/>
                    </a:cxn>
                    <a:cxn ang="0">
                      <a:pos x="connsiteX2370" y="connsiteY2370"/>
                    </a:cxn>
                    <a:cxn ang="0">
                      <a:pos x="connsiteX2371" y="connsiteY2371"/>
                    </a:cxn>
                    <a:cxn ang="0">
                      <a:pos x="connsiteX2372" y="connsiteY2372"/>
                    </a:cxn>
                    <a:cxn ang="0">
                      <a:pos x="connsiteX2373" y="connsiteY2373"/>
                    </a:cxn>
                    <a:cxn ang="0">
                      <a:pos x="connsiteX2374" y="connsiteY2374"/>
                    </a:cxn>
                    <a:cxn ang="0">
                      <a:pos x="connsiteX2375" y="connsiteY2375"/>
                    </a:cxn>
                    <a:cxn ang="0">
                      <a:pos x="connsiteX2376" y="connsiteY2376"/>
                    </a:cxn>
                    <a:cxn ang="0">
                      <a:pos x="connsiteX2377" y="connsiteY2377"/>
                    </a:cxn>
                    <a:cxn ang="0">
                      <a:pos x="connsiteX2378" y="connsiteY2378"/>
                    </a:cxn>
                    <a:cxn ang="0">
                      <a:pos x="connsiteX2379" y="connsiteY2379"/>
                    </a:cxn>
                    <a:cxn ang="0">
                      <a:pos x="connsiteX2380" y="connsiteY2380"/>
                    </a:cxn>
                    <a:cxn ang="0">
                      <a:pos x="connsiteX2381" y="connsiteY2381"/>
                    </a:cxn>
                    <a:cxn ang="0">
                      <a:pos x="connsiteX2382" y="connsiteY2382"/>
                    </a:cxn>
                    <a:cxn ang="0">
                      <a:pos x="connsiteX2383" y="connsiteY2383"/>
                    </a:cxn>
                    <a:cxn ang="0">
                      <a:pos x="connsiteX2384" y="connsiteY2384"/>
                    </a:cxn>
                    <a:cxn ang="0">
                      <a:pos x="connsiteX2385" y="connsiteY2385"/>
                    </a:cxn>
                    <a:cxn ang="0">
                      <a:pos x="connsiteX2386" y="connsiteY2386"/>
                    </a:cxn>
                    <a:cxn ang="0">
                      <a:pos x="connsiteX2387" y="connsiteY2387"/>
                    </a:cxn>
                    <a:cxn ang="0">
                      <a:pos x="connsiteX2388" y="connsiteY2388"/>
                    </a:cxn>
                    <a:cxn ang="0">
                      <a:pos x="connsiteX2389" y="connsiteY2389"/>
                    </a:cxn>
                    <a:cxn ang="0">
                      <a:pos x="connsiteX2390" y="connsiteY2390"/>
                    </a:cxn>
                    <a:cxn ang="0">
                      <a:pos x="connsiteX2391" y="connsiteY2391"/>
                    </a:cxn>
                    <a:cxn ang="0">
                      <a:pos x="connsiteX2392" y="connsiteY2392"/>
                    </a:cxn>
                    <a:cxn ang="0">
                      <a:pos x="connsiteX2393" y="connsiteY2393"/>
                    </a:cxn>
                    <a:cxn ang="0">
                      <a:pos x="connsiteX2394" y="connsiteY2394"/>
                    </a:cxn>
                    <a:cxn ang="0">
                      <a:pos x="connsiteX2395" y="connsiteY2395"/>
                    </a:cxn>
                    <a:cxn ang="0">
                      <a:pos x="connsiteX2396" y="connsiteY2396"/>
                    </a:cxn>
                    <a:cxn ang="0">
                      <a:pos x="connsiteX2397" y="connsiteY2397"/>
                    </a:cxn>
                    <a:cxn ang="0">
                      <a:pos x="connsiteX2398" y="connsiteY2398"/>
                    </a:cxn>
                    <a:cxn ang="0">
                      <a:pos x="connsiteX2399" y="connsiteY2399"/>
                    </a:cxn>
                    <a:cxn ang="0">
                      <a:pos x="connsiteX2400" y="connsiteY2400"/>
                    </a:cxn>
                    <a:cxn ang="0">
                      <a:pos x="connsiteX2401" y="connsiteY2401"/>
                    </a:cxn>
                    <a:cxn ang="0">
                      <a:pos x="connsiteX2402" y="connsiteY2402"/>
                    </a:cxn>
                    <a:cxn ang="0">
                      <a:pos x="connsiteX2403" y="connsiteY2403"/>
                    </a:cxn>
                    <a:cxn ang="0">
                      <a:pos x="connsiteX2404" y="connsiteY2404"/>
                    </a:cxn>
                    <a:cxn ang="0">
                      <a:pos x="connsiteX2405" y="connsiteY2405"/>
                    </a:cxn>
                    <a:cxn ang="0">
                      <a:pos x="connsiteX2406" y="connsiteY2406"/>
                    </a:cxn>
                    <a:cxn ang="0">
                      <a:pos x="connsiteX2407" y="connsiteY2407"/>
                    </a:cxn>
                    <a:cxn ang="0">
                      <a:pos x="connsiteX2408" y="connsiteY2408"/>
                    </a:cxn>
                    <a:cxn ang="0">
                      <a:pos x="connsiteX2409" y="connsiteY2409"/>
                    </a:cxn>
                    <a:cxn ang="0">
                      <a:pos x="connsiteX2410" y="connsiteY2410"/>
                    </a:cxn>
                    <a:cxn ang="0">
                      <a:pos x="connsiteX2411" y="connsiteY2411"/>
                    </a:cxn>
                    <a:cxn ang="0">
                      <a:pos x="connsiteX2412" y="connsiteY2412"/>
                    </a:cxn>
                    <a:cxn ang="0">
                      <a:pos x="connsiteX2413" y="connsiteY2413"/>
                    </a:cxn>
                    <a:cxn ang="0">
                      <a:pos x="connsiteX2414" y="connsiteY2414"/>
                    </a:cxn>
                    <a:cxn ang="0">
                      <a:pos x="connsiteX2415" y="connsiteY2415"/>
                    </a:cxn>
                    <a:cxn ang="0">
                      <a:pos x="connsiteX2416" y="connsiteY2416"/>
                    </a:cxn>
                    <a:cxn ang="0">
                      <a:pos x="connsiteX2417" y="connsiteY2417"/>
                    </a:cxn>
                    <a:cxn ang="0">
                      <a:pos x="connsiteX2418" y="connsiteY2418"/>
                    </a:cxn>
                    <a:cxn ang="0">
                      <a:pos x="connsiteX2419" y="connsiteY2419"/>
                    </a:cxn>
                    <a:cxn ang="0">
                      <a:pos x="connsiteX2420" y="connsiteY2420"/>
                    </a:cxn>
                    <a:cxn ang="0">
                      <a:pos x="connsiteX2421" y="connsiteY2421"/>
                    </a:cxn>
                    <a:cxn ang="0">
                      <a:pos x="connsiteX2422" y="connsiteY2422"/>
                    </a:cxn>
                    <a:cxn ang="0">
                      <a:pos x="connsiteX2423" y="connsiteY2423"/>
                    </a:cxn>
                    <a:cxn ang="0">
                      <a:pos x="connsiteX2424" y="connsiteY2424"/>
                    </a:cxn>
                    <a:cxn ang="0">
                      <a:pos x="connsiteX2425" y="connsiteY2425"/>
                    </a:cxn>
                    <a:cxn ang="0">
                      <a:pos x="connsiteX2426" y="connsiteY2426"/>
                    </a:cxn>
                    <a:cxn ang="0">
                      <a:pos x="connsiteX2427" y="connsiteY2427"/>
                    </a:cxn>
                    <a:cxn ang="0">
                      <a:pos x="connsiteX2428" y="connsiteY2428"/>
                    </a:cxn>
                    <a:cxn ang="0">
                      <a:pos x="connsiteX2429" y="connsiteY2429"/>
                    </a:cxn>
                    <a:cxn ang="0">
                      <a:pos x="connsiteX2430" y="connsiteY2430"/>
                    </a:cxn>
                    <a:cxn ang="0">
                      <a:pos x="connsiteX2431" y="connsiteY2431"/>
                    </a:cxn>
                    <a:cxn ang="0">
                      <a:pos x="connsiteX2432" y="connsiteY2432"/>
                    </a:cxn>
                    <a:cxn ang="0">
                      <a:pos x="connsiteX2433" y="connsiteY2433"/>
                    </a:cxn>
                    <a:cxn ang="0">
                      <a:pos x="connsiteX2434" y="connsiteY2434"/>
                    </a:cxn>
                    <a:cxn ang="0">
                      <a:pos x="connsiteX2435" y="connsiteY2435"/>
                    </a:cxn>
                    <a:cxn ang="0">
                      <a:pos x="connsiteX2436" y="connsiteY2436"/>
                    </a:cxn>
                    <a:cxn ang="0">
                      <a:pos x="connsiteX2437" y="connsiteY2437"/>
                    </a:cxn>
                    <a:cxn ang="0">
                      <a:pos x="connsiteX2438" y="connsiteY2438"/>
                    </a:cxn>
                    <a:cxn ang="0">
                      <a:pos x="connsiteX2439" y="connsiteY2439"/>
                    </a:cxn>
                    <a:cxn ang="0">
                      <a:pos x="connsiteX2440" y="connsiteY2440"/>
                    </a:cxn>
                    <a:cxn ang="0">
                      <a:pos x="connsiteX2441" y="connsiteY2441"/>
                    </a:cxn>
                    <a:cxn ang="0">
                      <a:pos x="connsiteX2442" y="connsiteY2442"/>
                    </a:cxn>
                    <a:cxn ang="0">
                      <a:pos x="connsiteX2443" y="connsiteY2443"/>
                    </a:cxn>
                    <a:cxn ang="0">
                      <a:pos x="connsiteX2444" y="connsiteY2444"/>
                    </a:cxn>
                    <a:cxn ang="0">
                      <a:pos x="connsiteX2445" y="connsiteY2445"/>
                    </a:cxn>
                    <a:cxn ang="0">
                      <a:pos x="connsiteX2446" y="connsiteY2446"/>
                    </a:cxn>
                    <a:cxn ang="0">
                      <a:pos x="connsiteX2447" y="connsiteY2447"/>
                    </a:cxn>
                    <a:cxn ang="0">
                      <a:pos x="connsiteX2448" y="connsiteY2448"/>
                    </a:cxn>
                    <a:cxn ang="0">
                      <a:pos x="connsiteX2449" y="connsiteY2449"/>
                    </a:cxn>
                    <a:cxn ang="0">
                      <a:pos x="connsiteX2450" y="connsiteY2450"/>
                    </a:cxn>
                    <a:cxn ang="0">
                      <a:pos x="connsiteX2451" y="connsiteY2451"/>
                    </a:cxn>
                    <a:cxn ang="0">
                      <a:pos x="connsiteX2452" y="connsiteY2452"/>
                    </a:cxn>
                    <a:cxn ang="0">
                      <a:pos x="connsiteX2453" y="connsiteY2453"/>
                    </a:cxn>
                    <a:cxn ang="0">
                      <a:pos x="connsiteX2454" y="connsiteY2454"/>
                    </a:cxn>
                    <a:cxn ang="0">
                      <a:pos x="connsiteX2455" y="connsiteY2455"/>
                    </a:cxn>
                    <a:cxn ang="0">
                      <a:pos x="connsiteX2456" y="connsiteY2456"/>
                    </a:cxn>
                    <a:cxn ang="0">
                      <a:pos x="connsiteX2457" y="connsiteY2457"/>
                    </a:cxn>
                    <a:cxn ang="0">
                      <a:pos x="connsiteX2458" y="connsiteY2458"/>
                    </a:cxn>
                    <a:cxn ang="0">
                      <a:pos x="connsiteX2459" y="connsiteY2459"/>
                    </a:cxn>
                    <a:cxn ang="0">
                      <a:pos x="connsiteX2460" y="connsiteY2460"/>
                    </a:cxn>
                    <a:cxn ang="0">
                      <a:pos x="connsiteX2461" y="connsiteY2461"/>
                    </a:cxn>
                    <a:cxn ang="0">
                      <a:pos x="connsiteX2462" y="connsiteY2462"/>
                    </a:cxn>
                    <a:cxn ang="0">
                      <a:pos x="connsiteX2463" y="connsiteY2463"/>
                    </a:cxn>
                    <a:cxn ang="0">
                      <a:pos x="connsiteX2464" y="connsiteY2464"/>
                    </a:cxn>
                    <a:cxn ang="0">
                      <a:pos x="connsiteX2465" y="connsiteY2465"/>
                    </a:cxn>
                    <a:cxn ang="0">
                      <a:pos x="connsiteX2466" y="connsiteY2466"/>
                    </a:cxn>
                    <a:cxn ang="0">
                      <a:pos x="connsiteX2467" y="connsiteY2467"/>
                    </a:cxn>
                    <a:cxn ang="0">
                      <a:pos x="connsiteX2468" y="connsiteY2468"/>
                    </a:cxn>
                    <a:cxn ang="0">
                      <a:pos x="connsiteX2469" y="connsiteY2469"/>
                    </a:cxn>
                    <a:cxn ang="0">
                      <a:pos x="connsiteX2470" y="connsiteY2470"/>
                    </a:cxn>
                    <a:cxn ang="0">
                      <a:pos x="connsiteX2471" y="connsiteY2471"/>
                    </a:cxn>
                    <a:cxn ang="0">
                      <a:pos x="connsiteX2472" y="connsiteY2472"/>
                    </a:cxn>
                    <a:cxn ang="0">
                      <a:pos x="connsiteX2473" y="connsiteY2473"/>
                    </a:cxn>
                    <a:cxn ang="0">
                      <a:pos x="connsiteX2474" y="connsiteY2474"/>
                    </a:cxn>
                    <a:cxn ang="0">
                      <a:pos x="connsiteX2475" y="connsiteY2475"/>
                    </a:cxn>
                    <a:cxn ang="0">
                      <a:pos x="connsiteX2476" y="connsiteY2476"/>
                    </a:cxn>
                    <a:cxn ang="0">
                      <a:pos x="connsiteX2477" y="connsiteY2477"/>
                    </a:cxn>
                    <a:cxn ang="0">
                      <a:pos x="connsiteX2478" y="connsiteY2478"/>
                    </a:cxn>
                    <a:cxn ang="0">
                      <a:pos x="connsiteX2479" y="connsiteY2479"/>
                    </a:cxn>
                    <a:cxn ang="0">
                      <a:pos x="connsiteX2480" y="connsiteY2480"/>
                    </a:cxn>
                    <a:cxn ang="0">
                      <a:pos x="connsiteX2481" y="connsiteY2481"/>
                    </a:cxn>
                    <a:cxn ang="0">
                      <a:pos x="connsiteX2482" y="connsiteY2482"/>
                    </a:cxn>
                    <a:cxn ang="0">
                      <a:pos x="connsiteX2483" y="connsiteY2483"/>
                    </a:cxn>
                    <a:cxn ang="0">
                      <a:pos x="connsiteX2484" y="connsiteY2484"/>
                    </a:cxn>
                    <a:cxn ang="0">
                      <a:pos x="connsiteX2485" y="connsiteY2485"/>
                    </a:cxn>
                    <a:cxn ang="0">
                      <a:pos x="connsiteX2486" y="connsiteY2486"/>
                    </a:cxn>
                    <a:cxn ang="0">
                      <a:pos x="connsiteX2487" y="connsiteY2487"/>
                    </a:cxn>
                    <a:cxn ang="0">
                      <a:pos x="connsiteX2488" y="connsiteY2488"/>
                    </a:cxn>
                    <a:cxn ang="0">
                      <a:pos x="connsiteX2489" y="connsiteY2489"/>
                    </a:cxn>
                    <a:cxn ang="0">
                      <a:pos x="connsiteX2490" y="connsiteY2490"/>
                    </a:cxn>
                    <a:cxn ang="0">
                      <a:pos x="connsiteX2491" y="connsiteY2491"/>
                    </a:cxn>
                    <a:cxn ang="0">
                      <a:pos x="connsiteX2492" y="connsiteY2492"/>
                    </a:cxn>
                    <a:cxn ang="0">
                      <a:pos x="connsiteX2493" y="connsiteY2493"/>
                    </a:cxn>
                    <a:cxn ang="0">
                      <a:pos x="connsiteX2494" y="connsiteY2494"/>
                    </a:cxn>
                    <a:cxn ang="0">
                      <a:pos x="connsiteX2495" y="connsiteY2495"/>
                    </a:cxn>
                    <a:cxn ang="0">
                      <a:pos x="connsiteX2496" y="connsiteY2496"/>
                    </a:cxn>
                    <a:cxn ang="0">
                      <a:pos x="connsiteX2497" y="connsiteY2497"/>
                    </a:cxn>
                    <a:cxn ang="0">
                      <a:pos x="connsiteX2498" y="connsiteY2498"/>
                    </a:cxn>
                    <a:cxn ang="0">
                      <a:pos x="connsiteX2499" y="connsiteY2499"/>
                    </a:cxn>
                    <a:cxn ang="0">
                      <a:pos x="connsiteX2500" y="connsiteY2500"/>
                    </a:cxn>
                    <a:cxn ang="0">
                      <a:pos x="connsiteX2501" y="connsiteY2501"/>
                    </a:cxn>
                    <a:cxn ang="0">
                      <a:pos x="connsiteX2502" y="connsiteY2502"/>
                    </a:cxn>
                    <a:cxn ang="0">
                      <a:pos x="connsiteX2503" y="connsiteY2503"/>
                    </a:cxn>
                    <a:cxn ang="0">
                      <a:pos x="connsiteX2504" y="connsiteY2504"/>
                    </a:cxn>
                    <a:cxn ang="0">
                      <a:pos x="connsiteX2505" y="connsiteY2505"/>
                    </a:cxn>
                    <a:cxn ang="0">
                      <a:pos x="connsiteX2506" y="connsiteY2506"/>
                    </a:cxn>
                    <a:cxn ang="0">
                      <a:pos x="connsiteX2507" y="connsiteY2507"/>
                    </a:cxn>
                    <a:cxn ang="0">
                      <a:pos x="connsiteX2508" y="connsiteY2508"/>
                    </a:cxn>
                    <a:cxn ang="0">
                      <a:pos x="connsiteX2509" y="connsiteY2509"/>
                    </a:cxn>
                    <a:cxn ang="0">
                      <a:pos x="connsiteX2510" y="connsiteY2510"/>
                    </a:cxn>
                    <a:cxn ang="0">
                      <a:pos x="connsiteX2511" y="connsiteY2511"/>
                    </a:cxn>
                    <a:cxn ang="0">
                      <a:pos x="connsiteX2512" y="connsiteY2512"/>
                    </a:cxn>
                    <a:cxn ang="0">
                      <a:pos x="connsiteX2513" y="connsiteY2513"/>
                    </a:cxn>
                    <a:cxn ang="0">
                      <a:pos x="connsiteX2514" y="connsiteY2514"/>
                    </a:cxn>
                    <a:cxn ang="0">
                      <a:pos x="connsiteX2515" y="connsiteY2515"/>
                    </a:cxn>
                    <a:cxn ang="0">
                      <a:pos x="connsiteX2516" y="connsiteY2516"/>
                    </a:cxn>
                    <a:cxn ang="0">
                      <a:pos x="connsiteX2517" y="connsiteY2517"/>
                    </a:cxn>
                    <a:cxn ang="0">
                      <a:pos x="connsiteX2518" y="connsiteY2518"/>
                    </a:cxn>
                    <a:cxn ang="0">
                      <a:pos x="connsiteX2519" y="connsiteY2519"/>
                    </a:cxn>
                    <a:cxn ang="0">
                      <a:pos x="connsiteX2520" y="connsiteY2520"/>
                    </a:cxn>
                    <a:cxn ang="0">
                      <a:pos x="connsiteX2521" y="connsiteY2521"/>
                    </a:cxn>
                    <a:cxn ang="0">
                      <a:pos x="connsiteX2522" y="connsiteY2522"/>
                    </a:cxn>
                    <a:cxn ang="0">
                      <a:pos x="connsiteX2523" y="connsiteY2523"/>
                    </a:cxn>
                    <a:cxn ang="0">
                      <a:pos x="connsiteX2524" y="connsiteY2524"/>
                    </a:cxn>
                    <a:cxn ang="0">
                      <a:pos x="connsiteX2525" y="connsiteY2525"/>
                    </a:cxn>
                    <a:cxn ang="0">
                      <a:pos x="connsiteX2526" y="connsiteY2526"/>
                    </a:cxn>
                    <a:cxn ang="0">
                      <a:pos x="connsiteX2527" y="connsiteY2527"/>
                    </a:cxn>
                    <a:cxn ang="0">
                      <a:pos x="connsiteX2528" y="connsiteY2528"/>
                    </a:cxn>
                    <a:cxn ang="0">
                      <a:pos x="connsiteX2529" y="connsiteY2529"/>
                    </a:cxn>
                    <a:cxn ang="0">
                      <a:pos x="connsiteX2530" y="connsiteY2530"/>
                    </a:cxn>
                    <a:cxn ang="0">
                      <a:pos x="connsiteX2531" y="connsiteY2531"/>
                    </a:cxn>
                    <a:cxn ang="0">
                      <a:pos x="connsiteX2532" y="connsiteY2532"/>
                    </a:cxn>
                    <a:cxn ang="0">
                      <a:pos x="connsiteX2533" y="connsiteY2533"/>
                    </a:cxn>
                    <a:cxn ang="0">
                      <a:pos x="connsiteX2534" y="connsiteY2534"/>
                    </a:cxn>
                    <a:cxn ang="0">
                      <a:pos x="connsiteX2535" y="connsiteY2535"/>
                    </a:cxn>
                    <a:cxn ang="0">
                      <a:pos x="connsiteX2536" y="connsiteY2536"/>
                    </a:cxn>
                    <a:cxn ang="0">
                      <a:pos x="connsiteX2537" y="connsiteY2537"/>
                    </a:cxn>
                    <a:cxn ang="0">
                      <a:pos x="connsiteX2538" y="connsiteY2538"/>
                    </a:cxn>
                    <a:cxn ang="0">
                      <a:pos x="connsiteX2539" y="connsiteY2539"/>
                    </a:cxn>
                    <a:cxn ang="0">
                      <a:pos x="connsiteX2540" y="connsiteY2540"/>
                    </a:cxn>
                    <a:cxn ang="0">
                      <a:pos x="connsiteX2541" y="connsiteY2541"/>
                    </a:cxn>
                    <a:cxn ang="0">
                      <a:pos x="connsiteX2542" y="connsiteY2542"/>
                    </a:cxn>
                    <a:cxn ang="0">
                      <a:pos x="connsiteX2543" y="connsiteY2543"/>
                    </a:cxn>
                    <a:cxn ang="0">
                      <a:pos x="connsiteX2544" y="connsiteY2544"/>
                    </a:cxn>
                    <a:cxn ang="0">
                      <a:pos x="connsiteX2545" y="connsiteY2545"/>
                    </a:cxn>
                    <a:cxn ang="0">
                      <a:pos x="connsiteX2546" y="connsiteY2546"/>
                    </a:cxn>
                    <a:cxn ang="0">
                      <a:pos x="connsiteX2547" y="connsiteY2547"/>
                    </a:cxn>
                    <a:cxn ang="0">
                      <a:pos x="connsiteX2548" y="connsiteY2548"/>
                    </a:cxn>
                    <a:cxn ang="0">
                      <a:pos x="connsiteX2549" y="connsiteY2549"/>
                    </a:cxn>
                    <a:cxn ang="0">
                      <a:pos x="connsiteX2550" y="connsiteY2550"/>
                    </a:cxn>
                    <a:cxn ang="0">
                      <a:pos x="connsiteX2551" y="connsiteY2551"/>
                    </a:cxn>
                    <a:cxn ang="0">
                      <a:pos x="connsiteX2552" y="connsiteY2552"/>
                    </a:cxn>
                    <a:cxn ang="0">
                      <a:pos x="connsiteX2553" y="connsiteY2553"/>
                    </a:cxn>
                    <a:cxn ang="0">
                      <a:pos x="connsiteX2554" y="connsiteY2554"/>
                    </a:cxn>
                    <a:cxn ang="0">
                      <a:pos x="connsiteX2555" y="connsiteY2555"/>
                    </a:cxn>
                    <a:cxn ang="0">
                      <a:pos x="connsiteX2556" y="connsiteY2556"/>
                    </a:cxn>
                    <a:cxn ang="0">
                      <a:pos x="connsiteX2557" y="connsiteY2557"/>
                    </a:cxn>
                    <a:cxn ang="0">
                      <a:pos x="connsiteX2558" y="connsiteY2558"/>
                    </a:cxn>
                    <a:cxn ang="0">
                      <a:pos x="connsiteX2559" y="connsiteY2559"/>
                    </a:cxn>
                    <a:cxn ang="0">
                      <a:pos x="connsiteX2560" y="connsiteY2560"/>
                    </a:cxn>
                    <a:cxn ang="0">
                      <a:pos x="connsiteX2561" y="connsiteY2561"/>
                    </a:cxn>
                    <a:cxn ang="0">
                      <a:pos x="connsiteX2562" y="connsiteY2562"/>
                    </a:cxn>
                    <a:cxn ang="0">
                      <a:pos x="connsiteX2563" y="connsiteY2563"/>
                    </a:cxn>
                    <a:cxn ang="0">
                      <a:pos x="connsiteX2564" y="connsiteY2564"/>
                    </a:cxn>
                    <a:cxn ang="0">
                      <a:pos x="connsiteX2565" y="connsiteY2565"/>
                    </a:cxn>
                    <a:cxn ang="0">
                      <a:pos x="connsiteX2566" y="connsiteY2566"/>
                    </a:cxn>
                    <a:cxn ang="0">
                      <a:pos x="connsiteX2567" y="connsiteY2567"/>
                    </a:cxn>
                    <a:cxn ang="0">
                      <a:pos x="connsiteX2568" y="connsiteY2568"/>
                    </a:cxn>
                    <a:cxn ang="0">
                      <a:pos x="connsiteX2569" y="connsiteY2569"/>
                    </a:cxn>
                    <a:cxn ang="0">
                      <a:pos x="connsiteX2570" y="connsiteY2570"/>
                    </a:cxn>
                    <a:cxn ang="0">
                      <a:pos x="connsiteX2571" y="connsiteY2571"/>
                    </a:cxn>
                    <a:cxn ang="0">
                      <a:pos x="connsiteX2572" y="connsiteY2572"/>
                    </a:cxn>
                    <a:cxn ang="0">
                      <a:pos x="connsiteX2573" y="connsiteY2573"/>
                    </a:cxn>
                    <a:cxn ang="0">
                      <a:pos x="connsiteX2574" y="connsiteY2574"/>
                    </a:cxn>
                    <a:cxn ang="0">
                      <a:pos x="connsiteX2575" y="connsiteY2575"/>
                    </a:cxn>
                    <a:cxn ang="0">
                      <a:pos x="connsiteX2576" y="connsiteY2576"/>
                    </a:cxn>
                    <a:cxn ang="0">
                      <a:pos x="connsiteX2577" y="connsiteY2577"/>
                    </a:cxn>
                    <a:cxn ang="0">
                      <a:pos x="connsiteX2578" y="connsiteY2578"/>
                    </a:cxn>
                    <a:cxn ang="0">
                      <a:pos x="connsiteX2579" y="connsiteY2579"/>
                    </a:cxn>
                    <a:cxn ang="0">
                      <a:pos x="connsiteX2580" y="connsiteY2580"/>
                    </a:cxn>
                    <a:cxn ang="0">
                      <a:pos x="connsiteX2581" y="connsiteY2581"/>
                    </a:cxn>
                    <a:cxn ang="0">
                      <a:pos x="connsiteX2582" y="connsiteY2582"/>
                    </a:cxn>
                    <a:cxn ang="0">
                      <a:pos x="connsiteX2583" y="connsiteY2583"/>
                    </a:cxn>
                    <a:cxn ang="0">
                      <a:pos x="connsiteX2584" y="connsiteY2584"/>
                    </a:cxn>
                    <a:cxn ang="0">
                      <a:pos x="connsiteX2585" y="connsiteY2585"/>
                    </a:cxn>
                    <a:cxn ang="0">
                      <a:pos x="connsiteX2586" y="connsiteY2586"/>
                    </a:cxn>
                    <a:cxn ang="0">
                      <a:pos x="connsiteX2587" y="connsiteY2587"/>
                    </a:cxn>
                    <a:cxn ang="0">
                      <a:pos x="connsiteX2588" y="connsiteY2588"/>
                    </a:cxn>
                    <a:cxn ang="0">
                      <a:pos x="connsiteX2589" y="connsiteY2589"/>
                    </a:cxn>
                    <a:cxn ang="0">
                      <a:pos x="connsiteX2590" y="connsiteY2590"/>
                    </a:cxn>
                    <a:cxn ang="0">
                      <a:pos x="connsiteX2591" y="connsiteY2591"/>
                    </a:cxn>
                    <a:cxn ang="0">
                      <a:pos x="connsiteX2592" y="connsiteY2592"/>
                    </a:cxn>
                    <a:cxn ang="0">
                      <a:pos x="connsiteX2593" y="connsiteY2593"/>
                    </a:cxn>
                    <a:cxn ang="0">
                      <a:pos x="connsiteX2594" y="connsiteY2594"/>
                    </a:cxn>
                    <a:cxn ang="0">
                      <a:pos x="connsiteX2595" y="connsiteY2595"/>
                    </a:cxn>
                    <a:cxn ang="0">
                      <a:pos x="connsiteX2596" y="connsiteY2596"/>
                    </a:cxn>
                    <a:cxn ang="0">
                      <a:pos x="connsiteX2597" y="connsiteY2597"/>
                    </a:cxn>
                    <a:cxn ang="0">
                      <a:pos x="connsiteX2598" y="connsiteY2598"/>
                    </a:cxn>
                    <a:cxn ang="0">
                      <a:pos x="connsiteX2599" y="connsiteY2599"/>
                    </a:cxn>
                    <a:cxn ang="0">
                      <a:pos x="connsiteX2600" y="connsiteY2600"/>
                    </a:cxn>
                    <a:cxn ang="0">
                      <a:pos x="connsiteX2601" y="connsiteY2601"/>
                    </a:cxn>
                    <a:cxn ang="0">
                      <a:pos x="connsiteX2602" y="connsiteY2602"/>
                    </a:cxn>
                    <a:cxn ang="0">
                      <a:pos x="connsiteX2603" y="connsiteY2603"/>
                    </a:cxn>
                    <a:cxn ang="0">
                      <a:pos x="connsiteX2604" y="connsiteY2604"/>
                    </a:cxn>
                    <a:cxn ang="0">
                      <a:pos x="connsiteX2605" y="connsiteY2605"/>
                    </a:cxn>
                    <a:cxn ang="0">
                      <a:pos x="connsiteX2606" y="connsiteY2606"/>
                    </a:cxn>
                    <a:cxn ang="0">
                      <a:pos x="connsiteX2607" y="connsiteY2607"/>
                    </a:cxn>
                    <a:cxn ang="0">
                      <a:pos x="connsiteX2608" y="connsiteY2608"/>
                    </a:cxn>
                    <a:cxn ang="0">
                      <a:pos x="connsiteX2609" y="connsiteY2609"/>
                    </a:cxn>
                    <a:cxn ang="0">
                      <a:pos x="connsiteX2610" y="connsiteY2610"/>
                    </a:cxn>
                    <a:cxn ang="0">
                      <a:pos x="connsiteX2611" y="connsiteY2611"/>
                    </a:cxn>
                    <a:cxn ang="0">
                      <a:pos x="connsiteX2612" y="connsiteY2612"/>
                    </a:cxn>
                    <a:cxn ang="0">
                      <a:pos x="connsiteX2613" y="connsiteY2613"/>
                    </a:cxn>
                    <a:cxn ang="0">
                      <a:pos x="connsiteX2614" y="connsiteY2614"/>
                    </a:cxn>
                    <a:cxn ang="0">
                      <a:pos x="connsiteX2615" y="connsiteY2615"/>
                    </a:cxn>
                    <a:cxn ang="0">
                      <a:pos x="connsiteX2616" y="connsiteY2616"/>
                    </a:cxn>
                    <a:cxn ang="0">
                      <a:pos x="connsiteX2617" y="connsiteY2617"/>
                    </a:cxn>
                    <a:cxn ang="0">
                      <a:pos x="connsiteX2618" y="connsiteY2618"/>
                    </a:cxn>
                    <a:cxn ang="0">
                      <a:pos x="connsiteX2619" y="connsiteY2619"/>
                    </a:cxn>
                    <a:cxn ang="0">
                      <a:pos x="connsiteX2620" y="connsiteY2620"/>
                    </a:cxn>
                    <a:cxn ang="0">
                      <a:pos x="connsiteX2621" y="connsiteY2621"/>
                    </a:cxn>
                    <a:cxn ang="0">
                      <a:pos x="connsiteX2622" y="connsiteY2622"/>
                    </a:cxn>
                    <a:cxn ang="0">
                      <a:pos x="connsiteX2623" y="connsiteY2623"/>
                    </a:cxn>
                    <a:cxn ang="0">
                      <a:pos x="connsiteX2624" y="connsiteY2624"/>
                    </a:cxn>
                    <a:cxn ang="0">
                      <a:pos x="connsiteX2625" y="connsiteY2625"/>
                    </a:cxn>
                    <a:cxn ang="0">
                      <a:pos x="connsiteX2626" y="connsiteY2626"/>
                    </a:cxn>
                    <a:cxn ang="0">
                      <a:pos x="connsiteX2627" y="connsiteY2627"/>
                    </a:cxn>
                    <a:cxn ang="0">
                      <a:pos x="connsiteX2628" y="connsiteY2628"/>
                    </a:cxn>
                    <a:cxn ang="0">
                      <a:pos x="connsiteX2629" y="connsiteY2629"/>
                    </a:cxn>
                    <a:cxn ang="0">
                      <a:pos x="connsiteX2630" y="connsiteY2630"/>
                    </a:cxn>
                    <a:cxn ang="0">
                      <a:pos x="connsiteX2631" y="connsiteY2631"/>
                    </a:cxn>
                    <a:cxn ang="0">
                      <a:pos x="connsiteX2632" y="connsiteY2632"/>
                    </a:cxn>
                    <a:cxn ang="0">
                      <a:pos x="connsiteX2633" y="connsiteY2633"/>
                    </a:cxn>
                    <a:cxn ang="0">
                      <a:pos x="connsiteX2634" y="connsiteY2634"/>
                    </a:cxn>
                    <a:cxn ang="0">
                      <a:pos x="connsiteX2635" y="connsiteY2635"/>
                    </a:cxn>
                    <a:cxn ang="0">
                      <a:pos x="connsiteX2636" y="connsiteY2636"/>
                    </a:cxn>
                    <a:cxn ang="0">
                      <a:pos x="connsiteX2637" y="connsiteY2637"/>
                    </a:cxn>
                    <a:cxn ang="0">
                      <a:pos x="connsiteX2638" y="connsiteY2638"/>
                    </a:cxn>
                    <a:cxn ang="0">
                      <a:pos x="connsiteX2639" y="connsiteY2639"/>
                    </a:cxn>
                    <a:cxn ang="0">
                      <a:pos x="connsiteX2640" y="connsiteY2640"/>
                    </a:cxn>
                    <a:cxn ang="0">
                      <a:pos x="connsiteX2641" y="connsiteY2641"/>
                    </a:cxn>
                    <a:cxn ang="0">
                      <a:pos x="connsiteX2642" y="connsiteY2642"/>
                    </a:cxn>
                    <a:cxn ang="0">
                      <a:pos x="connsiteX2643" y="connsiteY2643"/>
                    </a:cxn>
                    <a:cxn ang="0">
                      <a:pos x="connsiteX2644" y="connsiteY2644"/>
                    </a:cxn>
                    <a:cxn ang="0">
                      <a:pos x="connsiteX2645" y="connsiteY2645"/>
                    </a:cxn>
                    <a:cxn ang="0">
                      <a:pos x="connsiteX2646" y="connsiteY2646"/>
                    </a:cxn>
                    <a:cxn ang="0">
                      <a:pos x="connsiteX2647" y="connsiteY2647"/>
                    </a:cxn>
                    <a:cxn ang="0">
                      <a:pos x="connsiteX2648" y="connsiteY2648"/>
                    </a:cxn>
                    <a:cxn ang="0">
                      <a:pos x="connsiteX2649" y="connsiteY2649"/>
                    </a:cxn>
                    <a:cxn ang="0">
                      <a:pos x="connsiteX2650" y="connsiteY2650"/>
                    </a:cxn>
                    <a:cxn ang="0">
                      <a:pos x="connsiteX2651" y="connsiteY2651"/>
                    </a:cxn>
                    <a:cxn ang="0">
                      <a:pos x="connsiteX2652" y="connsiteY2652"/>
                    </a:cxn>
                    <a:cxn ang="0">
                      <a:pos x="connsiteX2653" y="connsiteY2653"/>
                    </a:cxn>
                    <a:cxn ang="0">
                      <a:pos x="connsiteX2654" y="connsiteY2654"/>
                    </a:cxn>
                    <a:cxn ang="0">
                      <a:pos x="connsiteX2655" y="connsiteY2655"/>
                    </a:cxn>
                    <a:cxn ang="0">
                      <a:pos x="connsiteX2656" y="connsiteY2656"/>
                    </a:cxn>
                    <a:cxn ang="0">
                      <a:pos x="connsiteX2657" y="connsiteY2657"/>
                    </a:cxn>
                    <a:cxn ang="0">
                      <a:pos x="connsiteX2658" y="connsiteY2658"/>
                    </a:cxn>
                    <a:cxn ang="0">
                      <a:pos x="connsiteX2659" y="connsiteY2659"/>
                    </a:cxn>
                    <a:cxn ang="0">
                      <a:pos x="connsiteX2660" y="connsiteY2660"/>
                    </a:cxn>
                    <a:cxn ang="0">
                      <a:pos x="connsiteX2661" y="connsiteY2661"/>
                    </a:cxn>
                    <a:cxn ang="0">
                      <a:pos x="connsiteX2662" y="connsiteY2662"/>
                    </a:cxn>
                    <a:cxn ang="0">
                      <a:pos x="connsiteX2663" y="connsiteY2663"/>
                    </a:cxn>
                    <a:cxn ang="0">
                      <a:pos x="connsiteX2664" y="connsiteY2664"/>
                    </a:cxn>
                    <a:cxn ang="0">
                      <a:pos x="connsiteX2665" y="connsiteY2665"/>
                    </a:cxn>
                    <a:cxn ang="0">
                      <a:pos x="connsiteX2666" y="connsiteY2666"/>
                    </a:cxn>
                    <a:cxn ang="0">
                      <a:pos x="connsiteX2667" y="connsiteY2667"/>
                    </a:cxn>
                    <a:cxn ang="0">
                      <a:pos x="connsiteX2668" y="connsiteY2668"/>
                    </a:cxn>
                    <a:cxn ang="0">
                      <a:pos x="connsiteX2669" y="connsiteY2669"/>
                    </a:cxn>
                    <a:cxn ang="0">
                      <a:pos x="connsiteX2670" y="connsiteY2670"/>
                    </a:cxn>
                    <a:cxn ang="0">
                      <a:pos x="connsiteX2671" y="connsiteY2671"/>
                    </a:cxn>
                    <a:cxn ang="0">
                      <a:pos x="connsiteX2672" y="connsiteY2672"/>
                    </a:cxn>
                    <a:cxn ang="0">
                      <a:pos x="connsiteX2673" y="connsiteY2673"/>
                    </a:cxn>
                    <a:cxn ang="0">
                      <a:pos x="connsiteX2674" y="connsiteY2674"/>
                    </a:cxn>
                    <a:cxn ang="0">
                      <a:pos x="connsiteX2675" y="connsiteY2675"/>
                    </a:cxn>
                    <a:cxn ang="0">
                      <a:pos x="connsiteX2676" y="connsiteY2676"/>
                    </a:cxn>
                    <a:cxn ang="0">
                      <a:pos x="connsiteX2677" y="connsiteY2677"/>
                    </a:cxn>
                    <a:cxn ang="0">
                      <a:pos x="connsiteX2678" y="connsiteY2678"/>
                    </a:cxn>
                    <a:cxn ang="0">
                      <a:pos x="connsiteX2679" y="connsiteY2679"/>
                    </a:cxn>
                    <a:cxn ang="0">
                      <a:pos x="connsiteX2680" y="connsiteY2680"/>
                    </a:cxn>
                    <a:cxn ang="0">
                      <a:pos x="connsiteX2681" y="connsiteY2681"/>
                    </a:cxn>
                    <a:cxn ang="0">
                      <a:pos x="connsiteX2682" y="connsiteY2682"/>
                    </a:cxn>
                    <a:cxn ang="0">
                      <a:pos x="connsiteX2683" y="connsiteY2683"/>
                    </a:cxn>
                    <a:cxn ang="0">
                      <a:pos x="connsiteX2684" y="connsiteY2684"/>
                    </a:cxn>
                    <a:cxn ang="0">
                      <a:pos x="connsiteX2685" y="connsiteY2685"/>
                    </a:cxn>
                    <a:cxn ang="0">
                      <a:pos x="connsiteX2686" y="connsiteY2686"/>
                    </a:cxn>
                    <a:cxn ang="0">
                      <a:pos x="connsiteX2687" y="connsiteY2687"/>
                    </a:cxn>
                    <a:cxn ang="0">
                      <a:pos x="connsiteX2688" y="connsiteY2688"/>
                    </a:cxn>
                    <a:cxn ang="0">
                      <a:pos x="connsiteX2689" y="connsiteY2689"/>
                    </a:cxn>
                    <a:cxn ang="0">
                      <a:pos x="connsiteX2690" y="connsiteY2690"/>
                    </a:cxn>
                    <a:cxn ang="0">
                      <a:pos x="connsiteX2691" y="connsiteY2691"/>
                    </a:cxn>
                    <a:cxn ang="0">
                      <a:pos x="connsiteX2692" y="connsiteY2692"/>
                    </a:cxn>
                    <a:cxn ang="0">
                      <a:pos x="connsiteX2693" y="connsiteY2693"/>
                    </a:cxn>
                    <a:cxn ang="0">
                      <a:pos x="connsiteX2694" y="connsiteY2694"/>
                    </a:cxn>
                    <a:cxn ang="0">
                      <a:pos x="connsiteX2695" y="connsiteY2695"/>
                    </a:cxn>
                    <a:cxn ang="0">
                      <a:pos x="connsiteX2696" y="connsiteY2696"/>
                    </a:cxn>
                    <a:cxn ang="0">
                      <a:pos x="connsiteX2697" y="connsiteY2697"/>
                    </a:cxn>
                    <a:cxn ang="0">
                      <a:pos x="connsiteX2698" y="connsiteY2698"/>
                    </a:cxn>
                    <a:cxn ang="0">
                      <a:pos x="connsiteX2699" y="connsiteY2699"/>
                    </a:cxn>
                    <a:cxn ang="0">
                      <a:pos x="connsiteX2700" y="connsiteY2700"/>
                    </a:cxn>
                    <a:cxn ang="0">
                      <a:pos x="connsiteX2701" y="connsiteY2701"/>
                    </a:cxn>
                    <a:cxn ang="0">
                      <a:pos x="connsiteX2702" y="connsiteY2702"/>
                    </a:cxn>
                    <a:cxn ang="0">
                      <a:pos x="connsiteX2703" y="connsiteY2703"/>
                    </a:cxn>
                    <a:cxn ang="0">
                      <a:pos x="connsiteX2704" y="connsiteY2704"/>
                    </a:cxn>
                    <a:cxn ang="0">
                      <a:pos x="connsiteX2705" y="connsiteY2705"/>
                    </a:cxn>
                    <a:cxn ang="0">
                      <a:pos x="connsiteX2706" y="connsiteY2706"/>
                    </a:cxn>
                    <a:cxn ang="0">
                      <a:pos x="connsiteX2707" y="connsiteY2707"/>
                    </a:cxn>
                    <a:cxn ang="0">
                      <a:pos x="connsiteX2708" y="connsiteY2708"/>
                    </a:cxn>
                    <a:cxn ang="0">
                      <a:pos x="connsiteX2709" y="connsiteY2709"/>
                    </a:cxn>
                    <a:cxn ang="0">
                      <a:pos x="connsiteX2710" y="connsiteY2710"/>
                    </a:cxn>
                    <a:cxn ang="0">
                      <a:pos x="connsiteX2711" y="connsiteY2711"/>
                    </a:cxn>
                    <a:cxn ang="0">
                      <a:pos x="connsiteX2712" y="connsiteY2712"/>
                    </a:cxn>
                    <a:cxn ang="0">
                      <a:pos x="connsiteX2713" y="connsiteY2713"/>
                    </a:cxn>
                    <a:cxn ang="0">
                      <a:pos x="connsiteX2714" y="connsiteY2714"/>
                    </a:cxn>
                    <a:cxn ang="0">
                      <a:pos x="connsiteX2715" y="connsiteY2715"/>
                    </a:cxn>
                    <a:cxn ang="0">
                      <a:pos x="connsiteX2716" y="connsiteY2716"/>
                    </a:cxn>
                    <a:cxn ang="0">
                      <a:pos x="connsiteX2717" y="connsiteY2717"/>
                    </a:cxn>
                    <a:cxn ang="0">
                      <a:pos x="connsiteX2718" y="connsiteY2718"/>
                    </a:cxn>
                    <a:cxn ang="0">
                      <a:pos x="connsiteX2719" y="connsiteY2719"/>
                    </a:cxn>
                    <a:cxn ang="0">
                      <a:pos x="connsiteX2720" y="connsiteY2720"/>
                    </a:cxn>
                    <a:cxn ang="0">
                      <a:pos x="connsiteX2721" y="connsiteY2721"/>
                    </a:cxn>
                    <a:cxn ang="0">
                      <a:pos x="connsiteX2722" y="connsiteY2722"/>
                    </a:cxn>
                    <a:cxn ang="0">
                      <a:pos x="connsiteX2723" y="connsiteY2723"/>
                    </a:cxn>
                    <a:cxn ang="0">
                      <a:pos x="connsiteX2724" y="connsiteY2724"/>
                    </a:cxn>
                    <a:cxn ang="0">
                      <a:pos x="connsiteX2725" y="connsiteY2725"/>
                    </a:cxn>
                    <a:cxn ang="0">
                      <a:pos x="connsiteX2726" y="connsiteY2726"/>
                    </a:cxn>
                    <a:cxn ang="0">
                      <a:pos x="connsiteX2727" y="connsiteY2727"/>
                    </a:cxn>
                    <a:cxn ang="0">
                      <a:pos x="connsiteX2728" y="connsiteY2728"/>
                    </a:cxn>
                    <a:cxn ang="0">
                      <a:pos x="connsiteX2729" y="connsiteY2729"/>
                    </a:cxn>
                    <a:cxn ang="0">
                      <a:pos x="connsiteX2730" y="connsiteY2730"/>
                    </a:cxn>
                    <a:cxn ang="0">
                      <a:pos x="connsiteX2731" y="connsiteY2731"/>
                    </a:cxn>
                    <a:cxn ang="0">
                      <a:pos x="connsiteX2732" y="connsiteY2732"/>
                    </a:cxn>
                    <a:cxn ang="0">
                      <a:pos x="connsiteX2733" y="connsiteY2733"/>
                    </a:cxn>
                    <a:cxn ang="0">
                      <a:pos x="connsiteX2734" y="connsiteY2734"/>
                    </a:cxn>
                    <a:cxn ang="0">
                      <a:pos x="connsiteX2735" y="connsiteY2735"/>
                    </a:cxn>
                    <a:cxn ang="0">
                      <a:pos x="connsiteX2736" y="connsiteY2736"/>
                    </a:cxn>
                    <a:cxn ang="0">
                      <a:pos x="connsiteX2737" y="connsiteY2737"/>
                    </a:cxn>
                    <a:cxn ang="0">
                      <a:pos x="connsiteX2738" y="connsiteY2738"/>
                    </a:cxn>
                    <a:cxn ang="0">
                      <a:pos x="connsiteX2739" y="connsiteY2739"/>
                    </a:cxn>
                    <a:cxn ang="0">
                      <a:pos x="connsiteX2740" y="connsiteY2740"/>
                    </a:cxn>
                    <a:cxn ang="0">
                      <a:pos x="connsiteX2741" y="connsiteY2741"/>
                    </a:cxn>
                    <a:cxn ang="0">
                      <a:pos x="connsiteX2742" y="connsiteY2742"/>
                    </a:cxn>
                    <a:cxn ang="0">
                      <a:pos x="connsiteX2743" y="connsiteY2743"/>
                    </a:cxn>
                    <a:cxn ang="0">
                      <a:pos x="connsiteX2744" y="connsiteY2744"/>
                    </a:cxn>
                    <a:cxn ang="0">
                      <a:pos x="connsiteX2745" y="connsiteY2745"/>
                    </a:cxn>
                    <a:cxn ang="0">
                      <a:pos x="connsiteX2746" y="connsiteY2746"/>
                    </a:cxn>
                    <a:cxn ang="0">
                      <a:pos x="connsiteX2747" y="connsiteY2747"/>
                    </a:cxn>
                    <a:cxn ang="0">
                      <a:pos x="connsiteX2748" y="connsiteY2748"/>
                    </a:cxn>
                    <a:cxn ang="0">
                      <a:pos x="connsiteX2749" y="connsiteY2749"/>
                    </a:cxn>
                    <a:cxn ang="0">
                      <a:pos x="connsiteX2750" y="connsiteY2750"/>
                    </a:cxn>
                    <a:cxn ang="0">
                      <a:pos x="connsiteX2751" y="connsiteY2751"/>
                    </a:cxn>
                    <a:cxn ang="0">
                      <a:pos x="connsiteX2752" y="connsiteY2752"/>
                    </a:cxn>
                    <a:cxn ang="0">
                      <a:pos x="connsiteX2753" y="connsiteY2753"/>
                    </a:cxn>
                    <a:cxn ang="0">
                      <a:pos x="connsiteX2754" y="connsiteY2754"/>
                    </a:cxn>
                    <a:cxn ang="0">
                      <a:pos x="connsiteX2755" y="connsiteY2755"/>
                    </a:cxn>
                    <a:cxn ang="0">
                      <a:pos x="connsiteX2756" y="connsiteY2756"/>
                    </a:cxn>
                    <a:cxn ang="0">
                      <a:pos x="connsiteX2757" y="connsiteY2757"/>
                    </a:cxn>
                    <a:cxn ang="0">
                      <a:pos x="connsiteX2758" y="connsiteY2758"/>
                    </a:cxn>
                    <a:cxn ang="0">
                      <a:pos x="connsiteX2759" y="connsiteY2759"/>
                    </a:cxn>
                    <a:cxn ang="0">
                      <a:pos x="connsiteX2760" y="connsiteY2760"/>
                    </a:cxn>
                    <a:cxn ang="0">
                      <a:pos x="connsiteX2761" y="connsiteY2761"/>
                    </a:cxn>
                    <a:cxn ang="0">
                      <a:pos x="connsiteX2762" y="connsiteY2762"/>
                    </a:cxn>
                    <a:cxn ang="0">
                      <a:pos x="connsiteX2763" y="connsiteY2763"/>
                    </a:cxn>
                    <a:cxn ang="0">
                      <a:pos x="connsiteX2764" y="connsiteY2764"/>
                    </a:cxn>
                    <a:cxn ang="0">
                      <a:pos x="connsiteX2765" y="connsiteY2765"/>
                    </a:cxn>
                    <a:cxn ang="0">
                      <a:pos x="connsiteX2766" y="connsiteY2766"/>
                    </a:cxn>
                    <a:cxn ang="0">
                      <a:pos x="connsiteX2767" y="connsiteY2767"/>
                    </a:cxn>
                    <a:cxn ang="0">
                      <a:pos x="connsiteX2768" y="connsiteY2768"/>
                    </a:cxn>
                    <a:cxn ang="0">
                      <a:pos x="connsiteX2769" y="connsiteY2769"/>
                    </a:cxn>
                    <a:cxn ang="0">
                      <a:pos x="connsiteX2770" y="connsiteY2770"/>
                    </a:cxn>
                    <a:cxn ang="0">
                      <a:pos x="connsiteX2771" y="connsiteY2771"/>
                    </a:cxn>
                    <a:cxn ang="0">
                      <a:pos x="connsiteX2772" y="connsiteY2772"/>
                    </a:cxn>
                    <a:cxn ang="0">
                      <a:pos x="connsiteX2773" y="connsiteY2773"/>
                    </a:cxn>
                    <a:cxn ang="0">
                      <a:pos x="connsiteX2774" y="connsiteY2774"/>
                    </a:cxn>
                    <a:cxn ang="0">
                      <a:pos x="connsiteX2775" y="connsiteY2775"/>
                    </a:cxn>
                    <a:cxn ang="0">
                      <a:pos x="connsiteX2776" y="connsiteY2776"/>
                    </a:cxn>
                    <a:cxn ang="0">
                      <a:pos x="connsiteX2777" y="connsiteY2777"/>
                    </a:cxn>
                    <a:cxn ang="0">
                      <a:pos x="connsiteX2778" y="connsiteY2778"/>
                    </a:cxn>
                    <a:cxn ang="0">
                      <a:pos x="connsiteX2779" y="connsiteY2779"/>
                    </a:cxn>
                    <a:cxn ang="0">
                      <a:pos x="connsiteX2780" y="connsiteY2780"/>
                    </a:cxn>
                    <a:cxn ang="0">
                      <a:pos x="connsiteX2781" y="connsiteY2781"/>
                    </a:cxn>
                    <a:cxn ang="0">
                      <a:pos x="connsiteX2782" y="connsiteY2782"/>
                    </a:cxn>
                    <a:cxn ang="0">
                      <a:pos x="connsiteX2783" y="connsiteY2783"/>
                    </a:cxn>
                    <a:cxn ang="0">
                      <a:pos x="connsiteX2784" y="connsiteY2784"/>
                    </a:cxn>
                    <a:cxn ang="0">
                      <a:pos x="connsiteX2785" y="connsiteY2785"/>
                    </a:cxn>
                    <a:cxn ang="0">
                      <a:pos x="connsiteX2786" y="connsiteY2786"/>
                    </a:cxn>
                    <a:cxn ang="0">
                      <a:pos x="connsiteX2787" y="connsiteY2787"/>
                    </a:cxn>
                    <a:cxn ang="0">
                      <a:pos x="connsiteX2788" y="connsiteY2788"/>
                    </a:cxn>
                    <a:cxn ang="0">
                      <a:pos x="connsiteX2789" y="connsiteY2789"/>
                    </a:cxn>
                    <a:cxn ang="0">
                      <a:pos x="connsiteX2790" y="connsiteY2790"/>
                    </a:cxn>
                    <a:cxn ang="0">
                      <a:pos x="connsiteX2791" y="connsiteY2791"/>
                    </a:cxn>
                    <a:cxn ang="0">
                      <a:pos x="connsiteX2792" y="connsiteY2792"/>
                    </a:cxn>
                    <a:cxn ang="0">
                      <a:pos x="connsiteX2793" y="connsiteY2793"/>
                    </a:cxn>
                    <a:cxn ang="0">
                      <a:pos x="connsiteX2794" y="connsiteY2794"/>
                    </a:cxn>
                    <a:cxn ang="0">
                      <a:pos x="connsiteX2795" y="connsiteY2795"/>
                    </a:cxn>
                    <a:cxn ang="0">
                      <a:pos x="connsiteX2796" y="connsiteY2796"/>
                    </a:cxn>
                    <a:cxn ang="0">
                      <a:pos x="connsiteX2797" y="connsiteY2797"/>
                    </a:cxn>
                    <a:cxn ang="0">
                      <a:pos x="connsiteX2798" y="connsiteY2798"/>
                    </a:cxn>
                    <a:cxn ang="0">
                      <a:pos x="connsiteX2799" y="connsiteY2799"/>
                    </a:cxn>
                    <a:cxn ang="0">
                      <a:pos x="connsiteX2800" y="connsiteY2800"/>
                    </a:cxn>
                    <a:cxn ang="0">
                      <a:pos x="connsiteX2801" y="connsiteY2801"/>
                    </a:cxn>
                    <a:cxn ang="0">
                      <a:pos x="connsiteX2802" y="connsiteY2802"/>
                    </a:cxn>
                    <a:cxn ang="0">
                      <a:pos x="connsiteX2803" y="connsiteY2803"/>
                    </a:cxn>
                    <a:cxn ang="0">
                      <a:pos x="connsiteX2804" y="connsiteY2804"/>
                    </a:cxn>
                    <a:cxn ang="0">
                      <a:pos x="connsiteX2805" y="connsiteY2805"/>
                    </a:cxn>
                    <a:cxn ang="0">
                      <a:pos x="connsiteX2806" y="connsiteY2806"/>
                    </a:cxn>
                    <a:cxn ang="0">
                      <a:pos x="connsiteX2807" y="connsiteY2807"/>
                    </a:cxn>
                    <a:cxn ang="0">
                      <a:pos x="connsiteX2808" y="connsiteY2808"/>
                    </a:cxn>
                    <a:cxn ang="0">
                      <a:pos x="connsiteX2809" y="connsiteY2809"/>
                    </a:cxn>
                    <a:cxn ang="0">
                      <a:pos x="connsiteX2810" y="connsiteY2810"/>
                    </a:cxn>
                    <a:cxn ang="0">
                      <a:pos x="connsiteX2811" y="connsiteY2811"/>
                    </a:cxn>
                    <a:cxn ang="0">
                      <a:pos x="connsiteX2812" y="connsiteY2812"/>
                    </a:cxn>
                    <a:cxn ang="0">
                      <a:pos x="connsiteX2813" y="connsiteY2813"/>
                    </a:cxn>
                    <a:cxn ang="0">
                      <a:pos x="connsiteX2814" y="connsiteY2814"/>
                    </a:cxn>
                    <a:cxn ang="0">
                      <a:pos x="connsiteX2815" y="connsiteY2815"/>
                    </a:cxn>
                    <a:cxn ang="0">
                      <a:pos x="connsiteX2816" y="connsiteY2816"/>
                    </a:cxn>
                    <a:cxn ang="0">
                      <a:pos x="connsiteX2817" y="connsiteY2817"/>
                    </a:cxn>
                    <a:cxn ang="0">
                      <a:pos x="connsiteX2818" y="connsiteY2818"/>
                    </a:cxn>
                    <a:cxn ang="0">
                      <a:pos x="connsiteX2819" y="connsiteY2819"/>
                    </a:cxn>
                    <a:cxn ang="0">
                      <a:pos x="connsiteX2820" y="connsiteY2820"/>
                    </a:cxn>
                    <a:cxn ang="0">
                      <a:pos x="connsiteX2821" y="connsiteY2821"/>
                    </a:cxn>
                    <a:cxn ang="0">
                      <a:pos x="connsiteX2822" y="connsiteY2822"/>
                    </a:cxn>
                    <a:cxn ang="0">
                      <a:pos x="connsiteX2823" y="connsiteY2823"/>
                    </a:cxn>
                    <a:cxn ang="0">
                      <a:pos x="connsiteX2824" y="connsiteY2824"/>
                    </a:cxn>
                    <a:cxn ang="0">
                      <a:pos x="connsiteX2825" y="connsiteY2825"/>
                    </a:cxn>
                    <a:cxn ang="0">
                      <a:pos x="connsiteX2826" y="connsiteY2826"/>
                    </a:cxn>
                    <a:cxn ang="0">
                      <a:pos x="connsiteX2827" y="connsiteY2827"/>
                    </a:cxn>
                    <a:cxn ang="0">
                      <a:pos x="connsiteX2828" y="connsiteY2828"/>
                    </a:cxn>
                    <a:cxn ang="0">
                      <a:pos x="connsiteX2829" y="connsiteY2829"/>
                    </a:cxn>
                    <a:cxn ang="0">
                      <a:pos x="connsiteX2830" y="connsiteY2830"/>
                    </a:cxn>
                    <a:cxn ang="0">
                      <a:pos x="connsiteX2831" y="connsiteY2831"/>
                    </a:cxn>
                    <a:cxn ang="0">
                      <a:pos x="connsiteX2832" y="connsiteY2832"/>
                    </a:cxn>
                    <a:cxn ang="0">
                      <a:pos x="connsiteX2833" y="connsiteY2833"/>
                    </a:cxn>
                    <a:cxn ang="0">
                      <a:pos x="connsiteX2834" y="connsiteY2834"/>
                    </a:cxn>
                    <a:cxn ang="0">
                      <a:pos x="connsiteX2835" y="connsiteY2835"/>
                    </a:cxn>
                    <a:cxn ang="0">
                      <a:pos x="connsiteX2836" y="connsiteY2836"/>
                    </a:cxn>
                    <a:cxn ang="0">
                      <a:pos x="connsiteX2837" y="connsiteY2837"/>
                    </a:cxn>
                    <a:cxn ang="0">
                      <a:pos x="connsiteX2838" y="connsiteY2838"/>
                    </a:cxn>
                    <a:cxn ang="0">
                      <a:pos x="connsiteX2839" y="connsiteY2839"/>
                    </a:cxn>
                    <a:cxn ang="0">
                      <a:pos x="connsiteX2840" y="connsiteY2840"/>
                    </a:cxn>
                    <a:cxn ang="0">
                      <a:pos x="connsiteX2841" y="connsiteY2841"/>
                    </a:cxn>
                    <a:cxn ang="0">
                      <a:pos x="connsiteX2842" y="connsiteY2842"/>
                    </a:cxn>
                    <a:cxn ang="0">
                      <a:pos x="connsiteX2843" y="connsiteY2843"/>
                    </a:cxn>
                    <a:cxn ang="0">
                      <a:pos x="connsiteX2844" y="connsiteY2844"/>
                    </a:cxn>
                    <a:cxn ang="0">
                      <a:pos x="connsiteX2845" y="connsiteY2845"/>
                    </a:cxn>
                    <a:cxn ang="0">
                      <a:pos x="connsiteX2846" y="connsiteY2846"/>
                    </a:cxn>
                    <a:cxn ang="0">
                      <a:pos x="connsiteX2847" y="connsiteY2847"/>
                    </a:cxn>
                    <a:cxn ang="0">
                      <a:pos x="connsiteX2848" y="connsiteY2848"/>
                    </a:cxn>
                    <a:cxn ang="0">
                      <a:pos x="connsiteX2849" y="connsiteY2849"/>
                    </a:cxn>
                    <a:cxn ang="0">
                      <a:pos x="connsiteX2850" y="connsiteY2850"/>
                    </a:cxn>
                    <a:cxn ang="0">
                      <a:pos x="connsiteX2851" y="connsiteY2851"/>
                    </a:cxn>
                    <a:cxn ang="0">
                      <a:pos x="connsiteX2852" y="connsiteY2852"/>
                    </a:cxn>
                    <a:cxn ang="0">
                      <a:pos x="connsiteX2853" y="connsiteY2853"/>
                    </a:cxn>
                    <a:cxn ang="0">
                      <a:pos x="connsiteX2854" y="connsiteY2854"/>
                    </a:cxn>
                    <a:cxn ang="0">
                      <a:pos x="connsiteX2855" y="connsiteY2855"/>
                    </a:cxn>
                    <a:cxn ang="0">
                      <a:pos x="connsiteX2856" y="connsiteY2856"/>
                    </a:cxn>
                    <a:cxn ang="0">
                      <a:pos x="connsiteX2857" y="connsiteY2857"/>
                    </a:cxn>
                    <a:cxn ang="0">
                      <a:pos x="connsiteX2858" y="connsiteY2858"/>
                    </a:cxn>
                    <a:cxn ang="0">
                      <a:pos x="connsiteX2859" y="connsiteY2859"/>
                    </a:cxn>
                    <a:cxn ang="0">
                      <a:pos x="connsiteX2860" y="connsiteY2860"/>
                    </a:cxn>
                    <a:cxn ang="0">
                      <a:pos x="connsiteX2861" y="connsiteY2861"/>
                    </a:cxn>
                    <a:cxn ang="0">
                      <a:pos x="connsiteX2862" y="connsiteY2862"/>
                    </a:cxn>
                    <a:cxn ang="0">
                      <a:pos x="connsiteX2863" y="connsiteY2863"/>
                    </a:cxn>
                    <a:cxn ang="0">
                      <a:pos x="connsiteX2864" y="connsiteY2864"/>
                    </a:cxn>
                    <a:cxn ang="0">
                      <a:pos x="connsiteX2865" y="connsiteY2865"/>
                    </a:cxn>
                    <a:cxn ang="0">
                      <a:pos x="connsiteX2866" y="connsiteY2866"/>
                    </a:cxn>
                    <a:cxn ang="0">
                      <a:pos x="connsiteX2867" y="connsiteY2867"/>
                    </a:cxn>
                    <a:cxn ang="0">
                      <a:pos x="connsiteX2868" y="connsiteY2868"/>
                    </a:cxn>
                    <a:cxn ang="0">
                      <a:pos x="connsiteX2869" y="connsiteY2869"/>
                    </a:cxn>
                    <a:cxn ang="0">
                      <a:pos x="connsiteX2870" y="connsiteY2870"/>
                    </a:cxn>
                    <a:cxn ang="0">
                      <a:pos x="connsiteX2871" y="connsiteY2871"/>
                    </a:cxn>
                    <a:cxn ang="0">
                      <a:pos x="connsiteX2872" y="connsiteY2872"/>
                    </a:cxn>
                    <a:cxn ang="0">
                      <a:pos x="connsiteX2873" y="connsiteY2873"/>
                    </a:cxn>
                    <a:cxn ang="0">
                      <a:pos x="connsiteX2874" y="connsiteY2874"/>
                    </a:cxn>
                    <a:cxn ang="0">
                      <a:pos x="connsiteX2875" y="connsiteY2875"/>
                    </a:cxn>
                    <a:cxn ang="0">
                      <a:pos x="connsiteX2876" y="connsiteY2876"/>
                    </a:cxn>
                    <a:cxn ang="0">
                      <a:pos x="connsiteX2877" y="connsiteY2877"/>
                    </a:cxn>
                    <a:cxn ang="0">
                      <a:pos x="connsiteX2878" y="connsiteY2878"/>
                    </a:cxn>
                    <a:cxn ang="0">
                      <a:pos x="connsiteX2879" y="connsiteY2879"/>
                    </a:cxn>
                    <a:cxn ang="0">
                      <a:pos x="connsiteX2880" y="connsiteY2880"/>
                    </a:cxn>
                    <a:cxn ang="0">
                      <a:pos x="connsiteX2881" y="connsiteY2881"/>
                    </a:cxn>
                    <a:cxn ang="0">
                      <a:pos x="connsiteX2882" y="connsiteY2882"/>
                    </a:cxn>
                    <a:cxn ang="0">
                      <a:pos x="connsiteX2883" y="connsiteY2883"/>
                    </a:cxn>
                    <a:cxn ang="0">
                      <a:pos x="connsiteX2884" y="connsiteY2884"/>
                    </a:cxn>
                    <a:cxn ang="0">
                      <a:pos x="connsiteX2885" y="connsiteY2885"/>
                    </a:cxn>
                    <a:cxn ang="0">
                      <a:pos x="connsiteX2886" y="connsiteY2886"/>
                    </a:cxn>
                    <a:cxn ang="0">
                      <a:pos x="connsiteX2887" y="connsiteY2887"/>
                    </a:cxn>
                    <a:cxn ang="0">
                      <a:pos x="connsiteX2888" y="connsiteY2888"/>
                    </a:cxn>
                    <a:cxn ang="0">
                      <a:pos x="connsiteX2889" y="connsiteY2889"/>
                    </a:cxn>
                    <a:cxn ang="0">
                      <a:pos x="connsiteX2890" y="connsiteY2890"/>
                    </a:cxn>
                    <a:cxn ang="0">
                      <a:pos x="connsiteX2891" y="connsiteY2891"/>
                    </a:cxn>
                    <a:cxn ang="0">
                      <a:pos x="connsiteX2892" y="connsiteY2892"/>
                    </a:cxn>
                    <a:cxn ang="0">
                      <a:pos x="connsiteX2893" y="connsiteY2893"/>
                    </a:cxn>
                    <a:cxn ang="0">
                      <a:pos x="connsiteX2894" y="connsiteY2894"/>
                    </a:cxn>
                    <a:cxn ang="0">
                      <a:pos x="connsiteX2895" y="connsiteY2895"/>
                    </a:cxn>
                    <a:cxn ang="0">
                      <a:pos x="connsiteX2896" y="connsiteY2896"/>
                    </a:cxn>
                    <a:cxn ang="0">
                      <a:pos x="connsiteX2897" y="connsiteY2897"/>
                    </a:cxn>
                    <a:cxn ang="0">
                      <a:pos x="connsiteX2898" y="connsiteY2898"/>
                    </a:cxn>
                    <a:cxn ang="0">
                      <a:pos x="connsiteX2899" y="connsiteY2899"/>
                    </a:cxn>
                    <a:cxn ang="0">
                      <a:pos x="connsiteX2900" y="connsiteY2900"/>
                    </a:cxn>
                    <a:cxn ang="0">
                      <a:pos x="connsiteX2901" y="connsiteY2901"/>
                    </a:cxn>
                    <a:cxn ang="0">
                      <a:pos x="connsiteX2902" y="connsiteY2902"/>
                    </a:cxn>
                    <a:cxn ang="0">
                      <a:pos x="connsiteX2903" y="connsiteY2903"/>
                    </a:cxn>
                    <a:cxn ang="0">
                      <a:pos x="connsiteX2904" y="connsiteY2904"/>
                    </a:cxn>
                    <a:cxn ang="0">
                      <a:pos x="connsiteX2905" y="connsiteY2905"/>
                    </a:cxn>
                    <a:cxn ang="0">
                      <a:pos x="connsiteX2906" y="connsiteY2906"/>
                    </a:cxn>
                    <a:cxn ang="0">
                      <a:pos x="connsiteX2907" y="connsiteY2907"/>
                    </a:cxn>
                    <a:cxn ang="0">
                      <a:pos x="connsiteX2908" y="connsiteY2908"/>
                    </a:cxn>
                    <a:cxn ang="0">
                      <a:pos x="connsiteX2909" y="connsiteY2909"/>
                    </a:cxn>
                    <a:cxn ang="0">
                      <a:pos x="connsiteX2910" y="connsiteY2910"/>
                    </a:cxn>
                    <a:cxn ang="0">
                      <a:pos x="connsiteX2911" y="connsiteY2911"/>
                    </a:cxn>
                    <a:cxn ang="0">
                      <a:pos x="connsiteX2912" y="connsiteY2912"/>
                    </a:cxn>
                    <a:cxn ang="0">
                      <a:pos x="connsiteX2913" y="connsiteY2913"/>
                    </a:cxn>
                    <a:cxn ang="0">
                      <a:pos x="connsiteX2914" y="connsiteY2914"/>
                    </a:cxn>
                    <a:cxn ang="0">
                      <a:pos x="connsiteX2915" y="connsiteY2915"/>
                    </a:cxn>
                    <a:cxn ang="0">
                      <a:pos x="connsiteX2916" y="connsiteY2916"/>
                    </a:cxn>
                    <a:cxn ang="0">
                      <a:pos x="connsiteX2917" y="connsiteY2917"/>
                    </a:cxn>
                    <a:cxn ang="0">
                      <a:pos x="connsiteX2918" y="connsiteY2918"/>
                    </a:cxn>
                    <a:cxn ang="0">
                      <a:pos x="connsiteX2919" y="connsiteY2919"/>
                    </a:cxn>
                    <a:cxn ang="0">
                      <a:pos x="connsiteX2920" y="connsiteY2920"/>
                    </a:cxn>
                    <a:cxn ang="0">
                      <a:pos x="connsiteX2921" y="connsiteY2921"/>
                    </a:cxn>
                    <a:cxn ang="0">
                      <a:pos x="connsiteX2922" y="connsiteY2922"/>
                    </a:cxn>
                    <a:cxn ang="0">
                      <a:pos x="connsiteX2923" y="connsiteY2923"/>
                    </a:cxn>
                    <a:cxn ang="0">
                      <a:pos x="connsiteX2924" y="connsiteY2924"/>
                    </a:cxn>
                    <a:cxn ang="0">
                      <a:pos x="connsiteX2925" y="connsiteY2925"/>
                    </a:cxn>
                    <a:cxn ang="0">
                      <a:pos x="connsiteX2926" y="connsiteY2926"/>
                    </a:cxn>
                    <a:cxn ang="0">
                      <a:pos x="connsiteX2927" y="connsiteY2927"/>
                    </a:cxn>
                    <a:cxn ang="0">
                      <a:pos x="connsiteX2928" y="connsiteY2928"/>
                    </a:cxn>
                    <a:cxn ang="0">
                      <a:pos x="connsiteX2929" y="connsiteY2929"/>
                    </a:cxn>
                    <a:cxn ang="0">
                      <a:pos x="connsiteX2930" y="connsiteY2930"/>
                    </a:cxn>
                    <a:cxn ang="0">
                      <a:pos x="connsiteX2931" y="connsiteY2931"/>
                    </a:cxn>
                    <a:cxn ang="0">
                      <a:pos x="connsiteX2932" y="connsiteY2932"/>
                    </a:cxn>
                    <a:cxn ang="0">
                      <a:pos x="connsiteX2933" y="connsiteY2933"/>
                    </a:cxn>
                    <a:cxn ang="0">
                      <a:pos x="connsiteX2934" y="connsiteY2934"/>
                    </a:cxn>
                    <a:cxn ang="0">
                      <a:pos x="connsiteX2935" y="connsiteY2935"/>
                    </a:cxn>
                    <a:cxn ang="0">
                      <a:pos x="connsiteX2936" y="connsiteY2936"/>
                    </a:cxn>
                    <a:cxn ang="0">
                      <a:pos x="connsiteX2937" y="connsiteY2937"/>
                    </a:cxn>
                    <a:cxn ang="0">
                      <a:pos x="connsiteX2938" y="connsiteY2938"/>
                    </a:cxn>
                    <a:cxn ang="0">
                      <a:pos x="connsiteX2939" y="connsiteY2939"/>
                    </a:cxn>
                    <a:cxn ang="0">
                      <a:pos x="connsiteX2940" y="connsiteY2940"/>
                    </a:cxn>
                    <a:cxn ang="0">
                      <a:pos x="connsiteX2941" y="connsiteY2941"/>
                    </a:cxn>
                    <a:cxn ang="0">
                      <a:pos x="connsiteX2942" y="connsiteY2942"/>
                    </a:cxn>
                    <a:cxn ang="0">
                      <a:pos x="connsiteX2943" y="connsiteY2943"/>
                    </a:cxn>
                    <a:cxn ang="0">
                      <a:pos x="connsiteX2944" y="connsiteY2944"/>
                    </a:cxn>
                    <a:cxn ang="0">
                      <a:pos x="connsiteX2945" y="connsiteY2945"/>
                    </a:cxn>
                    <a:cxn ang="0">
                      <a:pos x="connsiteX2946" y="connsiteY2946"/>
                    </a:cxn>
                    <a:cxn ang="0">
                      <a:pos x="connsiteX2947" y="connsiteY2947"/>
                    </a:cxn>
                    <a:cxn ang="0">
                      <a:pos x="connsiteX2948" y="connsiteY2948"/>
                    </a:cxn>
                    <a:cxn ang="0">
                      <a:pos x="connsiteX2949" y="connsiteY2949"/>
                    </a:cxn>
                    <a:cxn ang="0">
                      <a:pos x="connsiteX2950" y="connsiteY2950"/>
                    </a:cxn>
                    <a:cxn ang="0">
                      <a:pos x="connsiteX2951" y="connsiteY2951"/>
                    </a:cxn>
                    <a:cxn ang="0">
                      <a:pos x="connsiteX2952" y="connsiteY2952"/>
                    </a:cxn>
                    <a:cxn ang="0">
                      <a:pos x="connsiteX2953" y="connsiteY2953"/>
                    </a:cxn>
                    <a:cxn ang="0">
                      <a:pos x="connsiteX2954" y="connsiteY2954"/>
                    </a:cxn>
                    <a:cxn ang="0">
                      <a:pos x="connsiteX2955" y="connsiteY2955"/>
                    </a:cxn>
                    <a:cxn ang="0">
                      <a:pos x="connsiteX2956" y="connsiteY2956"/>
                    </a:cxn>
                    <a:cxn ang="0">
                      <a:pos x="connsiteX2957" y="connsiteY2957"/>
                    </a:cxn>
                    <a:cxn ang="0">
                      <a:pos x="connsiteX2958" y="connsiteY2958"/>
                    </a:cxn>
                    <a:cxn ang="0">
                      <a:pos x="connsiteX2959" y="connsiteY2959"/>
                    </a:cxn>
                    <a:cxn ang="0">
                      <a:pos x="connsiteX2960" y="connsiteY2960"/>
                    </a:cxn>
                    <a:cxn ang="0">
                      <a:pos x="connsiteX2961" y="connsiteY2961"/>
                    </a:cxn>
                    <a:cxn ang="0">
                      <a:pos x="connsiteX2962" y="connsiteY2962"/>
                    </a:cxn>
                    <a:cxn ang="0">
                      <a:pos x="connsiteX2963" y="connsiteY2963"/>
                    </a:cxn>
                    <a:cxn ang="0">
                      <a:pos x="connsiteX2964" y="connsiteY2964"/>
                    </a:cxn>
                    <a:cxn ang="0">
                      <a:pos x="connsiteX2965" y="connsiteY2965"/>
                    </a:cxn>
                    <a:cxn ang="0">
                      <a:pos x="connsiteX2966" y="connsiteY2966"/>
                    </a:cxn>
                    <a:cxn ang="0">
                      <a:pos x="connsiteX2967" y="connsiteY2967"/>
                    </a:cxn>
                    <a:cxn ang="0">
                      <a:pos x="connsiteX2968" y="connsiteY2968"/>
                    </a:cxn>
                    <a:cxn ang="0">
                      <a:pos x="connsiteX2969" y="connsiteY2969"/>
                    </a:cxn>
                    <a:cxn ang="0">
                      <a:pos x="connsiteX2970" y="connsiteY2970"/>
                    </a:cxn>
                    <a:cxn ang="0">
                      <a:pos x="connsiteX2971" y="connsiteY2971"/>
                    </a:cxn>
                    <a:cxn ang="0">
                      <a:pos x="connsiteX2972" y="connsiteY2972"/>
                    </a:cxn>
                    <a:cxn ang="0">
                      <a:pos x="connsiteX2973" y="connsiteY2973"/>
                    </a:cxn>
                    <a:cxn ang="0">
                      <a:pos x="connsiteX2974" y="connsiteY2974"/>
                    </a:cxn>
                    <a:cxn ang="0">
                      <a:pos x="connsiteX2975" y="connsiteY2975"/>
                    </a:cxn>
                    <a:cxn ang="0">
                      <a:pos x="connsiteX2976" y="connsiteY2976"/>
                    </a:cxn>
                    <a:cxn ang="0">
                      <a:pos x="connsiteX2977" y="connsiteY2977"/>
                    </a:cxn>
                    <a:cxn ang="0">
                      <a:pos x="connsiteX2978" y="connsiteY2978"/>
                    </a:cxn>
                    <a:cxn ang="0">
                      <a:pos x="connsiteX2979" y="connsiteY2979"/>
                    </a:cxn>
                    <a:cxn ang="0">
                      <a:pos x="connsiteX2980" y="connsiteY2980"/>
                    </a:cxn>
                    <a:cxn ang="0">
                      <a:pos x="connsiteX2981" y="connsiteY2981"/>
                    </a:cxn>
                    <a:cxn ang="0">
                      <a:pos x="connsiteX2982" y="connsiteY2982"/>
                    </a:cxn>
                    <a:cxn ang="0">
                      <a:pos x="connsiteX2983" y="connsiteY2983"/>
                    </a:cxn>
                    <a:cxn ang="0">
                      <a:pos x="connsiteX2984" y="connsiteY2984"/>
                    </a:cxn>
                    <a:cxn ang="0">
                      <a:pos x="connsiteX2985" y="connsiteY2985"/>
                    </a:cxn>
                    <a:cxn ang="0">
                      <a:pos x="connsiteX2986" y="connsiteY2986"/>
                    </a:cxn>
                    <a:cxn ang="0">
                      <a:pos x="connsiteX2987" y="connsiteY2987"/>
                    </a:cxn>
                    <a:cxn ang="0">
                      <a:pos x="connsiteX2988" y="connsiteY2988"/>
                    </a:cxn>
                    <a:cxn ang="0">
                      <a:pos x="connsiteX2989" y="connsiteY2989"/>
                    </a:cxn>
                    <a:cxn ang="0">
                      <a:pos x="connsiteX2990" y="connsiteY2990"/>
                    </a:cxn>
                    <a:cxn ang="0">
                      <a:pos x="connsiteX2991" y="connsiteY2991"/>
                    </a:cxn>
                    <a:cxn ang="0">
                      <a:pos x="connsiteX2992" y="connsiteY2992"/>
                    </a:cxn>
                    <a:cxn ang="0">
                      <a:pos x="connsiteX2993" y="connsiteY2993"/>
                    </a:cxn>
                    <a:cxn ang="0">
                      <a:pos x="connsiteX2994" y="connsiteY2994"/>
                    </a:cxn>
                    <a:cxn ang="0">
                      <a:pos x="connsiteX2995" y="connsiteY2995"/>
                    </a:cxn>
                    <a:cxn ang="0">
                      <a:pos x="connsiteX2996" y="connsiteY2996"/>
                    </a:cxn>
                    <a:cxn ang="0">
                      <a:pos x="connsiteX2997" y="connsiteY2997"/>
                    </a:cxn>
                    <a:cxn ang="0">
                      <a:pos x="connsiteX2998" y="connsiteY2998"/>
                    </a:cxn>
                    <a:cxn ang="0">
                      <a:pos x="connsiteX2999" y="connsiteY2999"/>
                    </a:cxn>
                    <a:cxn ang="0">
                      <a:pos x="connsiteX3000" y="connsiteY3000"/>
                    </a:cxn>
                    <a:cxn ang="0">
                      <a:pos x="connsiteX3001" y="connsiteY3001"/>
                    </a:cxn>
                    <a:cxn ang="0">
                      <a:pos x="connsiteX3002" y="connsiteY3002"/>
                    </a:cxn>
                    <a:cxn ang="0">
                      <a:pos x="connsiteX3003" y="connsiteY3003"/>
                    </a:cxn>
                    <a:cxn ang="0">
                      <a:pos x="connsiteX3004" y="connsiteY3004"/>
                    </a:cxn>
                    <a:cxn ang="0">
                      <a:pos x="connsiteX3005" y="connsiteY3005"/>
                    </a:cxn>
                    <a:cxn ang="0">
                      <a:pos x="connsiteX3006" y="connsiteY3006"/>
                    </a:cxn>
                    <a:cxn ang="0">
                      <a:pos x="connsiteX3007" y="connsiteY3007"/>
                    </a:cxn>
                    <a:cxn ang="0">
                      <a:pos x="connsiteX3008" y="connsiteY3008"/>
                    </a:cxn>
                    <a:cxn ang="0">
                      <a:pos x="connsiteX3009" y="connsiteY3009"/>
                    </a:cxn>
                    <a:cxn ang="0">
                      <a:pos x="connsiteX3010" y="connsiteY3010"/>
                    </a:cxn>
                    <a:cxn ang="0">
                      <a:pos x="connsiteX3011" y="connsiteY3011"/>
                    </a:cxn>
                    <a:cxn ang="0">
                      <a:pos x="connsiteX3012" y="connsiteY3012"/>
                    </a:cxn>
                    <a:cxn ang="0">
                      <a:pos x="connsiteX3013" y="connsiteY3013"/>
                    </a:cxn>
                    <a:cxn ang="0">
                      <a:pos x="connsiteX3014" y="connsiteY3014"/>
                    </a:cxn>
                    <a:cxn ang="0">
                      <a:pos x="connsiteX3015" y="connsiteY3015"/>
                    </a:cxn>
                    <a:cxn ang="0">
                      <a:pos x="connsiteX3016" y="connsiteY3016"/>
                    </a:cxn>
                    <a:cxn ang="0">
                      <a:pos x="connsiteX3017" y="connsiteY3017"/>
                    </a:cxn>
                    <a:cxn ang="0">
                      <a:pos x="connsiteX3018" y="connsiteY3018"/>
                    </a:cxn>
                  </a:cxnLst>
                  <a:rect l="l" t="t" r="r" b="b"/>
                  <a:pathLst>
                    <a:path w="260188" h="301288">
                      <a:moveTo>
                        <a:pt x="258860" y="176425"/>
                      </a:moveTo>
                      <a:lnTo>
                        <a:pt x="257344" y="171309"/>
                      </a:lnTo>
                      <a:cubicBezTo>
                        <a:pt x="257092" y="169225"/>
                        <a:pt x="257344" y="167583"/>
                        <a:pt x="257471" y="166004"/>
                      </a:cubicBezTo>
                      <a:cubicBezTo>
                        <a:pt x="257913" y="161962"/>
                        <a:pt x="258039" y="159751"/>
                        <a:pt x="253681" y="156656"/>
                      </a:cubicBezTo>
                      <a:cubicBezTo>
                        <a:pt x="248250" y="151099"/>
                        <a:pt x="243702" y="145414"/>
                        <a:pt x="239913" y="139414"/>
                      </a:cubicBezTo>
                      <a:cubicBezTo>
                        <a:pt x="240039" y="131520"/>
                        <a:pt x="233218" y="129435"/>
                        <a:pt x="228923" y="138025"/>
                      </a:cubicBezTo>
                      <a:lnTo>
                        <a:pt x="220586" y="143899"/>
                      </a:lnTo>
                      <a:cubicBezTo>
                        <a:pt x="218502" y="145225"/>
                        <a:pt x="217113" y="143014"/>
                        <a:pt x="217113" y="140804"/>
                      </a:cubicBezTo>
                      <a:cubicBezTo>
                        <a:pt x="216292" y="130383"/>
                        <a:pt x="209218" y="121983"/>
                        <a:pt x="201386" y="113962"/>
                      </a:cubicBezTo>
                      <a:cubicBezTo>
                        <a:pt x="197218" y="101330"/>
                        <a:pt x="191534" y="90720"/>
                        <a:pt x="189450" y="80993"/>
                      </a:cubicBezTo>
                      <a:cubicBezTo>
                        <a:pt x="197344" y="81814"/>
                        <a:pt x="203344" y="83330"/>
                        <a:pt x="205744" y="85667"/>
                      </a:cubicBezTo>
                      <a:cubicBezTo>
                        <a:pt x="209218" y="89456"/>
                        <a:pt x="213639" y="91414"/>
                        <a:pt x="214776" y="88699"/>
                      </a:cubicBezTo>
                      <a:cubicBezTo>
                        <a:pt x="215218" y="87877"/>
                        <a:pt x="212692" y="86362"/>
                        <a:pt x="211492" y="85099"/>
                      </a:cubicBezTo>
                      <a:cubicBezTo>
                        <a:pt x="212818" y="85099"/>
                        <a:pt x="214650" y="86362"/>
                        <a:pt x="216608" y="88320"/>
                      </a:cubicBezTo>
                      <a:cubicBezTo>
                        <a:pt x="220144" y="88320"/>
                        <a:pt x="221218" y="85667"/>
                        <a:pt x="220208" y="82067"/>
                      </a:cubicBezTo>
                      <a:cubicBezTo>
                        <a:pt x="220650" y="79162"/>
                        <a:pt x="220523" y="76888"/>
                        <a:pt x="219260" y="75941"/>
                      </a:cubicBezTo>
                      <a:lnTo>
                        <a:pt x="216355" y="74235"/>
                      </a:lnTo>
                      <a:cubicBezTo>
                        <a:pt x="211492" y="68930"/>
                        <a:pt x="207450" y="63625"/>
                        <a:pt x="204102" y="57814"/>
                      </a:cubicBezTo>
                      <a:cubicBezTo>
                        <a:pt x="203660" y="57120"/>
                        <a:pt x="203534" y="56551"/>
                        <a:pt x="203534" y="55983"/>
                      </a:cubicBezTo>
                      <a:cubicBezTo>
                        <a:pt x="203534" y="53646"/>
                        <a:pt x="202839" y="51562"/>
                        <a:pt x="200502" y="49414"/>
                      </a:cubicBezTo>
                      <a:lnTo>
                        <a:pt x="201639" y="48846"/>
                      </a:lnTo>
                      <a:lnTo>
                        <a:pt x="201513" y="48025"/>
                      </a:lnTo>
                      <a:lnTo>
                        <a:pt x="203976" y="48593"/>
                      </a:lnTo>
                      <a:lnTo>
                        <a:pt x="201513" y="44425"/>
                      </a:lnTo>
                      <a:cubicBezTo>
                        <a:pt x="200123" y="39309"/>
                        <a:pt x="195386" y="38425"/>
                        <a:pt x="188313" y="40509"/>
                      </a:cubicBezTo>
                      <a:cubicBezTo>
                        <a:pt x="187302" y="40762"/>
                        <a:pt x="186102" y="39625"/>
                        <a:pt x="184839" y="38299"/>
                      </a:cubicBezTo>
                      <a:cubicBezTo>
                        <a:pt x="180355" y="34004"/>
                        <a:pt x="175618" y="31604"/>
                        <a:pt x="177323" y="34825"/>
                      </a:cubicBezTo>
                      <a:cubicBezTo>
                        <a:pt x="177576" y="35393"/>
                        <a:pt x="179029" y="36909"/>
                        <a:pt x="177450" y="36783"/>
                      </a:cubicBezTo>
                      <a:lnTo>
                        <a:pt x="169808" y="35520"/>
                      </a:lnTo>
                      <a:cubicBezTo>
                        <a:pt x="168102" y="35267"/>
                        <a:pt x="167850" y="35835"/>
                        <a:pt x="168292" y="36656"/>
                      </a:cubicBezTo>
                      <a:cubicBezTo>
                        <a:pt x="169681" y="38172"/>
                        <a:pt x="171071" y="39562"/>
                        <a:pt x="171639" y="41267"/>
                      </a:cubicBezTo>
                      <a:lnTo>
                        <a:pt x="161913" y="41835"/>
                      </a:lnTo>
                      <a:cubicBezTo>
                        <a:pt x="159955" y="41962"/>
                        <a:pt x="158313" y="42783"/>
                        <a:pt x="156481" y="42656"/>
                      </a:cubicBezTo>
                      <a:cubicBezTo>
                        <a:pt x="151239" y="38235"/>
                        <a:pt x="144671" y="41583"/>
                        <a:pt x="137850" y="46699"/>
                      </a:cubicBezTo>
                      <a:lnTo>
                        <a:pt x="136902" y="46256"/>
                      </a:lnTo>
                      <a:lnTo>
                        <a:pt x="136776" y="38362"/>
                      </a:lnTo>
                      <a:lnTo>
                        <a:pt x="137597" y="38362"/>
                      </a:lnTo>
                      <a:lnTo>
                        <a:pt x="136902" y="33183"/>
                      </a:lnTo>
                      <a:lnTo>
                        <a:pt x="137471" y="33183"/>
                      </a:lnTo>
                      <a:cubicBezTo>
                        <a:pt x="138039" y="25351"/>
                        <a:pt x="136523" y="20425"/>
                        <a:pt x="133555" y="16888"/>
                      </a:cubicBezTo>
                      <a:cubicBezTo>
                        <a:pt x="132986" y="14551"/>
                        <a:pt x="135386" y="14804"/>
                        <a:pt x="135892" y="14109"/>
                      </a:cubicBezTo>
                      <a:cubicBezTo>
                        <a:pt x="138102" y="11330"/>
                        <a:pt x="137976" y="8109"/>
                        <a:pt x="137976" y="6467"/>
                      </a:cubicBezTo>
                      <a:cubicBezTo>
                        <a:pt x="137534" y="3120"/>
                        <a:pt x="136460" y="2046"/>
                        <a:pt x="134755" y="3120"/>
                      </a:cubicBezTo>
                      <a:lnTo>
                        <a:pt x="132797" y="3120"/>
                      </a:lnTo>
                      <a:cubicBezTo>
                        <a:pt x="130713" y="2804"/>
                        <a:pt x="129008" y="2109"/>
                        <a:pt x="128186" y="1162"/>
                      </a:cubicBezTo>
                      <a:cubicBezTo>
                        <a:pt x="125976" y="-354"/>
                        <a:pt x="123892" y="-354"/>
                        <a:pt x="121808" y="972"/>
                      </a:cubicBezTo>
                      <a:cubicBezTo>
                        <a:pt x="111765" y="3499"/>
                        <a:pt x="109934" y="11267"/>
                        <a:pt x="97744" y="6025"/>
                      </a:cubicBezTo>
                      <a:cubicBezTo>
                        <a:pt x="96355" y="5899"/>
                        <a:pt x="96102" y="6404"/>
                        <a:pt x="96671" y="7541"/>
                      </a:cubicBezTo>
                      <a:cubicBezTo>
                        <a:pt x="98755" y="10320"/>
                        <a:pt x="101660" y="12151"/>
                        <a:pt x="104881" y="13541"/>
                      </a:cubicBezTo>
                      <a:cubicBezTo>
                        <a:pt x="103744" y="14362"/>
                        <a:pt x="101534" y="14488"/>
                        <a:pt x="97934" y="14172"/>
                      </a:cubicBezTo>
                      <a:cubicBezTo>
                        <a:pt x="100018" y="16951"/>
                        <a:pt x="104060" y="18341"/>
                        <a:pt x="110313" y="18214"/>
                      </a:cubicBezTo>
                      <a:cubicBezTo>
                        <a:pt x="112650" y="19604"/>
                        <a:pt x="115492" y="19035"/>
                        <a:pt x="118523" y="17835"/>
                      </a:cubicBezTo>
                      <a:cubicBezTo>
                        <a:pt x="120229" y="16888"/>
                        <a:pt x="120355" y="17393"/>
                        <a:pt x="119218" y="19667"/>
                      </a:cubicBezTo>
                      <a:cubicBezTo>
                        <a:pt x="115997" y="22320"/>
                        <a:pt x="113786" y="27435"/>
                        <a:pt x="113408" y="36783"/>
                      </a:cubicBezTo>
                      <a:cubicBezTo>
                        <a:pt x="112144" y="38678"/>
                        <a:pt x="111450" y="40825"/>
                        <a:pt x="111008" y="43162"/>
                      </a:cubicBezTo>
                      <a:cubicBezTo>
                        <a:pt x="106397" y="41899"/>
                        <a:pt x="102355" y="41078"/>
                        <a:pt x="100713" y="42467"/>
                      </a:cubicBezTo>
                      <a:lnTo>
                        <a:pt x="98881" y="42341"/>
                      </a:lnTo>
                      <a:cubicBezTo>
                        <a:pt x="94902" y="39309"/>
                        <a:pt x="90986" y="39435"/>
                        <a:pt x="87765" y="41520"/>
                      </a:cubicBezTo>
                      <a:lnTo>
                        <a:pt x="80629" y="46951"/>
                      </a:lnTo>
                      <a:cubicBezTo>
                        <a:pt x="78039" y="48783"/>
                        <a:pt x="75765" y="48846"/>
                        <a:pt x="75386" y="46635"/>
                      </a:cubicBezTo>
                      <a:lnTo>
                        <a:pt x="72481" y="40383"/>
                      </a:lnTo>
                      <a:cubicBezTo>
                        <a:pt x="72608" y="35899"/>
                        <a:pt x="70965" y="33878"/>
                        <a:pt x="67871" y="33562"/>
                      </a:cubicBezTo>
                      <a:cubicBezTo>
                        <a:pt x="66481" y="32299"/>
                        <a:pt x="65534" y="30783"/>
                        <a:pt x="65218" y="29078"/>
                      </a:cubicBezTo>
                      <a:lnTo>
                        <a:pt x="63134" y="26425"/>
                      </a:lnTo>
                      <a:cubicBezTo>
                        <a:pt x="63829" y="24025"/>
                        <a:pt x="62818" y="23204"/>
                        <a:pt x="61176" y="23204"/>
                      </a:cubicBezTo>
                      <a:cubicBezTo>
                        <a:pt x="59344" y="23204"/>
                        <a:pt x="57702" y="22888"/>
                        <a:pt x="56692" y="22193"/>
                      </a:cubicBezTo>
                      <a:lnTo>
                        <a:pt x="42229" y="4383"/>
                      </a:lnTo>
                      <a:cubicBezTo>
                        <a:pt x="40397" y="4635"/>
                        <a:pt x="39765" y="5899"/>
                        <a:pt x="40018" y="7983"/>
                      </a:cubicBezTo>
                      <a:lnTo>
                        <a:pt x="52397" y="25541"/>
                      </a:lnTo>
                      <a:cubicBezTo>
                        <a:pt x="52839" y="26362"/>
                        <a:pt x="53660" y="27183"/>
                        <a:pt x="53534" y="27878"/>
                      </a:cubicBezTo>
                      <a:cubicBezTo>
                        <a:pt x="52586" y="30278"/>
                        <a:pt x="52144" y="31793"/>
                        <a:pt x="54229" y="33878"/>
                      </a:cubicBezTo>
                      <a:lnTo>
                        <a:pt x="58397" y="37920"/>
                      </a:lnTo>
                      <a:cubicBezTo>
                        <a:pt x="58839" y="40825"/>
                        <a:pt x="59344" y="43225"/>
                        <a:pt x="60355" y="44046"/>
                      </a:cubicBezTo>
                      <a:cubicBezTo>
                        <a:pt x="59344" y="46004"/>
                        <a:pt x="60608" y="47772"/>
                        <a:pt x="62313" y="49604"/>
                      </a:cubicBezTo>
                      <a:cubicBezTo>
                        <a:pt x="62755" y="50172"/>
                        <a:pt x="62881" y="50804"/>
                        <a:pt x="63576" y="51435"/>
                      </a:cubicBezTo>
                      <a:lnTo>
                        <a:pt x="64271" y="57372"/>
                      </a:lnTo>
                      <a:cubicBezTo>
                        <a:pt x="58397" y="62235"/>
                        <a:pt x="55492" y="65899"/>
                        <a:pt x="54923" y="68109"/>
                      </a:cubicBezTo>
                      <a:cubicBezTo>
                        <a:pt x="54608" y="69372"/>
                        <a:pt x="54355" y="70320"/>
                        <a:pt x="55239" y="71014"/>
                      </a:cubicBezTo>
                      <a:lnTo>
                        <a:pt x="63450" y="70193"/>
                      </a:lnTo>
                      <a:cubicBezTo>
                        <a:pt x="64144" y="70635"/>
                        <a:pt x="64965" y="70762"/>
                        <a:pt x="65218" y="71330"/>
                      </a:cubicBezTo>
                      <a:cubicBezTo>
                        <a:pt x="66481" y="74235"/>
                        <a:pt x="64839" y="78846"/>
                        <a:pt x="60355" y="79414"/>
                      </a:cubicBezTo>
                      <a:cubicBezTo>
                        <a:pt x="50186" y="81941"/>
                        <a:pt x="42797" y="85351"/>
                        <a:pt x="45765" y="92235"/>
                      </a:cubicBezTo>
                      <a:cubicBezTo>
                        <a:pt x="49492" y="97099"/>
                        <a:pt x="47597" y="101393"/>
                        <a:pt x="41155" y="105309"/>
                      </a:cubicBezTo>
                      <a:cubicBezTo>
                        <a:pt x="39639" y="106699"/>
                        <a:pt x="38944" y="108467"/>
                        <a:pt x="39197" y="110867"/>
                      </a:cubicBezTo>
                      <a:cubicBezTo>
                        <a:pt x="37365" y="112383"/>
                        <a:pt x="35976" y="114783"/>
                        <a:pt x="34776" y="117372"/>
                      </a:cubicBezTo>
                      <a:cubicBezTo>
                        <a:pt x="33765" y="120151"/>
                        <a:pt x="33765" y="121414"/>
                        <a:pt x="35723" y="121162"/>
                      </a:cubicBezTo>
                      <a:cubicBezTo>
                        <a:pt x="49871" y="116425"/>
                        <a:pt x="63829" y="114467"/>
                        <a:pt x="73681" y="122678"/>
                      </a:cubicBezTo>
                      <a:cubicBezTo>
                        <a:pt x="78544" y="126720"/>
                        <a:pt x="77723" y="128804"/>
                        <a:pt x="85429" y="129246"/>
                      </a:cubicBezTo>
                      <a:cubicBezTo>
                        <a:pt x="84544" y="132467"/>
                        <a:pt x="85429" y="134235"/>
                        <a:pt x="88208" y="134804"/>
                      </a:cubicBezTo>
                      <a:lnTo>
                        <a:pt x="88650" y="138404"/>
                      </a:lnTo>
                      <a:cubicBezTo>
                        <a:pt x="85555" y="139099"/>
                        <a:pt x="82081" y="139099"/>
                        <a:pt x="79050" y="139920"/>
                      </a:cubicBezTo>
                      <a:cubicBezTo>
                        <a:pt x="75576" y="140741"/>
                        <a:pt x="72229" y="142130"/>
                        <a:pt x="69197" y="142130"/>
                      </a:cubicBezTo>
                      <a:cubicBezTo>
                        <a:pt x="66544" y="140046"/>
                        <a:pt x="63513" y="138783"/>
                        <a:pt x="60986" y="137267"/>
                      </a:cubicBezTo>
                      <a:cubicBezTo>
                        <a:pt x="48229" y="129309"/>
                        <a:pt x="37492" y="128867"/>
                        <a:pt x="28144" y="139730"/>
                      </a:cubicBezTo>
                      <a:cubicBezTo>
                        <a:pt x="23281" y="145414"/>
                        <a:pt x="18797" y="153246"/>
                        <a:pt x="15197" y="165246"/>
                      </a:cubicBezTo>
                      <a:cubicBezTo>
                        <a:pt x="14502" y="167330"/>
                        <a:pt x="12860" y="168151"/>
                        <a:pt x="9513" y="166193"/>
                      </a:cubicBezTo>
                      <a:cubicBezTo>
                        <a:pt x="2818" y="160762"/>
                        <a:pt x="1618" y="155899"/>
                        <a:pt x="4902" y="152741"/>
                      </a:cubicBezTo>
                      <a:cubicBezTo>
                        <a:pt x="9639" y="148320"/>
                        <a:pt x="11471" y="150909"/>
                        <a:pt x="8944" y="153309"/>
                      </a:cubicBezTo>
                      <a:lnTo>
                        <a:pt x="9071" y="153878"/>
                      </a:lnTo>
                      <a:cubicBezTo>
                        <a:pt x="12734" y="153878"/>
                        <a:pt x="14060" y="156404"/>
                        <a:pt x="15450" y="159056"/>
                      </a:cubicBezTo>
                      <a:cubicBezTo>
                        <a:pt x="18481" y="151099"/>
                        <a:pt x="16839" y="145667"/>
                        <a:pt x="12544" y="141372"/>
                      </a:cubicBezTo>
                      <a:lnTo>
                        <a:pt x="11597" y="141246"/>
                      </a:lnTo>
                      <a:lnTo>
                        <a:pt x="12039" y="148067"/>
                      </a:lnTo>
                      <a:cubicBezTo>
                        <a:pt x="4650" y="146551"/>
                        <a:pt x="608" y="152235"/>
                        <a:pt x="39" y="157541"/>
                      </a:cubicBezTo>
                      <a:cubicBezTo>
                        <a:pt x="-340" y="162720"/>
                        <a:pt x="1997" y="167267"/>
                        <a:pt x="8629" y="171183"/>
                      </a:cubicBezTo>
                      <a:cubicBezTo>
                        <a:pt x="12418" y="172446"/>
                        <a:pt x="13492" y="176741"/>
                        <a:pt x="10587" y="181035"/>
                      </a:cubicBezTo>
                      <a:cubicBezTo>
                        <a:pt x="3323" y="191583"/>
                        <a:pt x="4460" y="202888"/>
                        <a:pt x="10965" y="217351"/>
                      </a:cubicBezTo>
                      <a:lnTo>
                        <a:pt x="11787" y="216909"/>
                      </a:lnTo>
                      <a:cubicBezTo>
                        <a:pt x="13176" y="201056"/>
                        <a:pt x="16523" y="192972"/>
                        <a:pt x="21829" y="191456"/>
                      </a:cubicBezTo>
                      <a:cubicBezTo>
                        <a:pt x="23534" y="190888"/>
                        <a:pt x="24987" y="189814"/>
                        <a:pt x="26439" y="187983"/>
                      </a:cubicBezTo>
                      <a:cubicBezTo>
                        <a:pt x="27955" y="185646"/>
                        <a:pt x="28776" y="185899"/>
                        <a:pt x="29913" y="188425"/>
                      </a:cubicBezTo>
                      <a:cubicBezTo>
                        <a:pt x="32881" y="195120"/>
                        <a:pt x="32565" y="201499"/>
                        <a:pt x="28523" y="207878"/>
                      </a:cubicBezTo>
                      <a:cubicBezTo>
                        <a:pt x="19365" y="222783"/>
                        <a:pt x="18923" y="234151"/>
                        <a:pt x="31997" y="243246"/>
                      </a:cubicBezTo>
                      <a:lnTo>
                        <a:pt x="32376" y="244320"/>
                      </a:lnTo>
                      <a:lnTo>
                        <a:pt x="28902" y="248804"/>
                      </a:lnTo>
                      <a:cubicBezTo>
                        <a:pt x="27765" y="250635"/>
                        <a:pt x="28587" y="252846"/>
                        <a:pt x="31681" y="255372"/>
                      </a:cubicBezTo>
                      <a:cubicBezTo>
                        <a:pt x="33892" y="258025"/>
                        <a:pt x="34965" y="262320"/>
                        <a:pt x="35723" y="267751"/>
                      </a:cubicBezTo>
                      <a:cubicBezTo>
                        <a:pt x="34586" y="269393"/>
                        <a:pt x="34460" y="271478"/>
                        <a:pt x="35155" y="273878"/>
                      </a:cubicBezTo>
                      <a:cubicBezTo>
                        <a:pt x="37113" y="276656"/>
                        <a:pt x="41850" y="278235"/>
                        <a:pt x="48481" y="277478"/>
                      </a:cubicBezTo>
                      <a:cubicBezTo>
                        <a:pt x="49176" y="277351"/>
                        <a:pt x="49050" y="276783"/>
                        <a:pt x="49050" y="276088"/>
                      </a:cubicBezTo>
                      <a:cubicBezTo>
                        <a:pt x="49555" y="272993"/>
                        <a:pt x="47534" y="270783"/>
                        <a:pt x="45260" y="267056"/>
                      </a:cubicBezTo>
                      <a:cubicBezTo>
                        <a:pt x="38692" y="261246"/>
                        <a:pt x="37302" y="255625"/>
                        <a:pt x="39386" y="250193"/>
                      </a:cubicBezTo>
                      <a:lnTo>
                        <a:pt x="40334" y="248677"/>
                      </a:lnTo>
                      <a:cubicBezTo>
                        <a:pt x="45513" y="250446"/>
                        <a:pt x="52018" y="252530"/>
                        <a:pt x="58018" y="253351"/>
                      </a:cubicBezTo>
                      <a:cubicBezTo>
                        <a:pt x="55492" y="258530"/>
                        <a:pt x="55808" y="264909"/>
                        <a:pt x="58018" y="268699"/>
                      </a:cubicBezTo>
                      <a:cubicBezTo>
                        <a:pt x="62186" y="275899"/>
                        <a:pt x="66608" y="279246"/>
                        <a:pt x="75134" y="278551"/>
                      </a:cubicBezTo>
                      <a:cubicBezTo>
                        <a:pt x="86439" y="277604"/>
                        <a:pt x="91997" y="268256"/>
                        <a:pt x="87829" y="255625"/>
                      </a:cubicBezTo>
                      <a:cubicBezTo>
                        <a:pt x="91871" y="253414"/>
                        <a:pt x="94523" y="253541"/>
                        <a:pt x="95913" y="256067"/>
                      </a:cubicBezTo>
                      <a:cubicBezTo>
                        <a:pt x="95786" y="261751"/>
                        <a:pt x="98250" y="259920"/>
                        <a:pt x="98376" y="265478"/>
                      </a:cubicBezTo>
                      <a:cubicBezTo>
                        <a:pt x="91744" y="271351"/>
                        <a:pt x="89218" y="276341"/>
                        <a:pt x="96481" y="279562"/>
                      </a:cubicBezTo>
                      <a:cubicBezTo>
                        <a:pt x="100271" y="283288"/>
                        <a:pt x="98186" y="284678"/>
                        <a:pt x="93260" y="284993"/>
                      </a:cubicBezTo>
                      <a:cubicBezTo>
                        <a:pt x="88081" y="283730"/>
                        <a:pt x="84355" y="283983"/>
                        <a:pt x="83660" y="288214"/>
                      </a:cubicBezTo>
                      <a:cubicBezTo>
                        <a:pt x="78923" y="288530"/>
                        <a:pt x="77534" y="291246"/>
                        <a:pt x="77723" y="295730"/>
                      </a:cubicBezTo>
                      <a:cubicBezTo>
                        <a:pt x="79113" y="292383"/>
                        <a:pt x="81765" y="292130"/>
                        <a:pt x="83155" y="292951"/>
                      </a:cubicBezTo>
                      <a:cubicBezTo>
                        <a:pt x="85618" y="292762"/>
                        <a:pt x="88271" y="293520"/>
                        <a:pt x="90544" y="292509"/>
                      </a:cubicBezTo>
                      <a:cubicBezTo>
                        <a:pt x="92629" y="291499"/>
                        <a:pt x="95029" y="291499"/>
                        <a:pt x="97618" y="292635"/>
                      </a:cubicBezTo>
                      <a:cubicBezTo>
                        <a:pt x="99008" y="292635"/>
                        <a:pt x="99955" y="293204"/>
                        <a:pt x="100713" y="294341"/>
                      </a:cubicBezTo>
                      <a:cubicBezTo>
                        <a:pt x="104060" y="297814"/>
                        <a:pt x="103618" y="293962"/>
                        <a:pt x="111008" y="298383"/>
                      </a:cubicBezTo>
                      <a:cubicBezTo>
                        <a:pt x="112839" y="298509"/>
                        <a:pt x="115871" y="298383"/>
                        <a:pt x="116439" y="301288"/>
                      </a:cubicBezTo>
                      <a:lnTo>
                        <a:pt x="117134" y="298635"/>
                      </a:lnTo>
                      <a:cubicBezTo>
                        <a:pt x="117702" y="297625"/>
                        <a:pt x="117386" y="296551"/>
                        <a:pt x="116250" y="295604"/>
                      </a:cubicBezTo>
                      <a:cubicBezTo>
                        <a:pt x="113850" y="292825"/>
                        <a:pt x="117639" y="292635"/>
                        <a:pt x="124208" y="293962"/>
                      </a:cubicBezTo>
                      <a:cubicBezTo>
                        <a:pt x="127681" y="295478"/>
                        <a:pt x="130902" y="296172"/>
                        <a:pt x="133429" y="295793"/>
                      </a:cubicBezTo>
                      <a:cubicBezTo>
                        <a:pt x="136334" y="292888"/>
                        <a:pt x="137029" y="294656"/>
                        <a:pt x="137534" y="298572"/>
                      </a:cubicBezTo>
                      <a:cubicBezTo>
                        <a:pt x="139681" y="292888"/>
                        <a:pt x="138229" y="289793"/>
                        <a:pt x="132544" y="289478"/>
                      </a:cubicBezTo>
                      <a:cubicBezTo>
                        <a:pt x="133555" y="286446"/>
                        <a:pt x="133934" y="290993"/>
                        <a:pt x="136081" y="287267"/>
                      </a:cubicBezTo>
                      <a:cubicBezTo>
                        <a:pt x="137913" y="286446"/>
                        <a:pt x="139681" y="287267"/>
                        <a:pt x="141513" y="289099"/>
                      </a:cubicBezTo>
                      <a:cubicBezTo>
                        <a:pt x="141955" y="286320"/>
                        <a:pt x="140250" y="284678"/>
                        <a:pt x="136650" y="283793"/>
                      </a:cubicBezTo>
                      <a:cubicBezTo>
                        <a:pt x="135829" y="281456"/>
                        <a:pt x="133997" y="281330"/>
                        <a:pt x="131534" y="283604"/>
                      </a:cubicBezTo>
                      <a:cubicBezTo>
                        <a:pt x="120923" y="280888"/>
                        <a:pt x="119850" y="274446"/>
                        <a:pt x="125850" y="273183"/>
                      </a:cubicBezTo>
                      <a:cubicBezTo>
                        <a:pt x="129008" y="272299"/>
                        <a:pt x="130271" y="275646"/>
                        <a:pt x="132797" y="276656"/>
                      </a:cubicBezTo>
                      <a:cubicBezTo>
                        <a:pt x="134755" y="277351"/>
                        <a:pt x="135702" y="277035"/>
                        <a:pt x="138355" y="277351"/>
                      </a:cubicBezTo>
                      <a:cubicBezTo>
                        <a:pt x="141260" y="277478"/>
                        <a:pt x="143913" y="278046"/>
                        <a:pt x="145744" y="279246"/>
                      </a:cubicBezTo>
                      <a:lnTo>
                        <a:pt x="147829" y="279941"/>
                      </a:lnTo>
                      <a:cubicBezTo>
                        <a:pt x="148965" y="279120"/>
                        <a:pt x="150039" y="279246"/>
                        <a:pt x="151429" y="280509"/>
                      </a:cubicBezTo>
                      <a:cubicBezTo>
                        <a:pt x="152944" y="282720"/>
                        <a:pt x="154460" y="283035"/>
                        <a:pt x="155850" y="281204"/>
                      </a:cubicBezTo>
                      <a:cubicBezTo>
                        <a:pt x="160018" y="277856"/>
                        <a:pt x="166271" y="277856"/>
                        <a:pt x="165892" y="279941"/>
                      </a:cubicBezTo>
                      <a:cubicBezTo>
                        <a:pt x="165765" y="282972"/>
                        <a:pt x="166334" y="284109"/>
                        <a:pt x="167408" y="283856"/>
                      </a:cubicBezTo>
                      <a:cubicBezTo>
                        <a:pt x="168355" y="283983"/>
                        <a:pt x="168797" y="285246"/>
                        <a:pt x="168797" y="287456"/>
                      </a:cubicBezTo>
                      <a:cubicBezTo>
                        <a:pt x="164755" y="287330"/>
                        <a:pt x="161976" y="288025"/>
                        <a:pt x="161976" y="290930"/>
                      </a:cubicBezTo>
                      <a:cubicBezTo>
                        <a:pt x="158186" y="292067"/>
                        <a:pt x="158376" y="294720"/>
                        <a:pt x="160018" y="298193"/>
                      </a:cubicBezTo>
                      <a:cubicBezTo>
                        <a:pt x="159639" y="291499"/>
                        <a:pt x="165323" y="296930"/>
                        <a:pt x="170881" y="293330"/>
                      </a:cubicBezTo>
                      <a:lnTo>
                        <a:pt x="174797" y="292951"/>
                      </a:lnTo>
                      <a:cubicBezTo>
                        <a:pt x="175239" y="294846"/>
                        <a:pt x="177071" y="295730"/>
                        <a:pt x="180481" y="295604"/>
                      </a:cubicBezTo>
                      <a:cubicBezTo>
                        <a:pt x="181744" y="295035"/>
                        <a:pt x="183702" y="295035"/>
                        <a:pt x="184965" y="294783"/>
                      </a:cubicBezTo>
                      <a:cubicBezTo>
                        <a:pt x="191786" y="293014"/>
                        <a:pt x="197155" y="293393"/>
                        <a:pt x="201260" y="298951"/>
                      </a:cubicBezTo>
                      <a:cubicBezTo>
                        <a:pt x="202081" y="297309"/>
                        <a:pt x="201955" y="295541"/>
                        <a:pt x="200881" y="293835"/>
                      </a:cubicBezTo>
                      <a:cubicBezTo>
                        <a:pt x="205618" y="290614"/>
                        <a:pt x="210734" y="291878"/>
                        <a:pt x="207702" y="296993"/>
                      </a:cubicBezTo>
                      <a:cubicBezTo>
                        <a:pt x="210481" y="295604"/>
                        <a:pt x="213260" y="288530"/>
                        <a:pt x="209660" y="288656"/>
                      </a:cubicBezTo>
                      <a:cubicBezTo>
                        <a:pt x="211239" y="284488"/>
                        <a:pt x="217492" y="287962"/>
                        <a:pt x="215660" y="290993"/>
                      </a:cubicBezTo>
                      <a:cubicBezTo>
                        <a:pt x="218313" y="289604"/>
                        <a:pt x="218755" y="287520"/>
                        <a:pt x="215534" y="284867"/>
                      </a:cubicBezTo>
                      <a:cubicBezTo>
                        <a:pt x="215092" y="282467"/>
                        <a:pt x="213134" y="281835"/>
                        <a:pt x="209660" y="282783"/>
                      </a:cubicBezTo>
                      <a:cubicBezTo>
                        <a:pt x="207702" y="279435"/>
                        <a:pt x="205239" y="279309"/>
                        <a:pt x="201892" y="282214"/>
                      </a:cubicBezTo>
                      <a:cubicBezTo>
                        <a:pt x="198544" y="283730"/>
                        <a:pt x="195892" y="283856"/>
                        <a:pt x="194186" y="281646"/>
                      </a:cubicBezTo>
                      <a:cubicBezTo>
                        <a:pt x="192418" y="278741"/>
                        <a:pt x="192860" y="277351"/>
                        <a:pt x="195323" y="278299"/>
                      </a:cubicBezTo>
                      <a:cubicBezTo>
                        <a:pt x="196586" y="278741"/>
                        <a:pt x="197155" y="277162"/>
                        <a:pt x="198671" y="274256"/>
                      </a:cubicBezTo>
                      <a:cubicBezTo>
                        <a:pt x="199239" y="272993"/>
                        <a:pt x="200376" y="272046"/>
                        <a:pt x="201197" y="270341"/>
                      </a:cubicBezTo>
                      <a:cubicBezTo>
                        <a:pt x="204797" y="269772"/>
                        <a:pt x="207765" y="266614"/>
                        <a:pt x="211492" y="260172"/>
                      </a:cubicBezTo>
                      <a:cubicBezTo>
                        <a:pt x="214144" y="258909"/>
                        <a:pt x="215408" y="253730"/>
                        <a:pt x="215534" y="245709"/>
                      </a:cubicBezTo>
                      <a:cubicBezTo>
                        <a:pt x="216671" y="246278"/>
                        <a:pt x="218060" y="245835"/>
                        <a:pt x="219829" y="244699"/>
                      </a:cubicBezTo>
                      <a:cubicBezTo>
                        <a:pt x="218565" y="244572"/>
                        <a:pt x="217997" y="244130"/>
                        <a:pt x="217997" y="240972"/>
                      </a:cubicBezTo>
                      <a:lnTo>
                        <a:pt x="221471" y="240972"/>
                      </a:lnTo>
                      <a:cubicBezTo>
                        <a:pt x="222860" y="240404"/>
                        <a:pt x="223429" y="239835"/>
                        <a:pt x="223302" y="239141"/>
                      </a:cubicBezTo>
                      <a:cubicBezTo>
                        <a:pt x="223302" y="238572"/>
                        <a:pt x="221913" y="238762"/>
                        <a:pt x="220902" y="237183"/>
                      </a:cubicBezTo>
                      <a:cubicBezTo>
                        <a:pt x="220460" y="235288"/>
                        <a:pt x="219386" y="233267"/>
                        <a:pt x="217302" y="231309"/>
                      </a:cubicBezTo>
                      <a:lnTo>
                        <a:pt x="213955" y="225878"/>
                      </a:lnTo>
                      <a:cubicBezTo>
                        <a:pt x="211618" y="218362"/>
                        <a:pt x="208839" y="214067"/>
                        <a:pt x="205365" y="216846"/>
                      </a:cubicBezTo>
                      <a:lnTo>
                        <a:pt x="204418" y="216278"/>
                      </a:lnTo>
                      <a:cubicBezTo>
                        <a:pt x="201765" y="213372"/>
                        <a:pt x="199808" y="209456"/>
                        <a:pt x="198292" y="205162"/>
                      </a:cubicBezTo>
                      <a:cubicBezTo>
                        <a:pt x="198418" y="199856"/>
                        <a:pt x="192860" y="199604"/>
                        <a:pt x="189955" y="204593"/>
                      </a:cubicBezTo>
                      <a:lnTo>
                        <a:pt x="189134" y="200425"/>
                      </a:lnTo>
                      <a:lnTo>
                        <a:pt x="187744" y="202635"/>
                      </a:lnTo>
                      <a:lnTo>
                        <a:pt x="178965" y="190004"/>
                      </a:lnTo>
                      <a:cubicBezTo>
                        <a:pt x="179913" y="189878"/>
                        <a:pt x="181618" y="188867"/>
                        <a:pt x="182565" y="188741"/>
                      </a:cubicBezTo>
                      <a:cubicBezTo>
                        <a:pt x="193302" y="187920"/>
                        <a:pt x="203976" y="184699"/>
                        <a:pt x="214965" y="178572"/>
                      </a:cubicBezTo>
                      <a:lnTo>
                        <a:pt x="222734" y="176235"/>
                      </a:lnTo>
                      <a:cubicBezTo>
                        <a:pt x="226207" y="174846"/>
                        <a:pt x="227344" y="175983"/>
                        <a:pt x="229176" y="177814"/>
                      </a:cubicBezTo>
                      <a:lnTo>
                        <a:pt x="237071" y="186025"/>
                      </a:lnTo>
                      <a:cubicBezTo>
                        <a:pt x="238586" y="187667"/>
                        <a:pt x="238586" y="189246"/>
                        <a:pt x="237765" y="190888"/>
                      </a:cubicBezTo>
                      <a:cubicBezTo>
                        <a:pt x="236944" y="192593"/>
                        <a:pt x="238902" y="194804"/>
                        <a:pt x="241618" y="197204"/>
                      </a:cubicBezTo>
                      <a:cubicBezTo>
                        <a:pt x="244144" y="199983"/>
                        <a:pt x="244397" y="203772"/>
                        <a:pt x="242186" y="208446"/>
                      </a:cubicBezTo>
                      <a:cubicBezTo>
                        <a:pt x="240923" y="211541"/>
                        <a:pt x="241239" y="213435"/>
                        <a:pt x="243071" y="214446"/>
                      </a:cubicBezTo>
                      <a:lnTo>
                        <a:pt x="248502" y="218362"/>
                      </a:lnTo>
                      <a:cubicBezTo>
                        <a:pt x="252102" y="221267"/>
                        <a:pt x="253934" y="220320"/>
                        <a:pt x="253744" y="215204"/>
                      </a:cubicBezTo>
                      <a:cubicBezTo>
                        <a:pt x="253492" y="212551"/>
                        <a:pt x="252607" y="210025"/>
                        <a:pt x="251092" y="207435"/>
                      </a:cubicBezTo>
                      <a:cubicBezTo>
                        <a:pt x="249323" y="204214"/>
                        <a:pt x="248060" y="201183"/>
                        <a:pt x="247934" y="197962"/>
                      </a:cubicBezTo>
                      <a:cubicBezTo>
                        <a:pt x="247808" y="191583"/>
                        <a:pt x="246986" y="188172"/>
                        <a:pt x="244334" y="185962"/>
                      </a:cubicBezTo>
                      <a:cubicBezTo>
                        <a:pt x="241302" y="182993"/>
                        <a:pt x="238650" y="179709"/>
                        <a:pt x="236565" y="176109"/>
                      </a:cubicBezTo>
                      <a:cubicBezTo>
                        <a:pt x="235871" y="174025"/>
                        <a:pt x="235302" y="172762"/>
                        <a:pt x="234165" y="172193"/>
                      </a:cubicBezTo>
                      <a:cubicBezTo>
                        <a:pt x="233913" y="165499"/>
                        <a:pt x="229050" y="162214"/>
                        <a:pt x="225955" y="163983"/>
                      </a:cubicBezTo>
                      <a:cubicBezTo>
                        <a:pt x="223365" y="164551"/>
                        <a:pt x="220839" y="164804"/>
                        <a:pt x="218060" y="164425"/>
                      </a:cubicBezTo>
                      <a:lnTo>
                        <a:pt x="218060" y="162909"/>
                      </a:lnTo>
                      <a:cubicBezTo>
                        <a:pt x="221534" y="160951"/>
                        <a:pt x="227534" y="154888"/>
                        <a:pt x="233534" y="148193"/>
                      </a:cubicBezTo>
                      <a:cubicBezTo>
                        <a:pt x="235807" y="145414"/>
                        <a:pt x="236881" y="146551"/>
                        <a:pt x="239092" y="148762"/>
                      </a:cubicBezTo>
                      <a:lnTo>
                        <a:pt x="247744" y="157856"/>
                      </a:lnTo>
                      <a:cubicBezTo>
                        <a:pt x="247492" y="162341"/>
                        <a:pt x="248186" y="165246"/>
                        <a:pt x="251218" y="164930"/>
                      </a:cubicBezTo>
                      <a:cubicBezTo>
                        <a:pt x="253302" y="168530"/>
                        <a:pt x="254313" y="172067"/>
                        <a:pt x="252355" y="173583"/>
                      </a:cubicBezTo>
                      <a:cubicBezTo>
                        <a:pt x="250397" y="175225"/>
                        <a:pt x="248881" y="176362"/>
                        <a:pt x="248881" y="178699"/>
                      </a:cubicBezTo>
                      <a:cubicBezTo>
                        <a:pt x="249260" y="182172"/>
                        <a:pt x="253365" y="185772"/>
                        <a:pt x="257786" y="187478"/>
                      </a:cubicBezTo>
                      <a:cubicBezTo>
                        <a:pt x="258165" y="187604"/>
                        <a:pt x="258923" y="187351"/>
                        <a:pt x="259176" y="186783"/>
                      </a:cubicBezTo>
                      <a:cubicBezTo>
                        <a:pt x="260439" y="183688"/>
                        <a:pt x="260565" y="180088"/>
                        <a:pt x="259302" y="176488"/>
                      </a:cubicBezTo>
                      <a:moveTo>
                        <a:pt x="249260" y="210656"/>
                      </a:moveTo>
                      <a:cubicBezTo>
                        <a:pt x="248565" y="211351"/>
                        <a:pt x="247050" y="211351"/>
                        <a:pt x="245913" y="211604"/>
                      </a:cubicBezTo>
                      <a:lnTo>
                        <a:pt x="247050" y="213435"/>
                      </a:lnTo>
                      <a:lnTo>
                        <a:pt x="245913" y="214004"/>
                      </a:lnTo>
                      <a:lnTo>
                        <a:pt x="245471" y="215520"/>
                      </a:lnTo>
                      <a:cubicBezTo>
                        <a:pt x="243386" y="213878"/>
                        <a:pt x="242123" y="212299"/>
                        <a:pt x="242818" y="210656"/>
                      </a:cubicBezTo>
                      <a:lnTo>
                        <a:pt x="244208" y="207688"/>
                      </a:lnTo>
                      <a:cubicBezTo>
                        <a:pt x="244902" y="206678"/>
                        <a:pt x="245471" y="206678"/>
                        <a:pt x="245850" y="207562"/>
                      </a:cubicBezTo>
                      <a:lnTo>
                        <a:pt x="249197" y="210656"/>
                      </a:lnTo>
                      <a:close/>
                      <a:moveTo>
                        <a:pt x="246608" y="203267"/>
                      </a:moveTo>
                      <a:cubicBezTo>
                        <a:pt x="246608" y="204656"/>
                        <a:pt x="246165" y="205920"/>
                        <a:pt x="245786" y="205920"/>
                      </a:cubicBezTo>
                      <a:cubicBezTo>
                        <a:pt x="245218" y="205920"/>
                        <a:pt x="244902" y="204656"/>
                        <a:pt x="244902" y="203267"/>
                      </a:cubicBezTo>
                      <a:cubicBezTo>
                        <a:pt x="244902" y="201877"/>
                        <a:pt x="245218" y="200614"/>
                        <a:pt x="245786" y="200614"/>
                      </a:cubicBezTo>
                      <a:cubicBezTo>
                        <a:pt x="246165" y="200614"/>
                        <a:pt x="246608" y="201877"/>
                        <a:pt x="246608" y="203267"/>
                      </a:cubicBezTo>
                      <a:moveTo>
                        <a:pt x="243829" y="189372"/>
                      </a:moveTo>
                      <a:cubicBezTo>
                        <a:pt x="243829" y="189372"/>
                        <a:pt x="244776" y="189625"/>
                        <a:pt x="245218" y="190320"/>
                      </a:cubicBezTo>
                      <a:cubicBezTo>
                        <a:pt x="245786" y="191141"/>
                        <a:pt x="245913" y="191962"/>
                        <a:pt x="245597" y="192151"/>
                      </a:cubicBezTo>
                      <a:cubicBezTo>
                        <a:pt x="245281" y="192278"/>
                        <a:pt x="244650" y="191835"/>
                        <a:pt x="244208" y="191014"/>
                      </a:cubicBezTo>
                      <a:cubicBezTo>
                        <a:pt x="243639" y="190193"/>
                        <a:pt x="243513" y="189499"/>
                        <a:pt x="243829" y="189372"/>
                      </a:cubicBezTo>
                      <a:moveTo>
                        <a:pt x="213513" y="148320"/>
                      </a:moveTo>
                      <a:cubicBezTo>
                        <a:pt x="213513" y="148320"/>
                        <a:pt x="214334" y="148699"/>
                        <a:pt x="214713" y="149456"/>
                      </a:cubicBezTo>
                      <a:cubicBezTo>
                        <a:pt x="215029" y="150151"/>
                        <a:pt x="215155" y="150846"/>
                        <a:pt x="214713" y="150972"/>
                      </a:cubicBezTo>
                      <a:cubicBezTo>
                        <a:pt x="214460" y="151225"/>
                        <a:pt x="213892" y="150656"/>
                        <a:pt x="213639" y="149962"/>
                      </a:cubicBezTo>
                      <a:cubicBezTo>
                        <a:pt x="213260" y="149267"/>
                        <a:pt x="213260" y="148446"/>
                        <a:pt x="213513" y="148320"/>
                      </a:cubicBezTo>
                      <a:moveTo>
                        <a:pt x="212629" y="161393"/>
                      </a:moveTo>
                      <a:cubicBezTo>
                        <a:pt x="212629" y="161393"/>
                        <a:pt x="213071" y="161646"/>
                        <a:pt x="213071" y="161962"/>
                      </a:cubicBezTo>
                      <a:cubicBezTo>
                        <a:pt x="213071" y="162278"/>
                        <a:pt x="212881" y="162530"/>
                        <a:pt x="212629" y="162530"/>
                      </a:cubicBezTo>
                      <a:cubicBezTo>
                        <a:pt x="212376" y="162530"/>
                        <a:pt x="212186" y="162278"/>
                        <a:pt x="212186" y="161962"/>
                      </a:cubicBezTo>
                      <a:cubicBezTo>
                        <a:pt x="212186" y="161646"/>
                        <a:pt x="212313" y="161393"/>
                        <a:pt x="212629" y="161393"/>
                      </a:cubicBezTo>
                      <a:moveTo>
                        <a:pt x="209723" y="162783"/>
                      </a:moveTo>
                      <a:cubicBezTo>
                        <a:pt x="209723" y="164867"/>
                        <a:pt x="208081" y="164993"/>
                        <a:pt x="207955" y="163035"/>
                      </a:cubicBezTo>
                      <a:cubicBezTo>
                        <a:pt x="207386" y="158172"/>
                        <a:pt x="207260" y="153562"/>
                        <a:pt x="206250" y="149520"/>
                      </a:cubicBezTo>
                      <a:cubicBezTo>
                        <a:pt x="205744" y="146867"/>
                        <a:pt x="206502" y="146488"/>
                        <a:pt x="207513" y="148951"/>
                      </a:cubicBezTo>
                      <a:cubicBezTo>
                        <a:pt x="209029" y="152551"/>
                        <a:pt x="209850" y="157162"/>
                        <a:pt x="209723" y="162783"/>
                      </a:cubicBezTo>
                      <a:moveTo>
                        <a:pt x="205429" y="123246"/>
                      </a:moveTo>
                      <a:cubicBezTo>
                        <a:pt x="205429" y="121478"/>
                        <a:pt x="206692" y="121478"/>
                        <a:pt x="206692" y="123499"/>
                      </a:cubicBezTo>
                      <a:cubicBezTo>
                        <a:pt x="206944" y="128109"/>
                        <a:pt x="206439" y="132846"/>
                        <a:pt x="205871" y="137709"/>
                      </a:cubicBezTo>
                      <a:cubicBezTo>
                        <a:pt x="205871" y="138404"/>
                        <a:pt x="204671" y="139667"/>
                        <a:pt x="204671" y="138088"/>
                      </a:cubicBezTo>
                      <a:cubicBezTo>
                        <a:pt x="204797" y="132278"/>
                        <a:pt x="205492" y="127541"/>
                        <a:pt x="205492" y="123183"/>
                      </a:cubicBezTo>
                      <a:moveTo>
                        <a:pt x="204481" y="140362"/>
                      </a:moveTo>
                      <a:cubicBezTo>
                        <a:pt x="205429" y="140235"/>
                        <a:pt x="206692" y="141309"/>
                        <a:pt x="207008" y="142825"/>
                      </a:cubicBezTo>
                      <a:cubicBezTo>
                        <a:pt x="207386" y="144530"/>
                        <a:pt x="206755" y="145920"/>
                        <a:pt x="205744" y="146172"/>
                      </a:cubicBezTo>
                      <a:cubicBezTo>
                        <a:pt x="204671" y="146299"/>
                        <a:pt x="203471" y="145351"/>
                        <a:pt x="203092" y="143646"/>
                      </a:cubicBezTo>
                      <a:cubicBezTo>
                        <a:pt x="202839" y="141941"/>
                        <a:pt x="203344" y="140614"/>
                        <a:pt x="204481" y="140299"/>
                      </a:cubicBezTo>
                      <a:moveTo>
                        <a:pt x="201765" y="156530"/>
                      </a:moveTo>
                      <a:cubicBezTo>
                        <a:pt x="199997" y="152488"/>
                        <a:pt x="197723" y="149267"/>
                        <a:pt x="195386" y="145793"/>
                      </a:cubicBezTo>
                      <a:cubicBezTo>
                        <a:pt x="194439" y="144467"/>
                        <a:pt x="195765" y="143709"/>
                        <a:pt x="196902" y="145414"/>
                      </a:cubicBezTo>
                      <a:cubicBezTo>
                        <a:pt x="199113" y="149141"/>
                        <a:pt x="201197" y="152362"/>
                        <a:pt x="202776" y="155962"/>
                      </a:cubicBezTo>
                      <a:cubicBezTo>
                        <a:pt x="203471" y="157604"/>
                        <a:pt x="202523" y="158046"/>
                        <a:pt x="201765" y="156530"/>
                      </a:cubicBezTo>
                      <a:moveTo>
                        <a:pt x="200565" y="158993"/>
                      </a:moveTo>
                      <a:cubicBezTo>
                        <a:pt x="197913" y="153562"/>
                        <a:pt x="194439" y="148825"/>
                        <a:pt x="191092" y="144404"/>
                      </a:cubicBezTo>
                      <a:cubicBezTo>
                        <a:pt x="190397" y="143267"/>
                        <a:pt x="192165" y="142572"/>
                        <a:pt x="193618" y="144530"/>
                      </a:cubicBezTo>
                      <a:cubicBezTo>
                        <a:pt x="196776" y="148951"/>
                        <a:pt x="199618" y="153435"/>
                        <a:pt x="201829" y="158046"/>
                      </a:cubicBezTo>
                      <a:cubicBezTo>
                        <a:pt x="203092" y="160825"/>
                        <a:pt x="201829" y="161520"/>
                        <a:pt x="200629" y="158993"/>
                      </a:cubicBezTo>
                      <a:moveTo>
                        <a:pt x="202081" y="149835"/>
                      </a:moveTo>
                      <a:cubicBezTo>
                        <a:pt x="202081" y="149835"/>
                        <a:pt x="201197" y="149520"/>
                        <a:pt x="200818" y="148699"/>
                      </a:cubicBezTo>
                      <a:cubicBezTo>
                        <a:pt x="200439" y="148004"/>
                        <a:pt x="200439" y="147309"/>
                        <a:pt x="200692" y="147183"/>
                      </a:cubicBezTo>
                      <a:cubicBezTo>
                        <a:pt x="201008" y="147056"/>
                        <a:pt x="201576" y="147435"/>
                        <a:pt x="201955" y="148130"/>
                      </a:cubicBezTo>
                      <a:cubicBezTo>
                        <a:pt x="202334" y="148951"/>
                        <a:pt x="202334" y="149646"/>
                        <a:pt x="202081" y="149772"/>
                      </a:cubicBezTo>
                      <a:moveTo>
                        <a:pt x="202081" y="143141"/>
                      </a:moveTo>
                      <a:cubicBezTo>
                        <a:pt x="202081" y="143141"/>
                        <a:pt x="202208" y="143583"/>
                        <a:pt x="202081" y="143709"/>
                      </a:cubicBezTo>
                      <a:lnTo>
                        <a:pt x="201513" y="144088"/>
                      </a:lnTo>
                      <a:cubicBezTo>
                        <a:pt x="201513" y="144088"/>
                        <a:pt x="201071" y="144214"/>
                        <a:pt x="200944" y="143962"/>
                      </a:cubicBezTo>
                      <a:lnTo>
                        <a:pt x="198734" y="141309"/>
                      </a:lnTo>
                      <a:cubicBezTo>
                        <a:pt x="198734" y="141309"/>
                        <a:pt x="198608" y="140930"/>
                        <a:pt x="198860" y="140741"/>
                      </a:cubicBezTo>
                      <a:lnTo>
                        <a:pt x="199429" y="140362"/>
                      </a:lnTo>
                      <a:cubicBezTo>
                        <a:pt x="199429" y="140362"/>
                        <a:pt x="199871" y="140235"/>
                        <a:pt x="199997" y="140488"/>
                      </a:cubicBezTo>
                      <a:lnTo>
                        <a:pt x="202081" y="143078"/>
                      </a:lnTo>
                      <a:close/>
                      <a:moveTo>
                        <a:pt x="213071" y="87941"/>
                      </a:moveTo>
                      <a:cubicBezTo>
                        <a:pt x="213576" y="88446"/>
                        <a:pt x="211681" y="89078"/>
                        <a:pt x="209850" y="87372"/>
                      </a:cubicBezTo>
                      <a:cubicBezTo>
                        <a:pt x="207765" y="85414"/>
                        <a:pt x="208713" y="83646"/>
                        <a:pt x="210229" y="85099"/>
                      </a:cubicBezTo>
                      <a:lnTo>
                        <a:pt x="213008" y="87877"/>
                      </a:lnTo>
                      <a:close/>
                      <a:moveTo>
                        <a:pt x="186797" y="41456"/>
                      </a:moveTo>
                      <a:cubicBezTo>
                        <a:pt x="190586" y="41330"/>
                        <a:pt x="193492" y="39246"/>
                        <a:pt x="197786" y="41583"/>
                      </a:cubicBezTo>
                      <a:lnTo>
                        <a:pt x="199744" y="43793"/>
                      </a:lnTo>
                      <a:cubicBezTo>
                        <a:pt x="201008" y="46762"/>
                        <a:pt x="199871" y="48151"/>
                        <a:pt x="198229" y="46004"/>
                      </a:cubicBezTo>
                      <a:cubicBezTo>
                        <a:pt x="197408" y="44804"/>
                        <a:pt x="198102" y="43667"/>
                        <a:pt x="196018" y="42656"/>
                      </a:cubicBezTo>
                      <a:cubicBezTo>
                        <a:pt x="197092" y="44741"/>
                        <a:pt x="197976" y="46825"/>
                        <a:pt x="197976" y="49225"/>
                      </a:cubicBezTo>
                      <a:cubicBezTo>
                        <a:pt x="201197" y="52320"/>
                        <a:pt x="198229" y="52951"/>
                        <a:pt x="197408" y="50993"/>
                      </a:cubicBezTo>
                      <a:lnTo>
                        <a:pt x="196144" y="45309"/>
                      </a:lnTo>
                      <a:cubicBezTo>
                        <a:pt x="196397" y="48088"/>
                        <a:pt x="196523" y="50172"/>
                        <a:pt x="196144" y="50172"/>
                      </a:cubicBezTo>
                      <a:cubicBezTo>
                        <a:pt x="195197" y="50172"/>
                        <a:pt x="195702" y="48278"/>
                        <a:pt x="195323" y="45878"/>
                      </a:cubicBezTo>
                      <a:cubicBezTo>
                        <a:pt x="195008" y="44867"/>
                        <a:pt x="194755" y="43099"/>
                        <a:pt x="194186" y="42972"/>
                      </a:cubicBezTo>
                      <a:cubicBezTo>
                        <a:pt x="191786" y="42088"/>
                        <a:pt x="189576" y="42783"/>
                        <a:pt x="187808" y="42972"/>
                      </a:cubicBezTo>
                      <a:cubicBezTo>
                        <a:pt x="190839" y="42783"/>
                        <a:pt x="192923" y="42972"/>
                        <a:pt x="193681" y="43793"/>
                      </a:cubicBezTo>
                      <a:cubicBezTo>
                        <a:pt x="194629" y="45183"/>
                        <a:pt x="194818" y="46762"/>
                        <a:pt x="194376" y="48151"/>
                      </a:cubicBezTo>
                      <a:cubicBezTo>
                        <a:pt x="193681" y="49288"/>
                        <a:pt x="193302" y="48972"/>
                        <a:pt x="193302" y="47583"/>
                      </a:cubicBezTo>
                      <a:lnTo>
                        <a:pt x="192860" y="45751"/>
                      </a:lnTo>
                      <a:cubicBezTo>
                        <a:pt x="192734" y="44804"/>
                        <a:pt x="191597" y="44614"/>
                        <a:pt x="190081" y="44804"/>
                      </a:cubicBezTo>
                      <a:cubicBezTo>
                        <a:pt x="189134" y="44930"/>
                        <a:pt x="187997" y="45183"/>
                        <a:pt x="186923" y="44488"/>
                      </a:cubicBezTo>
                      <a:cubicBezTo>
                        <a:pt x="186481" y="44235"/>
                        <a:pt x="185534" y="43793"/>
                        <a:pt x="186797" y="43541"/>
                      </a:cubicBezTo>
                      <a:cubicBezTo>
                        <a:pt x="185408" y="42656"/>
                        <a:pt x="185976" y="41583"/>
                        <a:pt x="186923" y="41456"/>
                      </a:cubicBezTo>
                      <a:moveTo>
                        <a:pt x="173281" y="37035"/>
                      </a:moveTo>
                      <a:cubicBezTo>
                        <a:pt x="177576" y="37856"/>
                        <a:pt x="181365" y="38425"/>
                        <a:pt x="183702" y="40383"/>
                      </a:cubicBezTo>
                      <a:cubicBezTo>
                        <a:pt x="185092" y="41393"/>
                        <a:pt x="184018" y="42341"/>
                        <a:pt x="183008" y="41646"/>
                      </a:cubicBezTo>
                      <a:lnTo>
                        <a:pt x="180102" y="40130"/>
                      </a:lnTo>
                      <a:cubicBezTo>
                        <a:pt x="180229" y="41393"/>
                        <a:pt x="179155" y="40825"/>
                        <a:pt x="177450" y="39435"/>
                      </a:cubicBezTo>
                      <a:cubicBezTo>
                        <a:pt x="176313" y="40509"/>
                        <a:pt x="174986" y="40004"/>
                        <a:pt x="173408" y="38299"/>
                      </a:cubicBezTo>
                      <a:lnTo>
                        <a:pt x="174418" y="41078"/>
                      </a:lnTo>
                      <a:cubicBezTo>
                        <a:pt x="174544" y="41646"/>
                        <a:pt x="174039" y="41646"/>
                        <a:pt x="173723" y="41204"/>
                      </a:cubicBezTo>
                      <a:lnTo>
                        <a:pt x="171892" y="38867"/>
                      </a:lnTo>
                      <a:cubicBezTo>
                        <a:pt x="170881" y="37604"/>
                        <a:pt x="171639" y="36972"/>
                        <a:pt x="173281" y="37035"/>
                      </a:cubicBezTo>
                      <a:moveTo>
                        <a:pt x="178397" y="42846"/>
                      </a:moveTo>
                      <a:cubicBezTo>
                        <a:pt x="178018" y="42404"/>
                        <a:pt x="177323" y="41456"/>
                        <a:pt x="177829" y="41014"/>
                      </a:cubicBezTo>
                      <a:cubicBezTo>
                        <a:pt x="178397" y="40635"/>
                        <a:pt x="179218" y="41393"/>
                        <a:pt x="179344" y="42278"/>
                      </a:cubicBezTo>
                      <a:cubicBezTo>
                        <a:pt x="179660" y="43099"/>
                        <a:pt x="178965" y="43414"/>
                        <a:pt x="178334" y="42846"/>
                      </a:cubicBezTo>
                      <a:moveTo>
                        <a:pt x="178144" y="44804"/>
                      </a:moveTo>
                      <a:lnTo>
                        <a:pt x="178397" y="44930"/>
                      </a:lnTo>
                      <a:cubicBezTo>
                        <a:pt x="178018" y="47267"/>
                        <a:pt x="178397" y="50235"/>
                        <a:pt x="179786" y="53014"/>
                      </a:cubicBezTo>
                      <a:cubicBezTo>
                        <a:pt x="180039" y="52446"/>
                        <a:pt x="179344" y="49667"/>
                        <a:pt x="179218" y="47330"/>
                      </a:cubicBezTo>
                      <a:lnTo>
                        <a:pt x="179218" y="45246"/>
                      </a:lnTo>
                      <a:lnTo>
                        <a:pt x="180292" y="45499"/>
                      </a:lnTo>
                      <a:cubicBezTo>
                        <a:pt x="180418" y="48278"/>
                        <a:pt x="181429" y="50930"/>
                        <a:pt x="182629" y="51183"/>
                      </a:cubicBezTo>
                      <a:cubicBezTo>
                        <a:pt x="181618" y="49667"/>
                        <a:pt x="181492" y="47709"/>
                        <a:pt x="181492" y="46004"/>
                      </a:cubicBezTo>
                      <a:lnTo>
                        <a:pt x="183008" y="46383"/>
                      </a:lnTo>
                      <a:cubicBezTo>
                        <a:pt x="183008" y="49288"/>
                        <a:pt x="183955" y="52509"/>
                        <a:pt x="185344" y="52699"/>
                      </a:cubicBezTo>
                      <a:cubicBezTo>
                        <a:pt x="184081" y="50993"/>
                        <a:pt x="184081" y="48783"/>
                        <a:pt x="184271" y="47014"/>
                      </a:cubicBezTo>
                      <a:lnTo>
                        <a:pt x="184523" y="47141"/>
                      </a:lnTo>
                      <a:cubicBezTo>
                        <a:pt x="184776" y="48278"/>
                        <a:pt x="185218" y="49351"/>
                        <a:pt x="185786" y="49920"/>
                      </a:cubicBezTo>
                      <a:cubicBezTo>
                        <a:pt x="186355" y="49225"/>
                        <a:pt x="186039" y="47835"/>
                        <a:pt x="185660" y="46256"/>
                      </a:cubicBezTo>
                      <a:cubicBezTo>
                        <a:pt x="187176" y="45435"/>
                        <a:pt x="189008" y="45562"/>
                        <a:pt x="190965" y="46825"/>
                      </a:cubicBezTo>
                      <a:cubicBezTo>
                        <a:pt x="191660" y="47709"/>
                        <a:pt x="191344" y="48088"/>
                        <a:pt x="190397" y="48088"/>
                      </a:cubicBezTo>
                      <a:lnTo>
                        <a:pt x="189450" y="48088"/>
                      </a:lnTo>
                      <a:lnTo>
                        <a:pt x="191660" y="49035"/>
                      </a:lnTo>
                      <a:cubicBezTo>
                        <a:pt x="191660" y="49035"/>
                        <a:pt x="192229" y="49604"/>
                        <a:pt x="190965" y="49730"/>
                      </a:cubicBezTo>
                      <a:lnTo>
                        <a:pt x="190144" y="50425"/>
                      </a:lnTo>
                      <a:lnTo>
                        <a:pt x="193050" y="50678"/>
                      </a:lnTo>
                      <a:cubicBezTo>
                        <a:pt x="194060" y="51120"/>
                        <a:pt x="193871" y="51372"/>
                        <a:pt x="193618" y="51814"/>
                      </a:cubicBezTo>
                      <a:lnTo>
                        <a:pt x="192923" y="52635"/>
                      </a:lnTo>
                      <a:cubicBezTo>
                        <a:pt x="195450" y="52635"/>
                        <a:pt x="198102" y="53204"/>
                        <a:pt x="201260" y="54846"/>
                      </a:cubicBezTo>
                      <a:cubicBezTo>
                        <a:pt x="201134" y="55983"/>
                        <a:pt x="199871" y="55793"/>
                        <a:pt x="197534" y="54593"/>
                      </a:cubicBezTo>
                      <a:cubicBezTo>
                        <a:pt x="198102" y="55983"/>
                        <a:pt x="200313" y="56109"/>
                        <a:pt x="200186" y="56930"/>
                      </a:cubicBezTo>
                      <a:cubicBezTo>
                        <a:pt x="199934" y="58446"/>
                        <a:pt x="196586" y="57056"/>
                        <a:pt x="195008" y="59014"/>
                      </a:cubicBezTo>
                      <a:lnTo>
                        <a:pt x="198734" y="59141"/>
                      </a:lnTo>
                      <a:cubicBezTo>
                        <a:pt x="199618" y="59646"/>
                        <a:pt x="199302" y="60088"/>
                        <a:pt x="198039" y="60088"/>
                      </a:cubicBezTo>
                      <a:cubicBezTo>
                        <a:pt x="199997" y="62425"/>
                        <a:pt x="201513" y="63120"/>
                        <a:pt x="202081" y="61478"/>
                      </a:cubicBezTo>
                      <a:cubicBezTo>
                        <a:pt x="202650" y="60214"/>
                        <a:pt x="203218" y="60214"/>
                        <a:pt x="203723" y="61478"/>
                      </a:cubicBezTo>
                      <a:cubicBezTo>
                        <a:pt x="206123" y="62867"/>
                        <a:pt x="206502" y="62993"/>
                        <a:pt x="205113" y="63309"/>
                      </a:cubicBezTo>
                      <a:lnTo>
                        <a:pt x="202902" y="63751"/>
                      </a:lnTo>
                      <a:lnTo>
                        <a:pt x="205555" y="64193"/>
                      </a:lnTo>
                      <a:cubicBezTo>
                        <a:pt x="206250" y="64446"/>
                        <a:pt x="206250" y="65014"/>
                        <a:pt x="205808" y="65456"/>
                      </a:cubicBezTo>
                      <a:cubicBezTo>
                        <a:pt x="203976" y="65709"/>
                        <a:pt x="203850" y="66025"/>
                        <a:pt x="207197" y="66151"/>
                      </a:cubicBezTo>
                      <a:cubicBezTo>
                        <a:pt x="208586" y="66846"/>
                        <a:pt x="209155" y="67541"/>
                        <a:pt x="208586" y="68109"/>
                      </a:cubicBezTo>
                      <a:cubicBezTo>
                        <a:pt x="205681" y="68235"/>
                        <a:pt x="205808" y="68614"/>
                        <a:pt x="209281" y="68930"/>
                      </a:cubicBezTo>
                      <a:cubicBezTo>
                        <a:pt x="210102" y="69372"/>
                        <a:pt x="210418" y="69941"/>
                        <a:pt x="210229" y="70320"/>
                      </a:cubicBezTo>
                      <a:cubicBezTo>
                        <a:pt x="208397" y="70762"/>
                        <a:pt x="208650" y="71141"/>
                        <a:pt x="210923" y="71141"/>
                      </a:cubicBezTo>
                      <a:cubicBezTo>
                        <a:pt x="211239" y="71583"/>
                        <a:pt x="211492" y="71835"/>
                        <a:pt x="211050" y="72278"/>
                      </a:cubicBezTo>
                      <a:cubicBezTo>
                        <a:pt x="208965" y="72846"/>
                        <a:pt x="209281" y="73099"/>
                        <a:pt x="211934" y="73099"/>
                      </a:cubicBezTo>
                      <a:cubicBezTo>
                        <a:pt x="212060" y="74046"/>
                        <a:pt x="213576" y="73920"/>
                        <a:pt x="214144" y="75183"/>
                      </a:cubicBezTo>
                      <a:cubicBezTo>
                        <a:pt x="216355" y="74741"/>
                        <a:pt x="217365" y="76320"/>
                        <a:pt x="215408" y="76320"/>
                      </a:cubicBezTo>
                      <a:lnTo>
                        <a:pt x="215281" y="76699"/>
                      </a:lnTo>
                      <a:cubicBezTo>
                        <a:pt x="218502" y="76825"/>
                        <a:pt x="219892" y="77646"/>
                        <a:pt x="219450" y="79604"/>
                      </a:cubicBezTo>
                      <a:cubicBezTo>
                        <a:pt x="219134" y="80425"/>
                        <a:pt x="214839" y="77962"/>
                        <a:pt x="216671" y="84593"/>
                      </a:cubicBezTo>
                      <a:lnTo>
                        <a:pt x="217365" y="85288"/>
                      </a:lnTo>
                      <a:cubicBezTo>
                        <a:pt x="218629" y="85541"/>
                        <a:pt x="217239" y="82193"/>
                        <a:pt x="219323" y="82509"/>
                      </a:cubicBezTo>
                      <a:cubicBezTo>
                        <a:pt x="219576" y="82635"/>
                        <a:pt x="219892" y="83646"/>
                        <a:pt x="219450" y="85288"/>
                      </a:cubicBezTo>
                      <a:cubicBezTo>
                        <a:pt x="219008" y="86804"/>
                        <a:pt x="218060" y="87499"/>
                        <a:pt x="216544" y="86551"/>
                      </a:cubicBezTo>
                      <a:cubicBezTo>
                        <a:pt x="215155" y="85541"/>
                        <a:pt x="214334" y="84593"/>
                        <a:pt x="214460" y="83520"/>
                      </a:cubicBezTo>
                      <a:lnTo>
                        <a:pt x="214586" y="81435"/>
                      </a:lnTo>
                      <a:cubicBezTo>
                        <a:pt x="213071" y="81562"/>
                        <a:pt x="212755" y="80551"/>
                        <a:pt x="212629" y="79099"/>
                      </a:cubicBezTo>
                      <a:cubicBezTo>
                        <a:pt x="212629" y="78783"/>
                        <a:pt x="212060" y="78972"/>
                        <a:pt x="212250" y="78530"/>
                      </a:cubicBezTo>
                      <a:cubicBezTo>
                        <a:pt x="209723" y="78088"/>
                        <a:pt x="208650" y="78909"/>
                        <a:pt x="207955" y="80741"/>
                      </a:cubicBezTo>
                      <a:cubicBezTo>
                        <a:pt x="207829" y="81435"/>
                        <a:pt x="207260" y="80867"/>
                        <a:pt x="207008" y="80172"/>
                      </a:cubicBezTo>
                      <a:cubicBezTo>
                        <a:pt x="207134" y="79793"/>
                        <a:pt x="206123" y="80362"/>
                        <a:pt x="205618" y="80046"/>
                      </a:cubicBezTo>
                      <a:cubicBezTo>
                        <a:pt x="205176" y="80046"/>
                        <a:pt x="205302" y="79099"/>
                        <a:pt x="204923" y="79225"/>
                      </a:cubicBezTo>
                      <a:cubicBezTo>
                        <a:pt x="204671" y="79225"/>
                        <a:pt x="204671" y="79604"/>
                        <a:pt x="204102" y="79604"/>
                      </a:cubicBezTo>
                      <a:cubicBezTo>
                        <a:pt x="203723" y="79478"/>
                        <a:pt x="203786" y="78467"/>
                        <a:pt x="202965" y="79351"/>
                      </a:cubicBezTo>
                      <a:cubicBezTo>
                        <a:pt x="202397" y="79920"/>
                        <a:pt x="202271" y="79920"/>
                        <a:pt x="202144" y="79099"/>
                      </a:cubicBezTo>
                      <a:cubicBezTo>
                        <a:pt x="202271" y="78404"/>
                        <a:pt x="202839" y="77014"/>
                        <a:pt x="201323" y="78972"/>
                      </a:cubicBezTo>
                      <a:cubicBezTo>
                        <a:pt x="200755" y="79288"/>
                        <a:pt x="200629" y="79288"/>
                        <a:pt x="200376" y="78593"/>
                      </a:cubicBezTo>
                      <a:cubicBezTo>
                        <a:pt x="199555" y="76193"/>
                        <a:pt x="198986" y="76067"/>
                        <a:pt x="198734" y="78151"/>
                      </a:cubicBezTo>
                      <a:cubicBezTo>
                        <a:pt x="198292" y="78972"/>
                        <a:pt x="197913" y="79162"/>
                        <a:pt x="197913" y="77899"/>
                      </a:cubicBezTo>
                      <a:cubicBezTo>
                        <a:pt x="197092" y="74299"/>
                        <a:pt x="196902" y="74299"/>
                        <a:pt x="197218" y="77772"/>
                      </a:cubicBezTo>
                      <a:cubicBezTo>
                        <a:pt x="197092" y="79288"/>
                        <a:pt x="196650" y="79162"/>
                        <a:pt x="195829" y="77330"/>
                      </a:cubicBezTo>
                      <a:cubicBezTo>
                        <a:pt x="194881" y="74425"/>
                        <a:pt x="194439" y="77646"/>
                        <a:pt x="193744" y="76193"/>
                      </a:cubicBezTo>
                      <a:cubicBezTo>
                        <a:pt x="192734" y="74551"/>
                        <a:pt x="193492" y="72151"/>
                        <a:pt x="191786" y="71456"/>
                      </a:cubicBezTo>
                      <a:lnTo>
                        <a:pt x="192734" y="76320"/>
                      </a:lnTo>
                      <a:cubicBezTo>
                        <a:pt x="192734" y="77014"/>
                        <a:pt x="191660" y="77141"/>
                        <a:pt x="191471" y="76004"/>
                      </a:cubicBezTo>
                      <a:cubicBezTo>
                        <a:pt x="190902" y="72783"/>
                        <a:pt x="188818" y="67225"/>
                        <a:pt x="189260" y="69056"/>
                      </a:cubicBezTo>
                      <a:lnTo>
                        <a:pt x="190523" y="75751"/>
                      </a:lnTo>
                      <a:cubicBezTo>
                        <a:pt x="190650" y="76320"/>
                        <a:pt x="189134" y="76004"/>
                        <a:pt x="188818" y="75183"/>
                      </a:cubicBezTo>
                      <a:lnTo>
                        <a:pt x="187176" y="66846"/>
                      </a:lnTo>
                      <a:cubicBezTo>
                        <a:pt x="186734" y="64509"/>
                        <a:pt x="186734" y="71330"/>
                        <a:pt x="187744" y="74235"/>
                      </a:cubicBezTo>
                      <a:cubicBezTo>
                        <a:pt x="187744" y="74678"/>
                        <a:pt x="186608" y="74678"/>
                        <a:pt x="186734" y="74109"/>
                      </a:cubicBezTo>
                      <a:cubicBezTo>
                        <a:pt x="186734" y="73414"/>
                        <a:pt x="185471" y="65520"/>
                        <a:pt x="185092" y="65899"/>
                      </a:cubicBezTo>
                      <a:cubicBezTo>
                        <a:pt x="184081" y="66846"/>
                        <a:pt x="186734" y="74804"/>
                        <a:pt x="184650" y="73541"/>
                      </a:cubicBezTo>
                      <a:cubicBezTo>
                        <a:pt x="184397" y="73414"/>
                        <a:pt x="183639" y="65456"/>
                        <a:pt x="183386" y="65330"/>
                      </a:cubicBezTo>
                      <a:cubicBezTo>
                        <a:pt x="183260" y="65330"/>
                        <a:pt x="183386" y="72972"/>
                        <a:pt x="183134" y="72846"/>
                      </a:cubicBezTo>
                      <a:cubicBezTo>
                        <a:pt x="180923" y="70067"/>
                        <a:pt x="183260" y="62551"/>
                        <a:pt x="181744" y="62109"/>
                      </a:cubicBezTo>
                      <a:cubicBezTo>
                        <a:pt x="181492" y="62109"/>
                        <a:pt x="180797" y="71267"/>
                        <a:pt x="180481" y="71014"/>
                      </a:cubicBezTo>
                      <a:cubicBezTo>
                        <a:pt x="181429" y="78088"/>
                        <a:pt x="187176" y="78404"/>
                        <a:pt x="186734" y="80488"/>
                      </a:cubicBezTo>
                      <a:lnTo>
                        <a:pt x="182692" y="78404"/>
                      </a:lnTo>
                      <a:cubicBezTo>
                        <a:pt x="183765" y="80488"/>
                        <a:pt x="185471" y="82699"/>
                        <a:pt x="186608" y="85099"/>
                      </a:cubicBezTo>
                      <a:cubicBezTo>
                        <a:pt x="185344" y="85478"/>
                        <a:pt x="186734" y="87183"/>
                        <a:pt x="187555" y="88004"/>
                      </a:cubicBezTo>
                      <a:cubicBezTo>
                        <a:pt x="186292" y="87877"/>
                        <a:pt x="186608" y="88699"/>
                        <a:pt x="188944" y="90909"/>
                      </a:cubicBezTo>
                      <a:cubicBezTo>
                        <a:pt x="189513" y="91351"/>
                        <a:pt x="189639" y="91793"/>
                        <a:pt x="189513" y="92172"/>
                      </a:cubicBezTo>
                      <a:cubicBezTo>
                        <a:pt x="186608" y="91478"/>
                        <a:pt x="186292" y="91478"/>
                        <a:pt x="191029" y="95267"/>
                      </a:cubicBezTo>
                      <a:cubicBezTo>
                        <a:pt x="188123" y="94888"/>
                        <a:pt x="187934" y="95141"/>
                        <a:pt x="191281" y="97351"/>
                      </a:cubicBezTo>
                      <a:cubicBezTo>
                        <a:pt x="191850" y="97730"/>
                        <a:pt x="192544" y="98614"/>
                        <a:pt x="192671" y="99435"/>
                      </a:cubicBezTo>
                      <a:cubicBezTo>
                        <a:pt x="192797" y="100004"/>
                        <a:pt x="192292" y="99688"/>
                        <a:pt x="191976" y="99688"/>
                      </a:cubicBezTo>
                      <a:cubicBezTo>
                        <a:pt x="191408" y="99435"/>
                        <a:pt x="190586" y="98804"/>
                        <a:pt x="190271" y="98678"/>
                      </a:cubicBezTo>
                      <a:cubicBezTo>
                        <a:pt x="189450" y="98551"/>
                        <a:pt x="190018" y="99688"/>
                        <a:pt x="193871" y="102593"/>
                      </a:cubicBezTo>
                      <a:cubicBezTo>
                        <a:pt x="194818" y="103478"/>
                        <a:pt x="195260" y="104109"/>
                        <a:pt x="194565" y="104425"/>
                      </a:cubicBezTo>
                      <a:cubicBezTo>
                        <a:pt x="189829" y="101520"/>
                        <a:pt x="190081" y="102214"/>
                        <a:pt x="195260" y="106635"/>
                      </a:cubicBezTo>
                      <a:cubicBezTo>
                        <a:pt x="196523" y="108530"/>
                        <a:pt x="196650" y="109414"/>
                        <a:pt x="196208" y="109730"/>
                      </a:cubicBezTo>
                      <a:cubicBezTo>
                        <a:pt x="192039" y="106256"/>
                        <a:pt x="189260" y="104046"/>
                        <a:pt x="196523" y="111246"/>
                      </a:cubicBezTo>
                      <a:cubicBezTo>
                        <a:pt x="197786" y="112509"/>
                        <a:pt x="198039" y="113330"/>
                        <a:pt x="197092" y="113456"/>
                      </a:cubicBezTo>
                      <a:cubicBezTo>
                        <a:pt x="189829" y="108025"/>
                        <a:pt x="193744" y="111688"/>
                        <a:pt x="198608" y="116678"/>
                      </a:cubicBezTo>
                      <a:cubicBezTo>
                        <a:pt x="198923" y="116930"/>
                        <a:pt x="198608" y="117372"/>
                        <a:pt x="198292" y="117183"/>
                      </a:cubicBezTo>
                      <a:cubicBezTo>
                        <a:pt x="191344" y="112067"/>
                        <a:pt x="191092" y="113267"/>
                        <a:pt x="198418" y="120972"/>
                      </a:cubicBezTo>
                      <a:cubicBezTo>
                        <a:pt x="198671" y="121667"/>
                        <a:pt x="199113" y="122235"/>
                        <a:pt x="198860" y="122804"/>
                      </a:cubicBezTo>
                      <a:cubicBezTo>
                        <a:pt x="198671" y="123120"/>
                        <a:pt x="198165" y="122804"/>
                        <a:pt x="197850" y="122678"/>
                      </a:cubicBezTo>
                      <a:cubicBezTo>
                        <a:pt x="192860" y="117941"/>
                        <a:pt x="193239" y="118951"/>
                        <a:pt x="198986" y="126720"/>
                      </a:cubicBezTo>
                      <a:cubicBezTo>
                        <a:pt x="199871" y="127983"/>
                        <a:pt x="200250" y="129056"/>
                        <a:pt x="198860" y="128362"/>
                      </a:cubicBezTo>
                      <a:cubicBezTo>
                        <a:pt x="192544" y="121288"/>
                        <a:pt x="190650" y="119772"/>
                        <a:pt x="198671" y="130572"/>
                      </a:cubicBezTo>
                      <a:cubicBezTo>
                        <a:pt x="199555" y="131962"/>
                        <a:pt x="199681" y="132656"/>
                        <a:pt x="198544" y="132214"/>
                      </a:cubicBezTo>
                      <a:cubicBezTo>
                        <a:pt x="192860" y="124446"/>
                        <a:pt x="192671" y="125393"/>
                        <a:pt x="198229" y="133730"/>
                      </a:cubicBezTo>
                      <a:cubicBezTo>
                        <a:pt x="198608" y="134678"/>
                        <a:pt x="198608" y="134867"/>
                        <a:pt x="198229" y="134678"/>
                      </a:cubicBezTo>
                      <a:cubicBezTo>
                        <a:pt x="193050" y="128425"/>
                        <a:pt x="191534" y="126909"/>
                        <a:pt x="197976" y="136067"/>
                      </a:cubicBezTo>
                      <a:cubicBezTo>
                        <a:pt x="198797" y="137709"/>
                        <a:pt x="198671" y="138025"/>
                        <a:pt x="197850" y="137204"/>
                      </a:cubicBezTo>
                      <a:cubicBezTo>
                        <a:pt x="191597" y="129372"/>
                        <a:pt x="191471" y="130383"/>
                        <a:pt x="197534" y="138467"/>
                      </a:cubicBezTo>
                      <a:cubicBezTo>
                        <a:pt x="198102" y="139414"/>
                        <a:pt x="198355" y="139983"/>
                        <a:pt x="197408" y="139604"/>
                      </a:cubicBezTo>
                      <a:cubicBezTo>
                        <a:pt x="190144" y="131393"/>
                        <a:pt x="190144" y="131709"/>
                        <a:pt x="197155" y="140551"/>
                      </a:cubicBezTo>
                      <a:cubicBezTo>
                        <a:pt x="197281" y="142762"/>
                        <a:pt x="197281" y="142635"/>
                        <a:pt x="195892" y="141499"/>
                      </a:cubicBezTo>
                      <a:cubicBezTo>
                        <a:pt x="195197" y="140678"/>
                        <a:pt x="195197" y="139983"/>
                        <a:pt x="194502" y="139288"/>
                      </a:cubicBezTo>
                      <a:cubicBezTo>
                        <a:pt x="190018" y="133856"/>
                        <a:pt x="189513" y="134299"/>
                        <a:pt x="194755" y="141246"/>
                      </a:cubicBezTo>
                      <a:cubicBezTo>
                        <a:pt x="194186" y="141814"/>
                        <a:pt x="193492" y="141814"/>
                        <a:pt x="192671" y="141120"/>
                      </a:cubicBezTo>
                      <a:cubicBezTo>
                        <a:pt x="188060" y="135120"/>
                        <a:pt x="187681" y="135120"/>
                        <a:pt x="191281" y="140867"/>
                      </a:cubicBezTo>
                      <a:lnTo>
                        <a:pt x="188818" y="140488"/>
                      </a:lnTo>
                      <a:cubicBezTo>
                        <a:pt x="188376" y="139667"/>
                        <a:pt x="187997" y="139225"/>
                        <a:pt x="187429" y="138656"/>
                      </a:cubicBezTo>
                      <a:cubicBezTo>
                        <a:pt x="183134" y="134425"/>
                        <a:pt x="181555" y="134046"/>
                        <a:pt x="185913" y="139478"/>
                      </a:cubicBezTo>
                      <a:cubicBezTo>
                        <a:pt x="186039" y="139667"/>
                        <a:pt x="185660" y="139730"/>
                        <a:pt x="185786" y="139856"/>
                      </a:cubicBezTo>
                      <a:lnTo>
                        <a:pt x="180923" y="139035"/>
                      </a:lnTo>
                      <a:cubicBezTo>
                        <a:pt x="180355" y="139035"/>
                        <a:pt x="179660" y="138720"/>
                        <a:pt x="179155" y="138025"/>
                      </a:cubicBezTo>
                      <a:cubicBezTo>
                        <a:pt x="177071" y="134425"/>
                        <a:pt x="175808" y="133035"/>
                        <a:pt x="172334" y="129688"/>
                      </a:cubicBezTo>
                      <a:cubicBezTo>
                        <a:pt x="172586" y="130951"/>
                        <a:pt x="175239" y="133162"/>
                        <a:pt x="177323" y="136635"/>
                      </a:cubicBezTo>
                      <a:cubicBezTo>
                        <a:pt x="177892" y="138846"/>
                        <a:pt x="175365" y="137899"/>
                        <a:pt x="174544" y="137456"/>
                      </a:cubicBezTo>
                      <a:cubicBezTo>
                        <a:pt x="173029" y="135372"/>
                        <a:pt x="172460" y="135056"/>
                        <a:pt x="170250" y="132467"/>
                      </a:cubicBezTo>
                      <a:cubicBezTo>
                        <a:pt x="163934" y="125078"/>
                        <a:pt x="157302" y="116741"/>
                        <a:pt x="151871" y="110930"/>
                      </a:cubicBezTo>
                      <a:cubicBezTo>
                        <a:pt x="152123" y="109920"/>
                        <a:pt x="152123" y="108846"/>
                        <a:pt x="152250" y="107835"/>
                      </a:cubicBezTo>
                      <a:cubicBezTo>
                        <a:pt x="156734" y="114783"/>
                        <a:pt x="163113" y="122172"/>
                        <a:pt x="170250" y="128741"/>
                      </a:cubicBezTo>
                      <a:cubicBezTo>
                        <a:pt x="169681" y="125962"/>
                        <a:pt x="160776" y="118320"/>
                        <a:pt x="155344" y="111056"/>
                      </a:cubicBezTo>
                      <a:cubicBezTo>
                        <a:pt x="154208" y="109162"/>
                        <a:pt x="153260" y="107330"/>
                        <a:pt x="152565" y="105751"/>
                      </a:cubicBezTo>
                      <a:cubicBezTo>
                        <a:pt x="152692" y="104930"/>
                        <a:pt x="152692" y="104235"/>
                        <a:pt x="152881" y="103288"/>
                      </a:cubicBezTo>
                      <a:cubicBezTo>
                        <a:pt x="156608" y="110930"/>
                        <a:pt x="162608" y="118004"/>
                        <a:pt x="170944" y="125267"/>
                      </a:cubicBezTo>
                      <a:cubicBezTo>
                        <a:pt x="169997" y="122741"/>
                        <a:pt x="161344" y="115793"/>
                        <a:pt x="156734" y="108404"/>
                      </a:cubicBezTo>
                      <a:cubicBezTo>
                        <a:pt x="155092" y="105499"/>
                        <a:pt x="153829" y="103099"/>
                        <a:pt x="153134" y="101204"/>
                      </a:cubicBezTo>
                      <a:lnTo>
                        <a:pt x="153134" y="99941"/>
                      </a:lnTo>
                      <a:cubicBezTo>
                        <a:pt x="156923" y="107456"/>
                        <a:pt x="163429" y="115225"/>
                        <a:pt x="171260" y="121920"/>
                      </a:cubicBezTo>
                      <a:cubicBezTo>
                        <a:pt x="170376" y="119456"/>
                        <a:pt x="161534" y="112193"/>
                        <a:pt x="157176" y="105120"/>
                      </a:cubicBezTo>
                      <a:cubicBezTo>
                        <a:pt x="155344" y="102025"/>
                        <a:pt x="154208" y="99688"/>
                        <a:pt x="153450" y="97730"/>
                      </a:cubicBezTo>
                      <a:lnTo>
                        <a:pt x="153450" y="96341"/>
                      </a:lnTo>
                      <a:cubicBezTo>
                        <a:pt x="157113" y="103541"/>
                        <a:pt x="165134" y="113330"/>
                        <a:pt x="172523" y="119709"/>
                      </a:cubicBezTo>
                      <a:cubicBezTo>
                        <a:pt x="171702" y="117372"/>
                        <a:pt x="161660" y="108530"/>
                        <a:pt x="157492" y="101772"/>
                      </a:cubicBezTo>
                      <a:cubicBezTo>
                        <a:pt x="155660" y="98551"/>
                        <a:pt x="154397" y="96025"/>
                        <a:pt x="153702" y="94130"/>
                      </a:cubicBezTo>
                      <a:lnTo>
                        <a:pt x="153702" y="92172"/>
                      </a:lnTo>
                      <a:cubicBezTo>
                        <a:pt x="156734" y="99435"/>
                        <a:pt x="164565" y="109035"/>
                        <a:pt x="172208" y="115288"/>
                      </a:cubicBezTo>
                      <a:cubicBezTo>
                        <a:pt x="171386" y="112951"/>
                        <a:pt x="161786" y="104993"/>
                        <a:pt x="157871" y="98425"/>
                      </a:cubicBezTo>
                      <a:cubicBezTo>
                        <a:pt x="155786" y="94951"/>
                        <a:pt x="154650" y="92299"/>
                        <a:pt x="154018" y="90341"/>
                      </a:cubicBezTo>
                      <a:cubicBezTo>
                        <a:pt x="154018" y="89646"/>
                        <a:pt x="154018" y="88825"/>
                        <a:pt x="154144" y="88256"/>
                      </a:cubicBezTo>
                      <a:cubicBezTo>
                        <a:pt x="156797" y="95646"/>
                        <a:pt x="164186" y="104551"/>
                        <a:pt x="171955" y="110488"/>
                      </a:cubicBezTo>
                      <a:cubicBezTo>
                        <a:pt x="171071" y="108404"/>
                        <a:pt x="162165" y="101204"/>
                        <a:pt x="158565" y="95078"/>
                      </a:cubicBezTo>
                      <a:cubicBezTo>
                        <a:pt x="156229" y="91035"/>
                        <a:pt x="155092" y="88383"/>
                        <a:pt x="154271" y="86488"/>
                      </a:cubicBezTo>
                      <a:cubicBezTo>
                        <a:pt x="154271" y="85604"/>
                        <a:pt x="154271" y="84972"/>
                        <a:pt x="154397" y="84088"/>
                      </a:cubicBezTo>
                      <a:cubicBezTo>
                        <a:pt x="156608" y="91351"/>
                        <a:pt x="163555" y="100067"/>
                        <a:pt x="171386" y="106193"/>
                      </a:cubicBezTo>
                      <a:cubicBezTo>
                        <a:pt x="170818" y="104109"/>
                        <a:pt x="162481" y="97604"/>
                        <a:pt x="158881" y="91730"/>
                      </a:cubicBezTo>
                      <a:cubicBezTo>
                        <a:pt x="156229" y="87246"/>
                        <a:pt x="155408" y="84341"/>
                        <a:pt x="154523" y="82383"/>
                      </a:cubicBezTo>
                      <a:lnTo>
                        <a:pt x="154523" y="81941"/>
                      </a:lnTo>
                      <a:cubicBezTo>
                        <a:pt x="154650" y="81120"/>
                        <a:pt x="154650" y="80109"/>
                        <a:pt x="154839" y="79288"/>
                      </a:cubicBezTo>
                      <a:cubicBezTo>
                        <a:pt x="156355" y="86551"/>
                        <a:pt x="163050" y="95835"/>
                        <a:pt x="170944" y="102278"/>
                      </a:cubicBezTo>
                      <a:cubicBezTo>
                        <a:pt x="170376" y="100446"/>
                        <a:pt x="162734" y="93941"/>
                        <a:pt x="159576" y="88446"/>
                      </a:cubicBezTo>
                      <a:cubicBezTo>
                        <a:pt x="156544" y="83330"/>
                        <a:pt x="155850" y="80235"/>
                        <a:pt x="154839" y="78530"/>
                      </a:cubicBezTo>
                      <a:cubicBezTo>
                        <a:pt x="157176" y="58509"/>
                        <a:pt x="165702" y="46699"/>
                        <a:pt x="178081" y="44614"/>
                      </a:cubicBezTo>
                      <a:moveTo>
                        <a:pt x="149092" y="132025"/>
                      </a:moveTo>
                      <a:cubicBezTo>
                        <a:pt x="148902" y="131204"/>
                        <a:pt x="148776" y="130193"/>
                        <a:pt x="148650" y="129372"/>
                      </a:cubicBezTo>
                      <a:cubicBezTo>
                        <a:pt x="151050" y="131772"/>
                        <a:pt x="153134" y="133099"/>
                        <a:pt x="155344" y="135499"/>
                      </a:cubicBezTo>
                      <a:cubicBezTo>
                        <a:pt x="154650" y="136067"/>
                        <a:pt x="153955" y="136067"/>
                        <a:pt x="153260" y="135814"/>
                      </a:cubicBezTo>
                      <a:cubicBezTo>
                        <a:pt x="151871" y="134299"/>
                        <a:pt x="150481" y="133478"/>
                        <a:pt x="149092" y="132025"/>
                      </a:cubicBezTo>
                      <a:moveTo>
                        <a:pt x="151871" y="135625"/>
                      </a:moveTo>
                      <a:cubicBezTo>
                        <a:pt x="149786" y="135751"/>
                        <a:pt x="149344" y="135309"/>
                        <a:pt x="149218" y="133288"/>
                      </a:cubicBezTo>
                      <a:cubicBezTo>
                        <a:pt x="150229" y="134235"/>
                        <a:pt x="151050" y="134678"/>
                        <a:pt x="151871" y="135625"/>
                      </a:cubicBezTo>
                      <a:moveTo>
                        <a:pt x="148523" y="128172"/>
                      </a:moveTo>
                      <a:cubicBezTo>
                        <a:pt x="148523" y="127035"/>
                        <a:pt x="148523" y="125772"/>
                        <a:pt x="148776" y="124509"/>
                      </a:cubicBezTo>
                      <a:cubicBezTo>
                        <a:pt x="151997" y="128551"/>
                        <a:pt x="154902" y="131583"/>
                        <a:pt x="158123" y="135625"/>
                      </a:cubicBezTo>
                      <a:cubicBezTo>
                        <a:pt x="157681" y="136067"/>
                        <a:pt x="157176" y="136067"/>
                        <a:pt x="156292" y="135625"/>
                      </a:cubicBezTo>
                      <a:cubicBezTo>
                        <a:pt x="153639" y="132846"/>
                        <a:pt x="151429" y="131014"/>
                        <a:pt x="148523" y="128109"/>
                      </a:cubicBezTo>
                      <a:moveTo>
                        <a:pt x="142523" y="119646"/>
                      </a:moveTo>
                      <a:cubicBezTo>
                        <a:pt x="141260" y="120846"/>
                        <a:pt x="141008" y="120783"/>
                        <a:pt x="141702" y="119078"/>
                      </a:cubicBezTo>
                      <a:cubicBezTo>
                        <a:pt x="142650" y="117246"/>
                        <a:pt x="144165" y="116046"/>
                        <a:pt x="146123" y="115288"/>
                      </a:cubicBezTo>
                      <a:cubicBezTo>
                        <a:pt x="147765" y="114909"/>
                        <a:pt x="147260" y="115856"/>
                        <a:pt x="146692" y="116235"/>
                      </a:cubicBezTo>
                      <a:cubicBezTo>
                        <a:pt x="145302" y="117372"/>
                        <a:pt x="143786" y="118193"/>
                        <a:pt x="142523" y="119583"/>
                      </a:cubicBezTo>
                      <a:moveTo>
                        <a:pt x="145050" y="120341"/>
                      </a:moveTo>
                      <a:cubicBezTo>
                        <a:pt x="143660" y="122172"/>
                        <a:pt x="142839" y="124383"/>
                        <a:pt x="141702" y="126341"/>
                      </a:cubicBezTo>
                      <a:cubicBezTo>
                        <a:pt x="141260" y="127225"/>
                        <a:pt x="139997" y="128172"/>
                        <a:pt x="140313" y="125962"/>
                      </a:cubicBezTo>
                      <a:cubicBezTo>
                        <a:pt x="140755" y="123309"/>
                        <a:pt x="141955" y="120909"/>
                        <a:pt x="144165" y="119393"/>
                      </a:cubicBezTo>
                      <a:cubicBezTo>
                        <a:pt x="146123" y="118004"/>
                        <a:pt x="146565" y="118446"/>
                        <a:pt x="144986" y="120341"/>
                      </a:cubicBezTo>
                      <a:moveTo>
                        <a:pt x="145744" y="113962"/>
                      </a:moveTo>
                      <a:lnTo>
                        <a:pt x="141008" y="118130"/>
                      </a:lnTo>
                      <a:cubicBezTo>
                        <a:pt x="139492" y="118951"/>
                        <a:pt x="137660" y="121604"/>
                        <a:pt x="135008" y="125646"/>
                      </a:cubicBezTo>
                      <a:cubicBezTo>
                        <a:pt x="133365" y="126341"/>
                        <a:pt x="133239" y="125899"/>
                        <a:pt x="134186" y="124699"/>
                      </a:cubicBezTo>
                      <a:cubicBezTo>
                        <a:pt x="134881" y="123435"/>
                        <a:pt x="136271" y="122299"/>
                        <a:pt x="137092" y="121225"/>
                      </a:cubicBezTo>
                      <a:cubicBezTo>
                        <a:pt x="137786" y="120088"/>
                        <a:pt x="137786" y="119141"/>
                        <a:pt x="138608" y="118320"/>
                      </a:cubicBezTo>
                      <a:cubicBezTo>
                        <a:pt x="140565" y="115667"/>
                        <a:pt x="142650" y="113456"/>
                        <a:pt x="145113" y="111625"/>
                      </a:cubicBezTo>
                      <a:cubicBezTo>
                        <a:pt x="147892" y="109856"/>
                        <a:pt x="149976" y="106446"/>
                        <a:pt x="151808" y="101899"/>
                      </a:cubicBezTo>
                      <a:lnTo>
                        <a:pt x="152060" y="102720"/>
                      </a:lnTo>
                      <a:cubicBezTo>
                        <a:pt x="151365" y="109288"/>
                        <a:pt x="149281" y="113141"/>
                        <a:pt x="145681" y="114025"/>
                      </a:cubicBezTo>
                      <a:moveTo>
                        <a:pt x="139871" y="122425"/>
                      </a:moveTo>
                      <a:cubicBezTo>
                        <a:pt x="139871" y="123246"/>
                        <a:pt x="139618" y="123814"/>
                        <a:pt x="139492" y="123814"/>
                      </a:cubicBezTo>
                      <a:cubicBezTo>
                        <a:pt x="139176" y="123814"/>
                        <a:pt x="139113" y="123246"/>
                        <a:pt x="139113" y="122425"/>
                      </a:cubicBezTo>
                      <a:cubicBezTo>
                        <a:pt x="139113" y="121730"/>
                        <a:pt x="139176" y="121035"/>
                        <a:pt x="139492" y="121035"/>
                      </a:cubicBezTo>
                      <a:cubicBezTo>
                        <a:pt x="139618" y="121035"/>
                        <a:pt x="139871" y="121730"/>
                        <a:pt x="139871" y="122425"/>
                      </a:cubicBezTo>
                      <a:moveTo>
                        <a:pt x="130713" y="117941"/>
                      </a:moveTo>
                      <a:cubicBezTo>
                        <a:pt x="131408" y="114783"/>
                        <a:pt x="133239" y="112004"/>
                        <a:pt x="135892" y="109793"/>
                      </a:cubicBezTo>
                      <a:cubicBezTo>
                        <a:pt x="138797" y="107520"/>
                        <a:pt x="142018" y="106572"/>
                        <a:pt x="145744" y="104109"/>
                      </a:cubicBezTo>
                      <a:cubicBezTo>
                        <a:pt x="146881" y="103414"/>
                        <a:pt x="147134" y="103793"/>
                        <a:pt x="146439" y="105309"/>
                      </a:cubicBezTo>
                      <a:cubicBezTo>
                        <a:pt x="144734" y="107141"/>
                        <a:pt x="142965" y="107962"/>
                        <a:pt x="141008" y="108214"/>
                      </a:cubicBezTo>
                      <a:cubicBezTo>
                        <a:pt x="137976" y="108909"/>
                        <a:pt x="135892" y="111562"/>
                        <a:pt x="133808" y="114909"/>
                      </a:cubicBezTo>
                      <a:lnTo>
                        <a:pt x="139934" y="110425"/>
                      </a:lnTo>
                      <a:cubicBezTo>
                        <a:pt x="141323" y="109983"/>
                        <a:pt x="141576" y="110425"/>
                        <a:pt x="140755" y="111562"/>
                      </a:cubicBezTo>
                      <a:cubicBezTo>
                        <a:pt x="134186" y="114909"/>
                        <a:pt x="135071" y="119078"/>
                        <a:pt x="132418" y="120088"/>
                      </a:cubicBezTo>
                      <a:cubicBezTo>
                        <a:pt x="131850" y="119393"/>
                        <a:pt x="132039" y="118446"/>
                        <a:pt x="132734" y="117183"/>
                      </a:cubicBezTo>
                      <a:lnTo>
                        <a:pt x="130776" y="118004"/>
                      </a:lnTo>
                      <a:close/>
                      <a:moveTo>
                        <a:pt x="130018" y="65709"/>
                      </a:moveTo>
                      <a:cubicBezTo>
                        <a:pt x="130713" y="66088"/>
                        <a:pt x="131155" y="66530"/>
                        <a:pt x="131408" y="66909"/>
                      </a:cubicBezTo>
                      <a:cubicBezTo>
                        <a:pt x="131660" y="65772"/>
                        <a:pt x="131408" y="64699"/>
                        <a:pt x="130839" y="63562"/>
                      </a:cubicBezTo>
                      <a:cubicBezTo>
                        <a:pt x="132229" y="64256"/>
                        <a:pt x="133050" y="65520"/>
                        <a:pt x="133239" y="67288"/>
                      </a:cubicBezTo>
                      <a:cubicBezTo>
                        <a:pt x="133618" y="66151"/>
                        <a:pt x="133618" y="64888"/>
                        <a:pt x="132923" y="63372"/>
                      </a:cubicBezTo>
                      <a:cubicBezTo>
                        <a:pt x="134186" y="63814"/>
                        <a:pt x="135008" y="64888"/>
                        <a:pt x="136144" y="66720"/>
                      </a:cubicBezTo>
                      <a:lnTo>
                        <a:pt x="135892" y="69499"/>
                      </a:lnTo>
                      <a:cubicBezTo>
                        <a:pt x="136144" y="70320"/>
                        <a:pt x="136144" y="71014"/>
                        <a:pt x="135702" y="71583"/>
                      </a:cubicBezTo>
                      <a:cubicBezTo>
                        <a:pt x="135197" y="70888"/>
                        <a:pt x="134565" y="70635"/>
                        <a:pt x="133871" y="71014"/>
                      </a:cubicBezTo>
                      <a:lnTo>
                        <a:pt x="133744" y="73225"/>
                      </a:lnTo>
                      <a:cubicBezTo>
                        <a:pt x="133302" y="72278"/>
                        <a:pt x="132797" y="72088"/>
                        <a:pt x="132229" y="72846"/>
                      </a:cubicBezTo>
                      <a:lnTo>
                        <a:pt x="130271" y="74678"/>
                      </a:lnTo>
                      <a:lnTo>
                        <a:pt x="129702" y="73414"/>
                      </a:lnTo>
                      <a:lnTo>
                        <a:pt x="129450" y="67856"/>
                      </a:lnTo>
                      <a:lnTo>
                        <a:pt x="130271" y="67288"/>
                      </a:lnTo>
                      <a:lnTo>
                        <a:pt x="129955" y="65646"/>
                      </a:lnTo>
                      <a:close/>
                      <a:moveTo>
                        <a:pt x="130713" y="48151"/>
                      </a:moveTo>
                      <a:cubicBezTo>
                        <a:pt x="130586" y="47078"/>
                        <a:pt x="130965" y="45941"/>
                        <a:pt x="132229" y="44930"/>
                      </a:cubicBezTo>
                      <a:cubicBezTo>
                        <a:pt x="133050" y="44362"/>
                        <a:pt x="133302" y="45372"/>
                        <a:pt x="132923" y="45941"/>
                      </a:cubicBezTo>
                      <a:cubicBezTo>
                        <a:pt x="132102" y="46888"/>
                        <a:pt x="131408" y="46888"/>
                        <a:pt x="130713" y="48151"/>
                      </a:cubicBezTo>
                      <a:moveTo>
                        <a:pt x="146123" y="51878"/>
                      </a:moveTo>
                      <a:cubicBezTo>
                        <a:pt x="145429" y="52004"/>
                        <a:pt x="146123" y="49478"/>
                        <a:pt x="144986" y="51499"/>
                      </a:cubicBezTo>
                      <a:lnTo>
                        <a:pt x="142650" y="53583"/>
                      </a:lnTo>
                      <a:cubicBezTo>
                        <a:pt x="140944" y="54151"/>
                        <a:pt x="141386" y="52446"/>
                        <a:pt x="142334" y="53141"/>
                      </a:cubicBezTo>
                      <a:lnTo>
                        <a:pt x="143976" y="50930"/>
                      </a:lnTo>
                      <a:cubicBezTo>
                        <a:pt x="145492" y="48846"/>
                        <a:pt x="147323" y="47330"/>
                        <a:pt x="149092" y="45941"/>
                      </a:cubicBezTo>
                      <a:cubicBezTo>
                        <a:pt x="150608" y="45814"/>
                        <a:pt x="150923" y="46193"/>
                        <a:pt x="149786" y="47204"/>
                      </a:cubicBezTo>
                      <a:lnTo>
                        <a:pt x="147829" y="48214"/>
                      </a:lnTo>
                      <a:cubicBezTo>
                        <a:pt x="148081" y="49162"/>
                        <a:pt x="146818" y="51688"/>
                        <a:pt x="145997" y="51941"/>
                      </a:cubicBezTo>
                      <a:moveTo>
                        <a:pt x="147765" y="62867"/>
                      </a:moveTo>
                      <a:cubicBezTo>
                        <a:pt x="151302" y="57183"/>
                        <a:pt x="155029" y="54278"/>
                        <a:pt x="158818" y="53141"/>
                      </a:cubicBezTo>
                      <a:cubicBezTo>
                        <a:pt x="160081" y="53267"/>
                        <a:pt x="160586" y="53709"/>
                        <a:pt x="159639" y="54783"/>
                      </a:cubicBezTo>
                      <a:cubicBezTo>
                        <a:pt x="156608" y="56046"/>
                        <a:pt x="153639" y="58446"/>
                        <a:pt x="150860" y="61730"/>
                      </a:cubicBezTo>
                      <a:cubicBezTo>
                        <a:pt x="151176" y="62993"/>
                        <a:pt x="150608" y="64130"/>
                        <a:pt x="149218" y="64951"/>
                      </a:cubicBezTo>
                      <a:cubicBezTo>
                        <a:pt x="149218" y="67035"/>
                        <a:pt x="147955" y="68046"/>
                        <a:pt x="145871" y="68299"/>
                      </a:cubicBezTo>
                      <a:lnTo>
                        <a:pt x="142839" y="72214"/>
                      </a:lnTo>
                      <a:cubicBezTo>
                        <a:pt x="143534" y="73162"/>
                        <a:pt x="142460" y="74741"/>
                        <a:pt x="140250" y="76951"/>
                      </a:cubicBezTo>
                      <a:cubicBezTo>
                        <a:pt x="138860" y="78467"/>
                        <a:pt x="138292" y="78088"/>
                        <a:pt x="138544" y="75562"/>
                      </a:cubicBezTo>
                      <a:cubicBezTo>
                        <a:pt x="140250" y="70951"/>
                        <a:pt x="143408" y="64320"/>
                        <a:pt x="144986" y="64320"/>
                      </a:cubicBezTo>
                      <a:cubicBezTo>
                        <a:pt x="145808" y="64320"/>
                        <a:pt x="145808" y="64004"/>
                        <a:pt x="146060" y="62488"/>
                      </a:cubicBezTo>
                      <a:cubicBezTo>
                        <a:pt x="146186" y="61351"/>
                        <a:pt x="147323" y="61604"/>
                        <a:pt x="147008" y="62488"/>
                      </a:cubicBezTo>
                      <a:cubicBezTo>
                        <a:pt x="146881" y="63625"/>
                        <a:pt x="147197" y="63688"/>
                        <a:pt x="147829" y="62867"/>
                      </a:cubicBezTo>
                      <a:moveTo>
                        <a:pt x="149660" y="55667"/>
                      </a:moveTo>
                      <a:cubicBezTo>
                        <a:pt x="149218" y="56046"/>
                        <a:pt x="149092" y="55667"/>
                        <a:pt x="149534" y="54530"/>
                      </a:cubicBezTo>
                      <a:cubicBezTo>
                        <a:pt x="151997" y="51625"/>
                        <a:pt x="156355" y="49667"/>
                        <a:pt x="164376" y="49793"/>
                      </a:cubicBezTo>
                      <a:cubicBezTo>
                        <a:pt x="166081" y="49920"/>
                        <a:pt x="165765" y="51625"/>
                        <a:pt x="164250" y="51435"/>
                      </a:cubicBezTo>
                      <a:cubicBezTo>
                        <a:pt x="162986" y="51246"/>
                        <a:pt x="161597" y="51814"/>
                        <a:pt x="160334" y="52130"/>
                      </a:cubicBezTo>
                      <a:cubicBezTo>
                        <a:pt x="158818" y="52572"/>
                        <a:pt x="157113" y="52699"/>
                        <a:pt x="155723" y="53520"/>
                      </a:cubicBezTo>
                      <a:cubicBezTo>
                        <a:pt x="152944" y="55035"/>
                        <a:pt x="150481" y="57562"/>
                        <a:pt x="148208" y="61035"/>
                      </a:cubicBezTo>
                      <a:cubicBezTo>
                        <a:pt x="147386" y="61414"/>
                        <a:pt x="147260" y="61162"/>
                        <a:pt x="147639" y="60214"/>
                      </a:cubicBezTo>
                      <a:cubicBezTo>
                        <a:pt x="150418" y="55225"/>
                        <a:pt x="153765" y="52572"/>
                        <a:pt x="157239" y="52320"/>
                      </a:cubicBezTo>
                      <a:lnTo>
                        <a:pt x="157365" y="52067"/>
                      </a:lnTo>
                      <a:cubicBezTo>
                        <a:pt x="155408" y="51688"/>
                        <a:pt x="153071" y="52446"/>
                        <a:pt x="149597" y="55667"/>
                      </a:cubicBezTo>
                      <a:moveTo>
                        <a:pt x="152565" y="50235"/>
                      </a:moveTo>
                      <a:cubicBezTo>
                        <a:pt x="155660" y="48341"/>
                        <a:pt x="159134" y="47204"/>
                        <a:pt x="163113" y="47772"/>
                      </a:cubicBezTo>
                      <a:cubicBezTo>
                        <a:pt x="165639" y="48025"/>
                        <a:pt x="165639" y="49541"/>
                        <a:pt x="164250" y="49414"/>
                      </a:cubicBezTo>
                      <a:cubicBezTo>
                        <a:pt x="160334" y="48909"/>
                        <a:pt x="156608" y="49035"/>
                        <a:pt x="152818" y="50804"/>
                      </a:cubicBezTo>
                      <a:cubicBezTo>
                        <a:pt x="151429" y="51499"/>
                        <a:pt x="151744" y="50804"/>
                        <a:pt x="152565" y="50235"/>
                      </a:cubicBezTo>
                      <a:moveTo>
                        <a:pt x="159639" y="57183"/>
                      </a:moveTo>
                      <a:cubicBezTo>
                        <a:pt x="158250" y="57183"/>
                        <a:pt x="156292" y="58446"/>
                        <a:pt x="153134" y="62488"/>
                      </a:cubicBezTo>
                      <a:cubicBezTo>
                        <a:pt x="152250" y="63625"/>
                        <a:pt x="151302" y="62614"/>
                        <a:pt x="152439" y="61225"/>
                      </a:cubicBezTo>
                      <a:cubicBezTo>
                        <a:pt x="154397" y="58888"/>
                        <a:pt x="156734" y="57183"/>
                        <a:pt x="159008" y="56235"/>
                      </a:cubicBezTo>
                      <a:cubicBezTo>
                        <a:pt x="161660" y="55099"/>
                        <a:pt x="161471" y="57183"/>
                        <a:pt x="159702" y="57183"/>
                      </a:cubicBezTo>
                      <a:moveTo>
                        <a:pt x="141323" y="63562"/>
                      </a:moveTo>
                      <a:lnTo>
                        <a:pt x="142586" y="63562"/>
                      </a:lnTo>
                      <a:cubicBezTo>
                        <a:pt x="142586" y="63941"/>
                        <a:pt x="142586" y="64256"/>
                        <a:pt x="142271" y="64256"/>
                      </a:cubicBezTo>
                      <a:cubicBezTo>
                        <a:pt x="141955" y="64256"/>
                        <a:pt x="141702" y="63941"/>
                        <a:pt x="141323" y="63562"/>
                      </a:cubicBezTo>
                      <a:moveTo>
                        <a:pt x="141702" y="61225"/>
                      </a:moveTo>
                      <a:cubicBezTo>
                        <a:pt x="141955" y="61920"/>
                        <a:pt x="142271" y="62488"/>
                        <a:pt x="142271" y="62867"/>
                      </a:cubicBezTo>
                      <a:lnTo>
                        <a:pt x="140755" y="62867"/>
                      </a:lnTo>
                      <a:cubicBezTo>
                        <a:pt x="140439" y="62488"/>
                        <a:pt x="140186" y="62046"/>
                        <a:pt x="139934" y="61478"/>
                      </a:cubicBezTo>
                      <a:cubicBezTo>
                        <a:pt x="139808" y="61478"/>
                        <a:pt x="139808" y="61351"/>
                        <a:pt x="139808" y="61225"/>
                      </a:cubicBezTo>
                      <a:lnTo>
                        <a:pt x="141765" y="61225"/>
                      </a:lnTo>
                      <a:close/>
                      <a:moveTo>
                        <a:pt x="139492" y="60656"/>
                      </a:moveTo>
                      <a:cubicBezTo>
                        <a:pt x="138923" y="59520"/>
                        <a:pt x="138797" y="58572"/>
                        <a:pt x="139176" y="58572"/>
                      </a:cubicBezTo>
                      <a:cubicBezTo>
                        <a:pt x="139618" y="58572"/>
                        <a:pt x="140629" y="59393"/>
                        <a:pt x="141260" y="60656"/>
                      </a:cubicBezTo>
                      <a:lnTo>
                        <a:pt x="139429" y="60656"/>
                      </a:lnTo>
                      <a:close/>
                      <a:moveTo>
                        <a:pt x="139618" y="64699"/>
                      </a:moveTo>
                      <a:cubicBezTo>
                        <a:pt x="139997" y="65520"/>
                        <a:pt x="140186" y="66214"/>
                        <a:pt x="139997" y="66341"/>
                      </a:cubicBezTo>
                      <a:cubicBezTo>
                        <a:pt x="139871" y="66467"/>
                        <a:pt x="139302" y="65962"/>
                        <a:pt x="138860" y="65078"/>
                      </a:cubicBezTo>
                      <a:cubicBezTo>
                        <a:pt x="138355" y="64256"/>
                        <a:pt x="138165" y="63372"/>
                        <a:pt x="138355" y="63372"/>
                      </a:cubicBezTo>
                      <a:cubicBezTo>
                        <a:pt x="138481" y="63246"/>
                        <a:pt x="139050" y="63814"/>
                        <a:pt x="139618" y="64635"/>
                      </a:cubicBezTo>
                      <a:moveTo>
                        <a:pt x="147765" y="70509"/>
                      </a:moveTo>
                      <a:cubicBezTo>
                        <a:pt x="149913" y="66846"/>
                        <a:pt x="153071" y="63120"/>
                        <a:pt x="156797" y="59646"/>
                      </a:cubicBezTo>
                      <a:cubicBezTo>
                        <a:pt x="159576" y="57688"/>
                        <a:pt x="160144" y="58130"/>
                        <a:pt x="158629" y="61162"/>
                      </a:cubicBezTo>
                      <a:cubicBezTo>
                        <a:pt x="154586" y="66846"/>
                        <a:pt x="150544" y="73667"/>
                        <a:pt x="146944" y="75625"/>
                      </a:cubicBezTo>
                      <a:cubicBezTo>
                        <a:pt x="145302" y="75751"/>
                        <a:pt x="144039" y="76762"/>
                        <a:pt x="143029" y="78278"/>
                      </a:cubicBezTo>
                      <a:lnTo>
                        <a:pt x="145555" y="77014"/>
                      </a:lnTo>
                      <a:cubicBezTo>
                        <a:pt x="146818" y="76888"/>
                        <a:pt x="146944" y="77267"/>
                        <a:pt x="146060" y="78088"/>
                      </a:cubicBezTo>
                      <a:cubicBezTo>
                        <a:pt x="143976" y="79225"/>
                        <a:pt x="140565" y="84656"/>
                        <a:pt x="139681" y="81120"/>
                      </a:cubicBezTo>
                      <a:cubicBezTo>
                        <a:pt x="138292" y="83772"/>
                        <a:pt x="135955" y="83330"/>
                        <a:pt x="135765" y="85983"/>
                      </a:cubicBezTo>
                      <a:lnTo>
                        <a:pt x="135450" y="89456"/>
                      </a:lnTo>
                      <a:cubicBezTo>
                        <a:pt x="134881" y="90404"/>
                        <a:pt x="134439" y="90404"/>
                        <a:pt x="133934" y="89456"/>
                      </a:cubicBezTo>
                      <a:cubicBezTo>
                        <a:pt x="133492" y="84467"/>
                        <a:pt x="134629" y="81499"/>
                        <a:pt x="136965" y="79856"/>
                      </a:cubicBezTo>
                      <a:cubicBezTo>
                        <a:pt x="143344" y="75941"/>
                        <a:pt x="145555" y="70256"/>
                        <a:pt x="147639" y="70383"/>
                      </a:cubicBezTo>
                      <a:moveTo>
                        <a:pt x="152123" y="85541"/>
                      </a:moveTo>
                      <a:cubicBezTo>
                        <a:pt x="151997" y="86551"/>
                        <a:pt x="151997" y="87625"/>
                        <a:pt x="151050" y="87941"/>
                      </a:cubicBezTo>
                      <a:cubicBezTo>
                        <a:pt x="150734" y="91667"/>
                        <a:pt x="150355" y="94762"/>
                        <a:pt x="149218" y="95709"/>
                      </a:cubicBezTo>
                      <a:cubicBezTo>
                        <a:pt x="147576" y="97793"/>
                        <a:pt x="147008" y="97541"/>
                        <a:pt x="147576" y="94762"/>
                      </a:cubicBezTo>
                      <a:lnTo>
                        <a:pt x="148523" y="89772"/>
                      </a:lnTo>
                      <a:cubicBezTo>
                        <a:pt x="148650" y="87814"/>
                        <a:pt x="149344" y="85983"/>
                        <a:pt x="150608" y="84467"/>
                      </a:cubicBezTo>
                      <a:lnTo>
                        <a:pt x="152123" y="80299"/>
                      </a:lnTo>
                      <a:cubicBezTo>
                        <a:pt x="152565" y="78656"/>
                        <a:pt x="153260" y="78783"/>
                        <a:pt x="153260" y="80867"/>
                      </a:cubicBezTo>
                      <a:lnTo>
                        <a:pt x="152313" y="83520"/>
                      </a:lnTo>
                      <a:cubicBezTo>
                        <a:pt x="153197" y="83962"/>
                        <a:pt x="152692" y="84783"/>
                        <a:pt x="152186" y="85604"/>
                      </a:cubicBezTo>
                      <a:moveTo>
                        <a:pt x="143218" y="95709"/>
                      </a:moveTo>
                      <a:cubicBezTo>
                        <a:pt x="142650" y="96278"/>
                        <a:pt x="141702" y="96278"/>
                        <a:pt x="142208" y="95393"/>
                      </a:cubicBezTo>
                      <a:lnTo>
                        <a:pt x="144860" y="90151"/>
                      </a:lnTo>
                      <a:lnTo>
                        <a:pt x="141513" y="94762"/>
                      </a:lnTo>
                      <a:cubicBezTo>
                        <a:pt x="140565" y="95962"/>
                        <a:pt x="140376" y="95014"/>
                        <a:pt x="140818" y="94067"/>
                      </a:cubicBezTo>
                      <a:lnTo>
                        <a:pt x="143092" y="88635"/>
                      </a:lnTo>
                      <a:cubicBezTo>
                        <a:pt x="143660" y="86678"/>
                        <a:pt x="144608" y="85541"/>
                        <a:pt x="145871" y="85414"/>
                      </a:cubicBezTo>
                      <a:lnTo>
                        <a:pt x="148902" y="82509"/>
                      </a:lnTo>
                      <a:cubicBezTo>
                        <a:pt x="149597" y="81625"/>
                        <a:pt x="150039" y="82762"/>
                        <a:pt x="149597" y="83456"/>
                      </a:cubicBezTo>
                      <a:lnTo>
                        <a:pt x="147323" y="87056"/>
                      </a:lnTo>
                      <a:cubicBezTo>
                        <a:pt x="146944" y="89962"/>
                        <a:pt x="145808" y="92614"/>
                        <a:pt x="143155" y="95709"/>
                      </a:cubicBezTo>
                      <a:moveTo>
                        <a:pt x="146313" y="96530"/>
                      </a:moveTo>
                      <a:cubicBezTo>
                        <a:pt x="145744" y="98867"/>
                        <a:pt x="144102" y="101393"/>
                        <a:pt x="140629" y="102656"/>
                      </a:cubicBezTo>
                      <a:cubicBezTo>
                        <a:pt x="137660" y="103793"/>
                        <a:pt x="136839" y="102404"/>
                        <a:pt x="138797" y="101141"/>
                      </a:cubicBezTo>
                      <a:cubicBezTo>
                        <a:pt x="140881" y="99878"/>
                        <a:pt x="142713" y="98678"/>
                        <a:pt x="144102" y="96593"/>
                      </a:cubicBezTo>
                      <a:cubicBezTo>
                        <a:pt x="146060" y="93814"/>
                        <a:pt x="146881" y="93688"/>
                        <a:pt x="146313" y="96593"/>
                      </a:cubicBezTo>
                      <a:moveTo>
                        <a:pt x="140818" y="90404"/>
                      </a:moveTo>
                      <a:cubicBezTo>
                        <a:pt x="140123" y="91793"/>
                        <a:pt x="139176" y="93751"/>
                        <a:pt x="139176" y="97225"/>
                      </a:cubicBezTo>
                      <a:cubicBezTo>
                        <a:pt x="139176" y="100004"/>
                        <a:pt x="135702" y="99499"/>
                        <a:pt x="136965" y="96278"/>
                      </a:cubicBezTo>
                      <a:cubicBezTo>
                        <a:pt x="138229" y="92930"/>
                        <a:pt x="138671" y="91099"/>
                        <a:pt x="139871" y="90025"/>
                      </a:cubicBezTo>
                      <a:cubicBezTo>
                        <a:pt x="141386" y="88509"/>
                        <a:pt x="141829" y="88635"/>
                        <a:pt x="140818" y="90467"/>
                      </a:cubicBezTo>
                      <a:moveTo>
                        <a:pt x="140755" y="103793"/>
                      </a:moveTo>
                      <a:cubicBezTo>
                        <a:pt x="143660" y="102783"/>
                        <a:pt x="146060" y="100699"/>
                        <a:pt x="148144" y="98235"/>
                      </a:cubicBezTo>
                      <a:cubicBezTo>
                        <a:pt x="150355" y="96846"/>
                        <a:pt x="149976" y="98109"/>
                        <a:pt x="149218" y="99562"/>
                      </a:cubicBezTo>
                      <a:cubicBezTo>
                        <a:pt x="148397" y="100951"/>
                        <a:pt x="147829" y="101393"/>
                        <a:pt x="146439" y="102214"/>
                      </a:cubicBezTo>
                      <a:cubicBezTo>
                        <a:pt x="144734" y="103604"/>
                        <a:pt x="142271" y="104867"/>
                        <a:pt x="140313" y="105688"/>
                      </a:cubicBezTo>
                      <a:cubicBezTo>
                        <a:pt x="137913" y="106509"/>
                        <a:pt x="135702" y="107899"/>
                        <a:pt x="133618" y="110425"/>
                      </a:cubicBezTo>
                      <a:cubicBezTo>
                        <a:pt x="132355" y="111435"/>
                        <a:pt x="131786" y="110993"/>
                        <a:pt x="132229" y="109035"/>
                      </a:cubicBezTo>
                      <a:cubicBezTo>
                        <a:pt x="133302" y="106699"/>
                        <a:pt x="136397" y="105120"/>
                        <a:pt x="140692" y="103730"/>
                      </a:cubicBezTo>
                      <a:moveTo>
                        <a:pt x="148650" y="80425"/>
                      </a:moveTo>
                      <a:cubicBezTo>
                        <a:pt x="146250" y="83646"/>
                        <a:pt x="144734" y="84720"/>
                        <a:pt x="143913" y="83456"/>
                      </a:cubicBezTo>
                      <a:cubicBezTo>
                        <a:pt x="142081" y="85667"/>
                        <a:pt x="140186" y="87056"/>
                        <a:pt x="138797" y="88320"/>
                      </a:cubicBezTo>
                      <a:lnTo>
                        <a:pt x="137597" y="91793"/>
                      </a:lnTo>
                      <a:cubicBezTo>
                        <a:pt x="137029" y="92614"/>
                        <a:pt x="136839" y="92930"/>
                        <a:pt x="136713" y="91793"/>
                      </a:cubicBezTo>
                      <a:cubicBezTo>
                        <a:pt x="136839" y="88699"/>
                        <a:pt x="137660" y="87309"/>
                        <a:pt x="138923" y="86488"/>
                      </a:cubicBezTo>
                      <a:cubicBezTo>
                        <a:pt x="138923" y="85351"/>
                        <a:pt x="139176" y="84530"/>
                        <a:pt x="140060" y="84025"/>
                      </a:cubicBezTo>
                      <a:cubicBezTo>
                        <a:pt x="143155" y="82635"/>
                        <a:pt x="145239" y="79667"/>
                        <a:pt x="147829" y="78846"/>
                      </a:cubicBezTo>
                      <a:cubicBezTo>
                        <a:pt x="148713" y="76762"/>
                        <a:pt x="150355" y="75688"/>
                        <a:pt x="152565" y="72720"/>
                      </a:cubicBezTo>
                      <a:cubicBezTo>
                        <a:pt x="154081" y="71204"/>
                        <a:pt x="154523" y="71583"/>
                        <a:pt x="153829" y="73983"/>
                      </a:cubicBezTo>
                      <a:cubicBezTo>
                        <a:pt x="153008" y="76762"/>
                        <a:pt x="151618" y="78972"/>
                        <a:pt x="148713" y="80362"/>
                      </a:cubicBezTo>
                      <a:moveTo>
                        <a:pt x="136965" y="85035"/>
                      </a:moveTo>
                      <a:cubicBezTo>
                        <a:pt x="137218" y="84593"/>
                        <a:pt x="137786" y="84467"/>
                        <a:pt x="138102" y="84593"/>
                      </a:cubicBezTo>
                      <a:cubicBezTo>
                        <a:pt x="138418" y="84846"/>
                        <a:pt x="138418" y="85414"/>
                        <a:pt x="137976" y="85856"/>
                      </a:cubicBezTo>
                      <a:cubicBezTo>
                        <a:pt x="137723" y="86425"/>
                        <a:pt x="137155" y="86551"/>
                        <a:pt x="136713" y="86299"/>
                      </a:cubicBezTo>
                      <a:cubicBezTo>
                        <a:pt x="136586" y="86046"/>
                        <a:pt x="136586" y="85478"/>
                        <a:pt x="136965" y="85035"/>
                      </a:cubicBezTo>
                      <a:moveTo>
                        <a:pt x="137218" y="64383"/>
                      </a:moveTo>
                      <a:cubicBezTo>
                        <a:pt x="137786" y="65520"/>
                        <a:pt x="138039" y="66341"/>
                        <a:pt x="137786" y="66467"/>
                      </a:cubicBezTo>
                      <a:cubicBezTo>
                        <a:pt x="137660" y="66593"/>
                        <a:pt x="136965" y="65899"/>
                        <a:pt x="136271" y="64951"/>
                      </a:cubicBezTo>
                      <a:cubicBezTo>
                        <a:pt x="135702" y="63814"/>
                        <a:pt x="135386" y="63056"/>
                        <a:pt x="135702" y="62867"/>
                      </a:cubicBezTo>
                      <a:cubicBezTo>
                        <a:pt x="135892" y="62741"/>
                        <a:pt x="136523" y="63435"/>
                        <a:pt x="137218" y="64383"/>
                      </a:cubicBezTo>
                      <a:moveTo>
                        <a:pt x="136713" y="52446"/>
                      </a:moveTo>
                      <a:cubicBezTo>
                        <a:pt x="137281" y="52067"/>
                        <a:pt x="137660" y="51878"/>
                        <a:pt x="137976" y="52067"/>
                      </a:cubicBezTo>
                      <a:cubicBezTo>
                        <a:pt x="138292" y="52320"/>
                        <a:pt x="137976" y="52762"/>
                        <a:pt x="137597" y="53330"/>
                      </a:cubicBezTo>
                      <a:cubicBezTo>
                        <a:pt x="137155" y="53772"/>
                        <a:pt x="136586" y="53899"/>
                        <a:pt x="136334" y="53772"/>
                      </a:cubicBezTo>
                      <a:cubicBezTo>
                        <a:pt x="136208" y="53456"/>
                        <a:pt x="136334" y="52888"/>
                        <a:pt x="136776" y="52509"/>
                      </a:cubicBezTo>
                      <a:moveTo>
                        <a:pt x="133050" y="121730"/>
                      </a:moveTo>
                      <a:cubicBezTo>
                        <a:pt x="135829" y="116299"/>
                        <a:pt x="139871" y="112825"/>
                        <a:pt x="143660" y="109793"/>
                      </a:cubicBezTo>
                      <a:cubicBezTo>
                        <a:pt x="147008" y="107141"/>
                        <a:pt x="149092" y="102656"/>
                        <a:pt x="150860" y="97667"/>
                      </a:cubicBezTo>
                      <a:cubicBezTo>
                        <a:pt x="151744" y="95583"/>
                        <a:pt x="152944" y="96530"/>
                        <a:pt x="151871" y="99878"/>
                      </a:cubicBezTo>
                      <a:cubicBezTo>
                        <a:pt x="150039" y="105562"/>
                        <a:pt x="145618" y="109856"/>
                        <a:pt x="142523" y="112256"/>
                      </a:cubicBezTo>
                      <a:cubicBezTo>
                        <a:pt x="139176" y="115035"/>
                        <a:pt x="136965" y="118130"/>
                        <a:pt x="133744" y="122551"/>
                      </a:cubicBezTo>
                      <a:cubicBezTo>
                        <a:pt x="132860" y="123814"/>
                        <a:pt x="132229" y="123246"/>
                        <a:pt x="133050" y="121730"/>
                      </a:cubicBezTo>
                      <a:moveTo>
                        <a:pt x="147955" y="118572"/>
                      </a:moveTo>
                      <a:cubicBezTo>
                        <a:pt x="148334" y="117562"/>
                        <a:pt x="148902" y="116867"/>
                        <a:pt x="149471" y="117056"/>
                      </a:cubicBezTo>
                      <a:cubicBezTo>
                        <a:pt x="149913" y="117309"/>
                        <a:pt x="150039" y="118193"/>
                        <a:pt x="149723" y="119141"/>
                      </a:cubicBezTo>
                      <a:cubicBezTo>
                        <a:pt x="149471" y="119962"/>
                        <a:pt x="148776" y="120656"/>
                        <a:pt x="148334" y="120530"/>
                      </a:cubicBezTo>
                      <a:cubicBezTo>
                        <a:pt x="147765" y="120404"/>
                        <a:pt x="147639" y="119393"/>
                        <a:pt x="147955" y="118572"/>
                      </a:cubicBezTo>
                      <a:moveTo>
                        <a:pt x="149092" y="123688"/>
                      </a:moveTo>
                      <a:cubicBezTo>
                        <a:pt x="149092" y="123688"/>
                        <a:pt x="149092" y="123309"/>
                        <a:pt x="149218" y="122993"/>
                      </a:cubicBezTo>
                      <a:cubicBezTo>
                        <a:pt x="149534" y="122488"/>
                        <a:pt x="149660" y="121856"/>
                        <a:pt x="149913" y="121225"/>
                      </a:cubicBezTo>
                      <a:cubicBezTo>
                        <a:pt x="154081" y="126341"/>
                        <a:pt x="158629" y="131520"/>
                        <a:pt x="162292" y="136256"/>
                      </a:cubicBezTo>
                      <a:cubicBezTo>
                        <a:pt x="161913" y="136635"/>
                        <a:pt x="161029" y="136635"/>
                        <a:pt x="159955" y="136130"/>
                      </a:cubicBezTo>
                      <a:cubicBezTo>
                        <a:pt x="156165" y="131520"/>
                        <a:pt x="152692" y="127920"/>
                        <a:pt x="149092" y="123751"/>
                      </a:cubicBezTo>
                      <a:moveTo>
                        <a:pt x="150039" y="120214"/>
                      </a:moveTo>
                      <a:cubicBezTo>
                        <a:pt x="150355" y="119520"/>
                        <a:pt x="150481" y="118825"/>
                        <a:pt x="150608" y="118130"/>
                      </a:cubicBezTo>
                      <a:cubicBezTo>
                        <a:pt x="155218" y="123688"/>
                        <a:pt x="157555" y="126341"/>
                        <a:pt x="161597" y="131330"/>
                      </a:cubicBezTo>
                      <a:cubicBezTo>
                        <a:pt x="162165" y="132025"/>
                        <a:pt x="165513" y="136067"/>
                        <a:pt x="166018" y="136635"/>
                      </a:cubicBezTo>
                      <a:cubicBezTo>
                        <a:pt x="165450" y="136951"/>
                        <a:pt x="164755" y="136951"/>
                        <a:pt x="164060" y="136509"/>
                      </a:cubicBezTo>
                      <a:cubicBezTo>
                        <a:pt x="159071" y="130509"/>
                        <a:pt x="154713" y="125646"/>
                        <a:pt x="150039" y="120214"/>
                      </a:cubicBezTo>
                      <a:moveTo>
                        <a:pt x="163113" y="131772"/>
                      </a:moveTo>
                      <a:cubicBezTo>
                        <a:pt x="157681" y="125393"/>
                        <a:pt x="155913" y="122867"/>
                        <a:pt x="150860" y="117246"/>
                      </a:cubicBezTo>
                      <a:cubicBezTo>
                        <a:pt x="151050" y="116425"/>
                        <a:pt x="151302" y="115604"/>
                        <a:pt x="151429" y="114593"/>
                      </a:cubicBezTo>
                      <a:cubicBezTo>
                        <a:pt x="155913" y="120151"/>
                        <a:pt x="163239" y="129056"/>
                        <a:pt x="167723" y="134488"/>
                      </a:cubicBezTo>
                      <a:cubicBezTo>
                        <a:pt x="169113" y="136320"/>
                        <a:pt x="168102" y="135499"/>
                        <a:pt x="169113" y="136572"/>
                      </a:cubicBezTo>
                      <a:cubicBezTo>
                        <a:pt x="170250" y="137520"/>
                        <a:pt x="167850" y="137520"/>
                        <a:pt x="167155" y="136193"/>
                      </a:cubicBezTo>
                      <a:cubicBezTo>
                        <a:pt x="166586" y="135499"/>
                        <a:pt x="163681" y="132593"/>
                        <a:pt x="163113" y="131772"/>
                      </a:cubicBezTo>
                      <a:moveTo>
                        <a:pt x="168986" y="134362"/>
                      </a:moveTo>
                      <a:cubicBezTo>
                        <a:pt x="163113" y="127541"/>
                        <a:pt x="156734" y="119646"/>
                        <a:pt x="151618" y="113962"/>
                      </a:cubicBezTo>
                      <a:cubicBezTo>
                        <a:pt x="151744" y="113078"/>
                        <a:pt x="151934" y="112383"/>
                        <a:pt x="152060" y="111751"/>
                      </a:cubicBezTo>
                      <a:cubicBezTo>
                        <a:pt x="156229" y="116993"/>
                        <a:pt x="164439" y="126909"/>
                        <a:pt x="169176" y="132720"/>
                      </a:cubicBezTo>
                      <a:cubicBezTo>
                        <a:pt x="171702" y="135814"/>
                        <a:pt x="171576" y="135625"/>
                        <a:pt x="172965" y="137204"/>
                      </a:cubicBezTo>
                      <a:cubicBezTo>
                        <a:pt x="172965" y="137899"/>
                        <a:pt x="172397" y="137583"/>
                        <a:pt x="171450" y="137330"/>
                      </a:cubicBezTo>
                      <a:cubicBezTo>
                        <a:pt x="170186" y="135941"/>
                        <a:pt x="170313" y="136067"/>
                        <a:pt x="169050" y="134425"/>
                      </a:cubicBezTo>
                      <a:moveTo>
                        <a:pt x="169681" y="42720"/>
                      </a:moveTo>
                      <a:cubicBezTo>
                        <a:pt x="172144" y="43035"/>
                        <a:pt x="172081" y="44930"/>
                        <a:pt x="169429" y="44804"/>
                      </a:cubicBezTo>
                      <a:cubicBezTo>
                        <a:pt x="162860" y="44488"/>
                        <a:pt x="158313" y="44678"/>
                        <a:pt x="155092" y="46762"/>
                      </a:cubicBezTo>
                      <a:cubicBezTo>
                        <a:pt x="159386" y="45814"/>
                        <a:pt x="163871" y="45499"/>
                        <a:pt x="168292" y="46193"/>
                      </a:cubicBezTo>
                      <a:cubicBezTo>
                        <a:pt x="168986" y="46193"/>
                        <a:pt x="168860" y="46572"/>
                        <a:pt x="168418" y="46888"/>
                      </a:cubicBezTo>
                      <a:cubicBezTo>
                        <a:pt x="167976" y="47141"/>
                        <a:pt x="167281" y="47456"/>
                        <a:pt x="166650" y="47267"/>
                      </a:cubicBezTo>
                      <a:cubicBezTo>
                        <a:pt x="165386" y="47141"/>
                        <a:pt x="164123" y="47014"/>
                        <a:pt x="162734" y="46888"/>
                      </a:cubicBezTo>
                      <a:cubicBezTo>
                        <a:pt x="157744" y="46762"/>
                        <a:pt x="153260" y="47772"/>
                        <a:pt x="150039" y="51625"/>
                      </a:cubicBezTo>
                      <a:lnTo>
                        <a:pt x="151050" y="51625"/>
                      </a:lnTo>
                      <a:cubicBezTo>
                        <a:pt x="151050" y="51625"/>
                        <a:pt x="150481" y="52699"/>
                        <a:pt x="149660" y="53141"/>
                      </a:cubicBezTo>
                      <a:cubicBezTo>
                        <a:pt x="148965" y="53583"/>
                        <a:pt x="148965" y="54278"/>
                        <a:pt x="148713" y="54656"/>
                      </a:cubicBezTo>
                      <a:cubicBezTo>
                        <a:pt x="148144" y="55478"/>
                        <a:pt x="147702" y="56172"/>
                        <a:pt x="147450" y="56993"/>
                      </a:cubicBezTo>
                      <a:lnTo>
                        <a:pt x="148586" y="57435"/>
                      </a:lnTo>
                      <a:cubicBezTo>
                        <a:pt x="146755" y="59772"/>
                        <a:pt x="145555" y="61288"/>
                        <a:pt x="145239" y="60593"/>
                      </a:cubicBezTo>
                      <a:cubicBezTo>
                        <a:pt x="145492" y="56425"/>
                        <a:pt x="146881" y="52699"/>
                        <a:pt x="149534" y="49288"/>
                      </a:cubicBezTo>
                      <a:cubicBezTo>
                        <a:pt x="152565" y="45435"/>
                        <a:pt x="158186" y="41646"/>
                        <a:pt x="169681" y="42593"/>
                      </a:cubicBezTo>
                      <a:moveTo>
                        <a:pt x="143913" y="44488"/>
                      </a:moveTo>
                      <a:cubicBezTo>
                        <a:pt x="145997" y="42783"/>
                        <a:pt x="147955" y="42278"/>
                        <a:pt x="149786" y="42278"/>
                      </a:cubicBezTo>
                      <a:cubicBezTo>
                        <a:pt x="150355" y="42404"/>
                        <a:pt x="151176" y="42530"/>
                        <a:pt x="152313" y="42404"/>
                      </a:cubicBezTo>
                      <a:cubicBezTo>
                        <a:pt x="153450" y="43099"/>
                        <a:pt x="153008" y="43667"/>
                        <a:pt x="151744" y="43920"/>
                      </a:cubicBezTo>
                      <a:cubicBezTo>
                        <a:pt x="151176" y="43541"/>
                        <a:pt x="150608" y="43351"/>
                        <a:pt x="150039" y="43604"/>
                      </a:cubicBezTo>
                      <a:cubicBezTo>
                        <a:pt x="148776" y="43920"/>
                        <a:pt x="148650" y="44741"/>
                        <a:pt x="147765" y="44993"/>
                      </a:cubicBezTo>
                      <a:lnTo>
                        <a:pt x="147197" y="44172"/>
                      </a:lnTo>
                      <a:cubicBezTo>
                        <a:pt x="145555" y="45309"/>
                        <a:pt x="144418" y="48341"/>
                        <a:pt x="143218" y="49920"/>
                      </a:cubicBezTo>
                      <a:lnTo>
                        <a:pt x="142902" y="48404"/>
                      </a:lnTo>
                      <a:cubicBezTo>
                        <a:pt x="142081" y="48530"/>
                        <a:pt x="141513" y="50362"/>
                        <a:pt x="140250" y="51309"/>
                      </a:cubicBezTo>
                      <a:cubicBezTo>
                        <a:pt x="140376" y="50235"/>
                        <a:pt x="140123" y="49667"/>
                        <a:pt x="139681" y="49667"/>
                      </a:cubicBezTo>
                      <a:cubicBezTo>
                        <a:pt x="137597" y="51056"/>
                        <a:pt x="136081" y="51751"/>
                        <a:pt x="135513" y="51183"/>
                      </a:cubicBezTo>
                      <a:cubicBezTo>
                        <a:pt x="135513" y="50172"/>
                        <a:pt x="139113" y="47709"/>
                        <a:pt x="143850" y="44488"/>
                      </a:cubicBezTo>
                      <a:moveTo>
                        <a:pt x="135197" y="29899"/>
                      </a:moveTo>
                      <a:lnTo>
                        <a:pt x="135197" y="30720"/>
                      </a:lnTo>
                      <a:lnTo>
                        <a:pt x="130713" y="32109"/>
                      </a:lnTo>
                      <a:lnTo>
                        <a:pt x="130965" y="29330"/>
                      </a:lnTo>
                      <a:cubicBezTo>
                        <a:pt x="129702" y="28951"/>
                        <a:pt x="128881" y="29204"/>
                        <a:pt x="128439" y="30341"/>
                      </a:cubicBezTo>
                      <a:lnTo>
                        <a:pt x="128313" y="31288"/>
                      </a:lnTo>
                      <a:cubicBezTo>
                        <a:pt x="127744" y="30972"/>
                        <a:pt x="127302" y="30593"/>
                        <a:pt x="126797" y="30025"/>
                      </a:cubicBezTo>
                      <a:cubicBezTo>
                        <a:pt x="126229" y="29456"/>
                        <a:pt x="125281" y="29772"/>
                        <a:pt x="123323" y="29899"/>
                      </a:cubicBezTo>
                      <a:cubicBezTo>
                        <a:pt x="122944" y="29899"/>
                        <a:pt x="122376" y="29772"/>
                        <a:pt x="122060" y="29772"/>
                      </a:cubicBezTo>
                      <a:lnTo>
                        <a:pt x="122881" y="31035"/>
                      </a:lnTo>
                      <a:cubicBezTo>
                        <a:pt x="122313" y="31478"/>
                        <a:pt x="121808" y="32172"/>
                        <a:pt x="121365" y="32993"/>
                      </a:cubicBezTo>
                      <a:cubicBezTo>
                        <a:pt x="121934" y="32993"/>
                        <a:pt x="122439" y="32993"/>
                        <a:pt x="123008" y="33246"/>
                      </a:cubicBezTo>
                      <a:cubicBezTo>
                        <a:pt x="124397" y="34193"/>
                        <a:pt x="125976" y="34067"/>
                        <a:pt x="127302" y="33688"/>
                      </a:cubicBezTo>
                      <a:lnTo>
                        <a:pt x="127302" y="37414"/>
                      </a:lnTo>
                      <a:lnTo>
                        <a:pt x="126481" y="37541"/>
                      </a:lnTo>
                      <a:cubicBezTo>
                        <a:pt x="125786" y="37856"/>
                        <a:pt x="125660" y="38678"/>
                        <a:pt x="126165" y="38930"/>
                      </a:cubicBezTo>
                      <a:lnTo>
                        <a:pt x="128565" y="40067"/>
                      </a:lnTo>
                      <a:cubicBezTo>
                        <a:pt x="129513" y="40446"/>
                        <a:pt x="129955" y="39246"/>
                        <a:pt x="129955" y="38425"/>
                      </a:cubicBezTo>
                      <a:lnTo>
                        <a:pt x="130523" y="34130"/>
                      </a:lnTo>
                      <a:lnTo>
                        <a:pt x="132481" y="35014"/>
                      </a:lnTo>
                      <a:cubicBezTo>
                        <a:pt x="133176" y="35141"/>
                        <a:pt x="133744" y="35014"/>
                        <a:pt x="134565" y="34699"/>
                      </a:cubicBezTo>
                      <a:lnTo>
                        <a:pt x="134565" y="38046"/>
                      </a:lnTo>
                      <a:lnTo>
                        <a:pt x="133871" y="38993"/>
                      </a:lnTo>
                      <a:cubicBezTo>
                        <a:pt x="133871" y="40004"/>
                        <a:pt x="133618" y="40699"/>
                        <a:pt x="132797" y="41078"/>
                      </a:cubicBezTo>
                      <a:cubicBezTo>
                        <a:pt x="132797" y="42341"/>
                        <a:pt x="132671" y="43162"/>
                        <a:pt x="132229" y="43288"/>
                      </a:cubicBezTo>
                      <a:cubicBezTo>
                        <a:pt x="130839" y="44867"/>
                        <a:pt x="130397" y="45941"/>
                        <a:pt x="128692" y="47204"/>
                      </a:cubicBezTo>
                      <a:cubicBezTo>
                        <a:pt x="127744" y="47330"/>
                        <a:pt x="126860" y="47330"/>
                        <a:pt x="126039" y="46951"/>
                      </a:cubicBezTo>
                      <a:cubicBezTo>
                        <a:pt x="124902" y="46256"/>
                        <a:pt x="123955" y="45562"/>
                        <a:pt x="123386" y="44741"/>
                      </a:cubicBezTo>
                      <a:lnTo>
                        <a:pt x="122565" y="44425"/>
                      </a:lnTo>
                      <a:lnTo>
                        <a:pt x="122818" y="43288"/>
                      </a:lnTo>
                      <a:lnTo>
                        <a:pt x="121997" y="43162"/>
                      </a:lnTo>
                      <a:lnTo>
                        <a:pt x="122313" y="42025"/>
                      </a:lnTo>
                      <a:lnTo>
                        <a:pt x="121176" y="41899"/>
                      </a:lnTo>
                      <a:lnTo>
                        <a:pt x="121618" y="40762"/>
                      </a:lnTo>
                      <a:lnTo>
                        <a:pt x="120797" y="40193"/>
                      </a:lnTo>
                      <a:lnTo>
                        <a:pt x="121492" y="38362"/>
                      </a:lnTo>
                      <a:lnTo>
                        <a:pt x="120671" y="38046"/>
                      </a:lnTo>
                      <a:lnTo>
                        <a:pt x="121681" y="36656"/>
                      </a:lnTo>
                      <a:lnTo>
                        <a:pt x="120165" y="36656"/>
                      </a:lnTo>
                      <a:lnTo>
                        <a:pt x="121302" y="35835"/>
                      </a:lnTo>
                      <a:lnTo>
                        <a:pt x="120039" y="35520"/>
                      </a:lnTo>
                      <a:cubicBezTo>
                        <a:pt x="119786" y="32172"/>
                        <a:pt x="120292" y="29709"/>
                        <a:pt x="121871" y="28004"/>
                      </a:cubicBezTo>
                      <a:cubicBezTo>
                        <a:pt x="124650" y="27309"/>
                        <a:pt x="127302" y="26804"/>
                        <a:pt x="129260" y="27056"/>
                      </a:cubicBezTo>
                      <a:cubicBezTo>
                        <a:pt x="132292" y="27435"/>
                        <a:pt x="134376" y="28446"/>
                        <a:pt x="135260" y="29835"/>
                      </a:cubicBezTo>
                      <a:moveTo>
                        <a:pt x="134313" y="33499"/>
                      </a:moveTo>
                      <a:cubicBezTo>
                        <a:pt x="134313" y="33941"/>
                        <a:pt x="133744" y="34193"/>
                        <a:pt x="133239" y="34067"/>
                      </a:cubicBezTo>
                      <a:cubicBezTo>
                        <a:pt x="132544" y="34067"/>
                        <a:pt x="132102" y="33688"/>
                        <a:pt x="132102" y="33246"/>
                      </a:cubicBezTo>
                      <a:cubicBezTo>
                        <a:pt x="132102" y="32993"/>
                        <a:pt x="132671" y="32678"/>
                        <a:pt x="133239" y="32678"/>
                      </a:cubicBezTo>
                      <a:cubicBezTo>
                        <a:pt x="133934" y="32678"/>
                        <a:pt x="134313" y="33120"/>
                        <a:pt x="134313" y="33562"/>
                      </a:cubicBezTo>
                      <a:moveTo>
                        <a:pt x="129197" y="31604"/>
                      </a:moveTo>
                      <a:cubicBezTo>
                        <a:pt x="129197" y="31604"/>
                        <a:pt x="129323" y="31035"/>
                        <a:pt x="129323" y="30593"/>
                      </a:cubicBezTo>
                      <a:cubicBezTo>
                        <a:pt x="130018" y="29899"/>
                        <a:pt x="130271" y="29520"/>
                        <a:pt x="130271" y="30214"/>
                      </a:cubicBezTo>
                      <a:cubicBezTo>
                        <a:pt x="130271" y="30783"/>
                        <a:pt x="130271" y="31162"/>
                        <a:pt x="130144" y="31604"/>
                      </a:cubicBezTo>
                      <a:lnTo>
                        <a:pt x="129134" y="31604"/>
                      </a:lnTo>
                      <a:close/>
                      <a:moveTo>
                        <a:pt x="130018" y="32804"/>
                      </a:moveTo>
                      <a:cubicBezTo>
                        <a:pt x="129892" y="34383"/>
                        <a:pt x="129765" y="35962"/>
                        <a:pt x="129197" y="38678"/>
                      </a:cubicBezTo>
                      <a:cubicBezTo>
                        <a:pt x="128881" y="39246"/>
                        <a:pt x="128629" y="38930"/>
                        <a:pt x="128313" y="38425"/>
                      </a:cubicBezTo>
                      <a:cubicBezTo>
                        <a:pt x="128439" y="36593"/>
                        <a:pt x="128692" y="35078"/>
                        <a:pt x="129008" y="32867"/>
                      </a:cubicBezTo>
                      <a:lnTo>
                        <a:pt x="129955" y="32867"/>
                      </a:lnTo>
                      <a:close/>
                      <a:moveTo>
                        <a:pt x="125723" y="32235"/>
                      </a:moveTo>
                      <a:cubicBezTo>
                        <a:pt x="125723" y="32614"/>
                        <a:pt x="125155" y="33120"/>
                        <a:pt x="124460" y="32930"/>
                      </a:cubicBezTo>
                      <a:cubicBezTo>
                        <a:pt x="123765" y="32930"/>
                        <a:pt x="123197" y="32488"/>
                        <a:pt x="123323" y="32046"/>
                      </a:cubicBezTo>
                      <a:cubicBezTo>
                        <a:pt x="123323" y="31604"/>
                        <a:pt x="123892" y="31225"/>
                        <a:pt x="124586" y="31351"/>
                      </a:cubicBezTo>
                      <a:cubicBezTo>
                        <a:pt x="125281" y="31351"/>
                        <a:pt x="125850" y="31730"/>
                        <a:pt x="125723" y="32172"/>
                      </a:cubicBezTo>
                      <a:moveTo>
                        <a:pt x="127302" y="38425"/>
                      </a:moveTo>
                      <a:cubicBezTo>
                        <a:pt x="127302" y="38425"/>
                        <a:pt x="127176" y="38678"/>
                        <a:pt x="126923" y="38678"/>
                      </a:cubicBezTo>
                      <a:cubicBezTo>
                        <a:pt x="126797" y="38678"/>
                        <a:pt x="126544" y="38551"/>
                        <a:pt x="126544" y="38551"/>
                      </a:cubicBezTo>
                      <a:cubicBezTo>
                        <a:pt x="126544" y="38172"/>
                        <a:pt x="126797" y="38046"/>
                        <a:pt x="126923" y="38046"/>
                      </a:cubicBezTo>
                      <a:cubicBezTo>
                        <a:pt x="127239" y="38046"/>
                        <a:pt x="127302" y="38172"/>
                        <a:pt x="127302" y="38425"/>
                      </a:cubicBezTo>
                      <a:moveTo>
                        <a:pt x="124586" y="101962"/>
                      </a:moveTo>
                      <a:cubicBezTo>
                        <a:pt x="124334" y="101141"/>
                        <a:pt x="123323" y="100699"/>
                        <a:pt x="121429" y="100699"/>
                      </a:cubicBezTo>
                      <a:cubicBezTo>
                        <a:pt x="120608" y="100446"/>
                        <a:pt x="120608" y="99562"/>
                        <a:pt x="121429" y="99435"/>
                      </a:cubicBezTo>
                      <a:lnTo>
                        <a:pt x="126608" y="99435"/>
                      </a:lnTo>
                      <a:cubicBezTo>
                        <a:pt x="128313" y="99435"/>
                        <a:pt x="128565" y="100256"/>
                        <a:pt x="127429" y="101835"/>
                      </a:cubicBezTo>
                      <a:cubicBezTo>
                        <a:pt x="127997" y="104614"/>
                        <a:pt x="124523" y="106383"/>
                        <a:pt x="124650" y="101962"/>
                      </a:cubicBezTo>
                      <a:moveTo>
                        <a:pt x="119155" y="99562"/>
                      </a:moveTo>
                      <a:cubicBezTo>
                        <a:pt x="119155" y="99562"/>
                        <a:pt x="119723" y="99878"/>
                        <a:pt x="119723" y="100130"/>
                      </a:cubicBezTo>
                      <a:cubicBezTo>
                        <a:pt x="119723" y="100572"/>
                        <a:pt x="119408" y="100825"/>
                        <a:pt x="119155" y="100825"/>
                      </a:cubicBezTo>
                      <a:cubicBezTo>
                        <a:pt x="119029" y="100825"/>
                        <a:pt x="118776" y="100572"/>
                        <a:pt x="118776" y="100130"/>
                      </a:cubicBezTo>
                      <a:cubicBezTo>
                        <a:pt x="118776" y="99878"/>
                        <a:pt x="119029" y="99562"/>
                        <a:pt x="119155" y="99562"/>
                      </a:cubicBezTo>
                      <a:moveTo>
                        <a:pt x="117765" y="98235"/>
                      </a:moveTo>
                      <a:cubicBezTo>
                        <a:pt x="117197" y="98235"/>
                        <a:pt x="116629" y="97920"/>
                        <a:pt x="116629" y="97793"/>
                      </a:cubicBezTo>
                      <a:cubicBezTo>
                        <a:pt x="116629" y="97541"/>
                        <a:pt x="117134" y="97225"/>
                        <a:pt x="117765" y="97225"/>
                      </a:cubicBezTo>
                      <a:cubicBezTo>
                        <a:pt x="118460" y="97225"/>
                        <a:pt x="119029" y="97541"/>
                        <a:pt x="119029" y="97793"/>
                      </a:cubicBezTo>
                      <a:cubicBezTo>
                        <a:pt x="119029" y="97920"/>
                        <a:pt x="118460" y="98235"/>
                        <a:pt x="117765" y="98235"/>
                      </a:cubicBezTo>
                      <a:moveTo>
                        <a:pt x="119281" y="82193"/>
                      </a:moveTo>
                      <a:cubicBezTo>
                        <a:pt x="119092" y="79667"/>
                        <a:pt x="119092" y="77330"/>
                        <a:pt x="118965" y="74930"/>
                      </a:cubicBezTo>
                      <a:cubicBezTo>
                        <a:pt x="118586" y="74804"/>
                        <a:pt x="118144" y="74804"/>
                        <a:pt x="117576" y="74678"/>
                      </a:cubicBezTo>
                      <a:cubicBezTo>
                        <a:pt x="117576" y="76888"/>
                        <a:pt x="117323" y="79099"/>
                        <a:pt x="116881" y="82193"/>
                      </a:cubicBezTo>
                      <a:cubicBezTo>
                        <a:pt x="116755" y="79541"/>
                        <a:pt x="116629" y="77078"/>
                        <a:pt x="116629" y="74551"/>
                      </a:cubicBezTo>
                      <a:cubicBezTo>
                        <a:pt x="116186" y="74425"/>
                        <a:pt x="115744" y="74235"/>
                        <a:pt x="115365" y="74109"/>
                      </a:cubicBezTo>
                      <a:cubicBezTo>
                        <a:pt x="115239" y="76193"/>
                        <a:pt x="114797" y="78278"/>
                        <a:pt x="114292" y="81056"/>
                      </a:cubicBezTo>
                      <a:cubicBezTo>
                        <a:pt x="114292" y="78593"/>
                        <a:pt x="114292" y="76383"/>
                        <a:pt x="114418" y="73793"/>
                      </a:cubicBezTo>
                      <a:cubicBezTo>
                        <a:pt x="113976" y="73667"/>
                        <a:pt x="113597" y="73541"/>
                        <a:pt x="113155" y="73414"/>
                      </a:cubicBezTo>
                      <a:cubicBezTo>
                        <a:pt x="112965" y="76193"/>
                        <a:pt x="112776" y="78656"/>
                        <a:pt x="112586" y="81625"/>
                      </a:cubicBezTo>
                      <a:cubicBezTo>
                        <a:pt x="112208" y="78025"/>
                        <a:pt x="111892" y="75499"/>
                        <a:pt x="112208" y="73035"/>
                      </a:cubicBezTo>
                      <a:cubicBezTo>
                        <a:pt x="111765" y="72909"/>
                        <a:pt x="111386" y="72720"/>
                        <a:pt x="111134" y="72467"/>
                      </a:cubicBezTo>
                      <a:cubicBezTo>
                        <a:pt x="110439" y="75814"/>
                        <a:pt x="110123" y="78656"/>
                        <a:pt x="110439" y="82067"/>
                      </a:cubicBezTo>
                      <a:cubicBezTo>
                        <a:pt x="109429" y="77772"/>
                        <a:pt x="109365" y="75246"/>
                        <a:pt x="110313" y="72214"/>
                      </a:cubicBezTo>
                      <a:cubicBezTo>
                        <a:pt x="110060" y="71899"/>
                        <a:pt x="109744" y="71772"/>
                        <a:pt x="109492" y="71646"/>
                      </a:cubicBezTo>
                      <a:cubicBezTo>
                        <a:pt x="109050" y="72783"/>
                        <a:pt x="108418" y="74046"/>
                        <a:pt x="107534" y="75435"/>
                      </a:cubicBezTo>
                      <a:cubicBezTo>
                        <a:pt x="108229" y="74046"/>
                        <a:pt x="108544" y="72656"/>
                        <a:pt x="108923" y="71393"/>
                      </a:cubicBezTo>
                      <a:cubicBezTo>
                        <a:pt x="108544" y="71141"/>
                        <a:pt x="107913" y="70825"/>
                        <a:pt x="107534" y="70572"/>
                      </a:cubicBezTo>
                      <a:cubicBezTo>
                        <a:pt x="107218" y="72404"/>
                        <a:pt x="106397" y="74172"/>
                        <a:pt x="105008" y="76699"/>
                      </a:cubicBezTo>
                      <a:cubicBezTo>
                        <a:pt x="106839" y="72278"/>
                        <a:pt x="106965" y="68109"/>
                        <a:pt x="107092" y="62804"/>
                      </a:cubicBezTo>
                      <a:cubicBezTo>
                        <a:pt x="107534" y="64888"/>
                        <a:pt x="107786" y="66530"/>
                        <a:pt x="107786" y="68046"/>
                      </a:cubicBezTo>
                      <a:cubicBezTo>
                        <a:pt x="108355" y="68362"/>
                        <a:pt x="108734" y="68425"/>
                        <a:pt x="109302" y="68741"/>
                      </a:cubicBezTo>
                      <a:cubicBezTo>
                        <a:pt x="109555" y="66404"/>
                        <a:pt x="109681" y="64193"/>
                        <a:pt x="109681" y="61541"/>
                      </a:cubicBezTo>
                      <a:cubicBezTo>
                        <a:pt x="110376" y="64635"/>
                        <a:pt x="110629" y="66846"/>
                        <a:pt x="110250" y="68930"/>
                      </a:cubicBezTo>
                      <a:cubicBezTo>
                        <a:pt x="110629" y="69056"/>
                        <a:pt x="111134" y="69309"/>
                        <a:pt x="111513" y="69309"/>
                      </a:cubicBezTo>
                      <a:cubicBezTo>
                        <a:pt x="111639" y="68993"/>
                        <a:pt x="111955" y="68614"/>
                        <a:pt x="112208" y="68172"/>
                      </a:cubicBezTo>
                      <a:cubicBezTo>
                        <a:pt x="112081" y="68614"/>
                        <a:pt x="111955" y="68993"/>
                        <a:pt x="111765" y="69435"/>
                      </a:cubicBezTo>
                      <a:cubicBezTo>
                        <a:pt x="112081" y="69435"/>
                        <a:pt x="112460" y="69562"/>
                        <a:pt x="112776" y="69562"/>
                      </a:cubicBezTo>
                      <a:cubicBezTo>
                        <a:pt x="113029" y="68678"/>
                        <a:pt x="113155" y="67730"/>
                        <a:pt x="113597" y="66656"/>
                      </a:cubicBezTo>
                      <a:cubicBezTo>
                        <a:pt x="113597" y="67793"/>
                        <a:pt x="113471" y="68678"/>
                        <a:pt x="113471" y="69814"/>
                      </a:cubicBezTo>
                      <a:cubicBezTo>
                        <a:pt x="113913" y="69814"/>
                        <a:pt x="114165" y="69941"/>
                        <a:pt x="114544" y="69941"/>
                      </a:cubicBezTo>
                      <a:cubicBezTo>
                        <a:pt x="114544" y="69246"/>
                        <a:pt x="114734" y="68425"/>
                        <a:pt x="114734" y="67604"/>
                      </a:cubicBezTo>
                      <a:cubicBezTo>
                        <a:pt x="114986" y="68614"/>
                        <a:pt x="114986" y="69246"/>
                        <a:pt x="115113" y="70067"/>
                      </a:cubicBezTo>
                      <a:cubicBezTo>
                        <a:pt x="115492" y="70067"/>
                        <a:pt x="116060" y="70193"/>
                        <a:pt x="116502" y="70193"/>
                      </a:cubicBezTo>
                      <a:lnTo>
                        <a:pt x="116502" y="67035"/>
                      </a:lnTo>
                      <a:cubicBezTo>
                        <a:pt x="116818" y="68299"/>
                        <a:pt x="117071" y="69246"/>
                        <a:pt x="117197" y="70193"/>
                      </a:cubicBezTo>
                      <a:cubicBezTo>
                        <a:pt x="117765" y="70320"/>
                        <a:pt x="118271" y="70320"/>
                        <a:pt x="118902" y="70320"/>
                      </a:cubicBezTo>
                      <a:cubicBezTo>
                        <a:pt x="118902" y="69246"/>
                        <a:pt x="118902" y="68235"/>
                        <a:pt x="119029" y="66972"/>
                      </a:cubicBezTo>
                      <a:cubicBezTo>
                        <a:pt x="119344" y="68235"/>
                        <a:pt x="119471" y="69309"/>
                        <a:pt x="119723" y="70320"/>
                      </a:cubicBezTo>
                      <a:lnTo>
                        <a:pt x="121113" y="70320"/>
                      </a:lnTo>
                      <a:lnTo>
                        <a:pt x="121113" y="65330"/>
                      </a:lnTo>
                      <a:cubicBezTo>
                        <a:pt x="121681" y="67288"/>
                        <a:pt x="121934" y="68804"/>
                        <a:pt x="122060" y="70193"/>
                      </a:cubicBezTo>
                      <a:cubicBezTo>
                        <a:pt x="122439" y="70193"/>
                        <a:pt x="122881" y="70067"/>
                        <a:pt x="123323" y="70067"/>
                      </a:cubicBezTo>
                      <a:cubicBezTo>
                        <a:pt x="123323" y="68930"/>
                        <a:pt x="123071" y="67730"/>
                        <a:pt x="122944" y="66467"/>
                      </a:cubicBezTo>
                      <a:cubicBezTo>
                        <a:pt x="123513" y="67730"/>
                        <a:pt x="123955" y="68867"/>
                        <a:pt x="124081" y="69941"/>
                      </a:cubicBezTo>
                      <a:cubicBezTo>
                        <a:pt x="124397" y="69941"/>
                        <a:pt x="124586" y="69814"/>
                        <a:pt x="124902" y="69814"/>
                      </a:cubicBezTo>
                      <a:cubicBezTo>
                        <a:pt x="124776" y="68614"/>
                        <a:pt x="124460" y="67351"/>
                        <a:pt x="124334" y="65962"/>
                      </a:cubicBezTo>
                      <a:cubicBezTo>
                        <a:pt x="124902" y="67351"/>
                        <a:pt x="125281" y="68425"/>
                        <a:pt x="125597" y="69562"/>
                      </a:cubicBezTo>
                      <a:cubicBezTo>
                        <a:pt x="125850" y="69562"/>
                        <a:pt x="126165" y="69562"/>
                        <a:pt x="126418" y="69435"/>
                      </a:cubicBezTo>
                      <a:cubicBezTo>
                        <a:pt x="126102" y="67478"/>
                        <a:pt x="125976" y="65393"/>
                        <a:pt x="125597" y="63056"/>
                      </a:cubicBezTo>
                      <a:cubicBezTo>
                        <a:pt x="128755" y="70951"/>
                        <a:pt x="128755" y="74614"/>
                        <a:pt x="125850" y="82699"/>
                      </a:cubicBezTo>
                      <a:cubicBezTo>
                        <a:pt x="126544" y="79793"/>
                        <a:pt x="126797" y="77014"/>
                        <a:pt x="126671" y="74109"/>
                      </a:cubicBezTo>
                      <a:cubicBezTo>
                        <a:pt x="126418" y="74235"/>
                        <a:pt x="126229" y="74235"/>
                        <a:pt x="125976" y="74362"/>
                      </a:cubicBezTo>
                      <a:cubicBezTo>
                        <a:pt x="125850" y="75878"/>
                        <a:pt x="125408" y="77709"/>
                        <a:pt x="124586" y="79983"/>
                      </a:cubicBezTo>
                      <a:cubicBezTo>
                        <a:pt x="125029" y="78151"/>
                        <a:pt x="125281" y="76320"/>
                        <a:pt x="125155" y="74551"/>
                      </a:cubicBezTo>
                      <a:cubicBezTo>
                        <a:pt x="124902" y="74678"/>
                        <a:pt x="124586" y="74867"/>
                        <a:pt x="124334" y="74867"/>
                      </a:cubicBezTo>
                      <a:cubicBezTo>
                        <a:pt x="124144" y="76130"/>
                        <a:pt x="123765" y="77456"/>
                        <a:pt x="123197" y="79288"/>
                      </a:cubicBezTo>
                      <a:cubicBezTo>
                        <a:pt x="123450" y="77772"/>
                        <a:pt x="123639" y="76383"/>
                        <a:pt x="123639" y="74930"/>
                      </a:cubicBezTo>
                      <a:cubicBezTo>
                        <a:pt x="123197" y="74930"/>
                        <a:pt x="122818" y="75056"/>
                        <a:pt x="122376" y="75056"/>
                      </a:cubicBezTo>
                      <a:cubicBezTo>
                        <a:pt x="122250" y="76888"/>
                        <a:pt x="121934" y="78783"/>
                        <a:pt x="121492" y="81309"/>
                      </a:cubicBezTo>
                      <a:cubicBezTo>
                        <a:pt x="121492" y="79225"/>
                        <a:pt x="121365" y="77141"/>
                        <a:pt x="121365" y="75183"/>
                      </a:cubicBezTo>
                      <a:lnTo>
                        <a:pt x="119976" y="75183"/>
                      </a:lnTo>
                      <a:cubicBezTo>
                        <a:pt x="119976" y="77267"/>
                        <a:pt x="119723" y="79414"/>
                        <a:pt x="119281" y="82320"/>
                      </a:cubicBezTo>
                      <a:moveTo>
                        <a:pt x="115681" y="96404"/>
                      </a:moveTo>
                      <a:cubicBezTo>
                        <a:pt x="115681" y="97225"/>
                        <a:pt x="115429" y="97920"/>
                        <a:pt x="115113" y="97920"/>
                      </a:cubicBezTo>
                      <a:cubicBezTo>
                        <a:pt x="114797" y="97920"/>
                        <a:pt x="114734" y="97225"/>
                        <a:pt x="114734" y="96404"/>
                      </a:cubicBezTo>
                      <a:cubicBezTo>
                        <a:pt x="114734" y="95393"/>
                        <a:pt x="114860" y="94762"/>
                        <a:pt x="115113" y="94762"/>
                      </a:cubicBezTo>
                      <a:cubicBezTo>
                        <a:pt x="115365" y="94762"/>
                        <a:pt x="115681" y="95456"/>
                        <a:pt x="115681" y="96404"/>
                      </a:cubicBezTo>
                      <a:moveTo>
                        <a:pt x="114102" y="96278"/>
                      </a:moveTo>
                      <a:cubicBezTo>
                        <a:pt x="114102" y="96846"/>
                        <a:pt x="113850" y="97414"/>
                        <a:pt x="113408" y="97414"/>
                      </a:cubicBezTo>
                      <a:cubicBezTo>
                        <a:pt x="113155" y="97414"/>
                        <a:pt x="112839" y="96846"/>
                        <a:pt x="112839" y="96278"/>
                      </a:cubicBezTo>
                      <a:cubicBezTo>
                        <a:pt x="112839" y="95709"/>
                        <a:pt x="113092" y="95330"/>
                        <a:pt x="113408" y="95330"/>
                      </a:cubicBezTo>
                      <a:cubicBezTo>
                        <a:pt x="113850" y="95330"/>
                        <a:pt x="114102" y="95709"/>
                        <a:pt x="114102" y="96278"/>
                      </a:cubicBezTo>
                      <a:moveTo>
                        <a:pt x="104313" y="60972"/>
                      </a:moveTo>
                      <a:cubicBezTo>
                        <a:pt x="105829" y="64825"/>
                        <a:pt x="105576" y="65962"/>
                        <a:pt x="103176" y="70004"/>
                      </a:cubicBezTo>
                      <a:cubicBezTo>
                        <a:pt x="104565" y="66656"/>
                        <a:pt x="104692" y="65141"/>
                        <a:pt x="104313" y="60972"/>
                      </a:cubicBezTo>
                      <a:moveTo>
                        <a:pt x="121239" y="24720"/>
                      </a:moveTo>
                      <a:cubicBezTo>
                        <a:pt x="121808" y="24467"/>
                        <a:pt x="122502" y="24467"/>
                        <a:pt x="122629" y="24720"/>
                      </a:cubicBezTo>
                      <a:cubicBezTo>
                        <a:pt x="122818" y="24972"/>
                        <a:pt x="122502" y="25414"/>
                        <a:pt x="121808" y="25730"/>
                      </a:cubicBezTo>
                      <a:cubicBezTo>
                        <a:pt x="121239" y="25856"/>
                        <a:pt x="120544" y="25856"/>
                        <a:pt x="120418" y="25604"/>
                      </a:cubicBezTo>
                      <a:cubicBezTo>
                        <a:pt x="120292" y="25288"/>
                        <a:pt x="120544" y="24909"/>
                        <a:pt x="121239" y="24783"/>
                      </a:cubicBezTo>
                      <a:moveTo>
                        <a:pt x="124586" y="21435"/>
                      </a:moveTo>
                      <a:cubicBezTo>
                        <a:pt x="125281" y="20172"/>
                        <a:pt x="126418" y="19793"/>
                        <a:pt x="128060" y="19920"/>
                      </a:cubicBezTo>
                      <a:cubicBezTo>
                        <a:pt x="129323" y="19920"/>
                        <a:pt x="130018" y="20172"/>
                        <a:pt x="130018" y="21435"/>
                      </a:cubicBezTo>
                      <a:cubicBezTo>
                        <a:pt x="130018" y="22699"/>
                        <a:pt x="130208" y="24025"/>
                        <a:pt x="129892" y="25162"/>
                      </a:cubicBezTo>
                      <a:cubicBezTo>
                        <a:pt x="129513" y="26299"/>
                        <a:pt x="129323" y="26172"/>
                        <a:pt x="127934" y="26299"/>
                      </a:cubicBezTo>
                      <a:cubicBezTo>
                        <a:pt x="126418" y="26299"/>
                        <a:pt x="125850" y="25604"/>
                        <a:pt x="124144" y="26551"/>
                      </a:cubicBezTo>
                      <a:cubicBezTo>
                        <a:pt x="125155" y="24151"/>
                        <a:pt x="124018" y="23204"/>
                        <a:pt x="124523" y="21372"/>
                      </a:cubicBezTo>
                      <a:moveTo>
                        <a:pt x="130586" y="16004"/>
                      </a:moveTo>
                      <a:cubicBezTo>
                        <a:pt x="129892" y="14867"/>
                        <a:pt x="130713" y="14425"/>
                        <a:pt x="131408" y="15309"/>
                      </a:cubicBezTo>
                      <a:cubicBezTo>
                        <a:pt x="132292" y="16004"/>
                        <a:pt x="132797" y="16951"/>
                        <a:pt x="132797" y="17962"/>
                      </a:cubicBezTo>
                      <a:cubicBezTo>
                        <a:pt x="132923" y="18972"/>
                        <a:pt x="131786" y="19793"/>
                        <a:pt x="131092" y="18972"/>
                      </a:cubicBezTo>
                      <a:cubicBezTo>
                        <a:pt x="130397" y="18151"/>
                        <a:pt x="131218" y="17267"/>
                        <a:pt x="130523" y="16067"/>
                      </a:cubicBezTo>
                      <a:moveTo>
                        <a:pt x="131850" y="12341"/>
                      </a:moveTo>
                      <a:cubicBezTo>
                        <a:pt x="131408" y="12593"/>
                        <a:pt x="131029" y="12720"/>
                        <a:pt x="130902" y="12467"/>
                      </a:cubicBezTo>
                      <a:cubicBezTo>
                        <a:pt x="130776" y="12341"/>
                        <a:pt x="130776" y="11899"/>
                        <a:pt x="131029" y="11456"/>
                      </a:cubicBezTo>
                      <a:cubicBezTo>
                        <a:pt x="131408" y="11204"/>
                        <a:pt x="131850" y="11078"/>
                        <a:pt x="131976" y="11330"/>
                      </a:cubicBezTo>
                      <a:cubicBezTo>
                        <a:pt x="132292" y="11456"/>
                        <a:pt x="132102" y="12025"/>
                        <a:pt x="131850" y="12277"/>
                      </a:cubicBezTo>
                      <a:moveTo>
                        <a:pt x="129576" y="11520"/>
                      </a:moveTo>
                      <a:cubicBezTo>
                        <a:pt x="129197" y="9309"/>
                        <a:pt x="128313" y="8046"/>
                        <a:pt x="127113" y="7667"/>
                      </a:cubicBezTo>
                      <a:cubicBezTo>
                        <a:pt x="126544" y="7478"/>
                        <a:pt x="126229" y="7478"/>
                        <a:pt x="125723" y="7478"/>
                      </a:cubicBezTo>
                      <a:lnTo>
                        <a:pt x="125723" y="6656"/>
                      </a:lnTo>
                      <a:cubicBezTo>
                        <a:pt x="126671" y="6404"/>
                        <a:pt x="127555" y="6530"/>
                        <a:pt x="128629" y="6530"/>
                      </a:cubicBezTo>
                      <a:cubicBezTo>
                        <a:pt x="130397" y="7099"/>
                        <a:pt x="131281" y="8046"/>
                        <a:pt x="131408" y="9309"/>
                      </a:cubicBezTo>
                      <a:cubicBezTo>
                        <a:pt x="131029" y="10572"/>
                        <a:pt x="130397" y="11267"/>
                        <a:pt x="129576" y="11520"/>
                      </a:cubicBezTo>
                      <a:moveTo>
                        <a:pt x="128881" y="13351"/>
                      </a:moveTo>
                      <a:cubicBezTo>
                        <a:pt x="128502" y="14993"/>
                        <a:pt x="129765" y="16256"/>
                        <a:pt x="129071" y="17962"/>
                      </a:cubicBezTo>
                      <a:cubicBezTo>
                        <a:pt x="128629" y="19478"/>
                        <a:pt x="125471" y="19225"/>
                        <a:pt x="125471" y="17835"/>
                      </a:cubicBezTo>
                      <a:cubicBezTo>
                        <a:pt x="125471" y="15435"/>
                        <a:pt x="126860" y="13920"/>
                        <a:pt x="128944" y="13351"/>
                      </a:cubicBezTo>
                      <a:moveTo>
                        <a:pt x="124144" y="17393"/>
                      </a:moveTo>
                      <a:cubicBezTo>
                        <a:pt x="123892" y="17772"/>
                        <a:pt x="123450" y="17962"/>
                        <a:pt x="123323" y="17772"/>
                      </a:cubicBezTo>
                      <a:cubicBezTo>
                        <a:pt x="123071" y="17646"/>
                        <a:pt x="123071" y="17204"/>
                        <a:pt x="123323" y="16825"/>
                      </a:cubicBezTo>
                      <a:cubicBezTo>
                        <a:pt x="123639" y="16446"/>
                        <a:pt x="123892" y="16256"/>
                        <a:pt x="124144" y="16572"/>
                      </a:cubicBezTo>
                      <a:cubicBezTo>
                        <a:pt x="124460" y="16699"/>
                        <a:pt x="124460" y="17141"/>
                        <a:pt x="124144" y="17393"/>
                      </a:cubicBezTo>
                      <a:moveTo>
                        <a:pt x="133808" y="22699"/>
                      </a:moveTo>
                      <a:cubicBezTo>
                        <a:pt x="134944" y="23772"/>
                        <a:pt x="134944" y="25351"/>
                        <a:pt x="133934" y="27120"/>
                      </a:cubicBezTo>
                      <a:cubicBezTo>
                        <a:pt x="133239" y="26551"/>
                        <a:pt x="132418" y="26867"/>
                        <a:pt x="131850" y="25983"/>
                      </a:cubicBezTo>
                      <a:cubicBezTo>
                        <a:pt x="131723" y="25414"/>
                        <a:pt x="131281" y="25730"/>
                        <a:pt x="131534" y="23646"/>
                      </a:cubicBezTo>
                      <a:cubicBezTo>
                        <a:pt x="131660" y="22762"/>
                        <a:pt x="131660" y="22130"/>
                        <a:pt x="131281" y="21246"/>
                      </a:cubicBezTo>
                      <a:cubicBezTo>
                        <a:pt x="130839" y="19856"/>
                        <a:pt x="131408" y="19730"/>
                        <a:pt x="133050" y="20425"/>
                      </a:cubicBezTo>
                      <a:cubicBezTo>
                        <a:pt x="134186" y="21372"/>
                        <a:pt x="134313" y="22067"/>
                        <a:pt x="133744" y="22635"/>
                      </a:cubicBezTo>
                      <a:moveTo>
                        <a:pt x="133618" y="14172"/>
                      </a:moveTo>
                      <a:cubicBezTo>
                        <a:pt x="133239" y="14425"/>
                        <a:pt x="132797" y="14425"/>
                        <a:pt x="132671" y="14046"/>
                      </a:cubicBezTo>
                      <a:cubicBezTo>
                        <a:pt x="132355" y="13730"/>
                        <a:pt x="132671" y="13351"/>
                        <a:pt x="133239" y="13099"/>
                      </a:cubicBezTo>
                      <a:cubicBezTo>
                        <a:pt x="133618" y="12972"/>
                        <a:pt x="134060" y="12972"/>
                        <a:pt x="134186" y="13225"/>
                      </a:cubicBezTo>
                      <a:cubicBezTo>
                        <a:pt x="134313" y="13478"/>
                        <a:pt x="134186" y="14109"/>
                        <a:pt x="133618" y="14235"/>
                      </a:cubicBezTo>
                      <a:moveTo>
                        <a:pt x="136397" y="5078"/>
                      </a:moveTo>
                      <a:cubicBezTo>
                        <a:pt x="135702" y="5772"/>
                        <a:pt x="135576" y="6783"/>
                        <a:pt x="135576" y="8867"/>
                      </a:cubicBezTo>
                      <a:cubicBezTo>
                        <a:pt x="135576" y="10256"/>
                        <a:pt x="135008" y="11267"/>
                        <a:pt x="133871" y="11899"/>
                      </a:cubicBezTo>
                      <a:cubicBezTo>
                        <a:pt x="133176" y="12214"/>
                        <a:pt x="132923" y="11899"/>
                        <a:pt x="133176" y="10951"/>
                      </a:cubicBezTo>
                      <a:lnTo>
                        <a:pt x="134250" y="8867"/>
                      </a:lnTo>
                      <a:cubicBezTo>
                        <a:pt x="134629" y="7035"/>
                        <a:pt x="134502" y="5899"/>
                        <a:pt x="134250" y="5520"/>
                      </a:cubicBezTo>
                      <a:cubicBezTo>
                        <a:pt x="133808" y="3246"/>
                        <a:pt x="135071" y="2993"/>
                        <a:pt x="136334" y="5078"/>
                      </a:cubicBezTo>
                      <a:moveTo>
                        <a:pt x="133365" y="7351"/>
                      </a:moveTo>
                      <a:cubicBezTo>
                        <a:pt x="133492" y="8614"/>
                        <a:pt x="133239" y="9625"/>
                        <a:pt x="132355" y="10130"/>
                      </a:cubicBezTo>
                      <a:cubicBezTo>
                        <a:pt x="132797" y="7478"/>
                        <a:pt x="131534" y="7793"/>
                        <a:pt x="131281" y="6278"/>
                      </a:cubicBezTo>
                      <a:cubicBezTo>
                        <a:pt x="132355" y="6278"/>
                        <a:pt x="133239" y="6404"/>
                        <a:pt x="133365" y="7351"/>
                      </a:cubicBezTo>
                      <a:moveTo>
                        <a:pt x="125408" y="3625"/>
                      </a:moveTo>
                      <a:cubicBezTo>
                        <a:pt x="127113" y="3435"/>
                        <a:pt x="128881" y="3435"/>
                        <a:pt x="130713" y="3751"/>
                      </a:cubicBezTo>
                      <a:cubicBezTo>
                        <a:pt x="134186" y="4951"/>
                        <a:pt x="132797" y="6088"/>
                        <a:pt x="130586" y="5267"/>
                      </a:cubicBezTo>
                      <a:cubicBezTo>
                        <a:pt x="129197" y="4446"/>
                        <a:pt x="127492" y="4572"/>
                        <a:pt x="125597" y="5267"/>
                      </a:cubicBezTo>
                      <a:cubicBezTo>
                        <a:pt x="125471" y="6656"/>
                        <a:pt x="123071" y="5583"/>
                        <a:pt x="121681" y="6530"/>
                      </a:cubicBezTo>
                      <a:cubicBezTo>
                        <a:pt x="120671" y="6909"/>
                        <a:pt x="120544" y="6656"/>
                        <a:pt x="121113" y="5835"/>
                      </a:cubicBezTo>
                      <a:cubicBezTo>
                        <a:pt x="122376" y="4699"/>
                        <a:pt x="123765" y="3751"/>
                        <a:pt x="125408" y="3625"/>
                      </a:cubicBezTo>
                      <a:moveTo>
                        <a:pt x="124839" y="6656"/>
                      </a:moveTo>
                      <a:lnTo>
                        <a:pt x="124839" y="7478"/>
                      </a:lnTo>
                      <a:cubicBezTo>
                        <a:pt x="124460" y="7604"/>
                        <a:pt x="124102" y="7709"/>
                        <a:pt x="123765" y="7793"/>
                      </a:cubicBezTo>
                      <a:cubicBezTo>
                        <a:pt x="123197" y="7920"/>
                        <a:pt x="122629" y="7478"/>
                        <a:pt x="123639" y="7225"/>
                      </a:cubicBezTo>
                      <a:cubicBezTo>
                        <a:pt x="124144" y="6972"/>
                        <a:pt x="124334" y="6846"/>
                        <a:pt x="124902" y="6720"/>
                      </a:cubicBezTo>
                      <a:moveTo>
                        <a:pt x="104123" y="11646"/>
                      </a:moveTo>
                      <a:cubicBezTo>
                        <a:pt x="102292" y="10825"/>
                        <a:pt x="100523" y="9688"/>
                        <a:pt x="98818" y="8425"/>
                      </a:cubicBezTo>
                      <a:cubicBezTo>
                        <a:pt x="98376" y="7730"/>
                        <a:pt x="97997" y="7288"/>
                        <a:pt x="99955" y="7730"/>
                      </a:cubicBezTo>
                      <a:cubicBezTo>
                        <a:pt x="101471" y="8867"/>
                        <a:pt x="103555" y="9120"/>
                        <a:pt x="105639" y="9120"/>
                      </a:cubicBezTo>
                      <a:lnTo>
                        <a:pt x="105829" y="10193"/>
                      </a:lnTo>
                      <a:cubicBezTo>
                        <a:pt x="109176" y="10193"/>
                        <a:pt x="112650" y="8678"/>
                        <a:pt x="116123" y="6341"/>
                      </a:cubicBezTo>
                      <a:cubicBezTo>
                        <a:pt x="115997" y="6214"/>
                        <a:pt x="115302" y="6088"/>
                        <a:pt x="114608" y="6341"/>
                      </a:cubicBezTo>
                      <a:cubicBezTo>
                        <a:pt x="112144" y="7604"/>
                        <a:pt x="112397" y="6720"/>
                        <a:pt x="117134" y="4383"/>
                      </a:cubicBezTo>
                      <a:cubicBezTo>
                        <a:pt x="117829" y="3941"/>
                        <a:pt x="118397" y="4509"/>
                        <a:pt x="119534" y="4130"/>
                      </a:cubicBezTo>
                      <a:lnTo>
                        <a:pt x="122565" y="3435"/>
                      </a:lnTo>
                      <a:cubicBezTo>
                        <a:pt x="120102" y="5709"/>
                        <a:pt x="117576" y="7856"/>
                        <a:pt x="114797" y="10004"/>
                      </a:cubicBezTo>
                      <a:cubicBezTo>
                        <a:pt x="110881" y="12214"/>
                        <a:pt x="107408" y="12783"/>
                        <a:pt x="104250" y="11646"/>
                      </a:cubicBezTo>
                      <a:moveTo>
                        <a:pt x="119850" y="9056"/>
                      </a:moveTo>
                      <a:cubicBezTo>
                        <a:pt x="119850" y="9056"/>
                        <a:pt x="119597" y="9625"/>
                        <a:pt x="119155" y="9625"/>
                      </a:cubicBezTo>
                      <a:cubicBezTo>
                        <a:pt x="118902" y="9625"/>
                        <a:pt x="118650" y="9309"/>
                        <a:pt x="118650" y="9056"/>
                      </a:cubicBezTo>
                      <a:cubicBezTo>
                        <a:pt x="118650" y="8741"/>
                        <a:pt x="118902" y="8488"/>
                        <a:pt x="119155" y="8488"/>
                      </a:cubicBezTo>
                      <a:cubicBezTo>
                        <a:pt x="119597" y="8488"/>
                        <a:pt x="119850" y="8741"/>
                        <a:pt x="119850" y="9056"/>
                      </a:cubicBezTo>
                      <a:moveTo>
                        <a:pt x="109113" y="15562"/>
                      </a:moveTo>
                      <a:cubicBezTo>
                        <a:pt x="107850" y="16446"/>
                        <a:pt x="106081" y="17520"/>
                        <a:pt x="102986" y="16699"/>
                      </a:cubicBezTo>
                      <a:cubicBezTo>
                        <a:pt x="101471" y="16320"/>
                        <a:pt x="102039" y="15435"/>
                        <a:pt x="103429" y="15309"/>
                      </a:cubicBezTo>
                      <a:cubicBezTo>
                        <a:pt x="104944" y="15183"/>
                        <a:pt x="107029" y="14614"/>
                        <a:pt x="109808" y="13351"/>
                      </a:cubicBezTo>
                      <a:lnTo>
                        <a:pt x="113029" y="11835"/>
                      </a:lnTo>
                      <a:cubicBezTo>
                        <a:pt x="114544" y="11141"/>
                        <a:pt x="114860" y="11267"/>
                        <a:pt x="113597" y="12530"/>
                      </a:cubicBezTo>
                      <a:cubicBezTo>
                        <a:pt x="112208" y="13920"/>
                        <a:pt x="110376" y="14614"/>
                        <a:pt x="109113" y="15562"/>
                      </a:cubicBezTo>
                      <a:moveTo>
                        <a:pt x="116123" y="15435"/>
                      </a:moveTo>
                      <a:cubicBezTo>
                        <a:pt x="115681" y="15562"/>
                        <a:pt x="115302" y="15435"/>
                        <a:pt x="115176" y="15183"/>
                      </a:cubicBezTo>
                      <a:cubicBezTo>
                        <a:pt x="115176" y="14867"/>
                        <a:pt x="115429" y="14614"/>
                        <a:pt x="115871" y="14488"/>
                      </a:cubicBezTo>
                      <a:cubicBezTo>
                        <a:pt x="116250" y="14362"/>
                        <a:pt x="116755" y="14488"/>
                        <a:pt x="116818" y="14741"/>
                      </a:cubicBezTo>
                      <a:cubicBezTo>
                        <a:pt x="116818" y="14993"/>
                        <a:pt x="116502" y="15435"/>
                        <a:pt x="116123" y="15435"/>
                      </a:cubicBezTo>
                      <a:moveTo>
                        <a:pt x="119408" y="15435"/>
                      </a:moveTo>
                      <a:cubicBezTo>
                        <a:pt x="116944" y="16130"/>
                        <a:pt x="116629" y="15878"/>
                        <a:pt x="118713" y="14488"/>
                      </a:cubicBezTo>
                      <a:cubicBezTo>
                        <a:pt x="119408" y="13920"/>
                        <a:pt x="119976" y="13541"/>
                        <a:pt x="120671" y="13099"/>
                      </a:cubicBezTo>
                      <a:cubicBezTo>
                        <a:pt x="122186" y="12151"/>
                        <a:pt x="123892" y="11835"/>
                        <a:pt x="125408" y="11709"/>
                      </a:cubicBezTo>
                      <a:cubicBezTo>
                        <a:pt x="123008" y="10193"/>
                        <a:pt x="118460" y="12530"/>
                        <a:pt x="113850" y="14741"/>
                      </a:cubicBezTo>
                      <a:cubicBezTo>
                        <a:pt x="112460" y="15435"/>
                        <a:pt x="112018" y="14993"/>
                        <a:pt x="113155" y="13920"/>
                      </a:cubicBezTo>
                      <a:cubicBezTo>
                        <a:pt x="114986" y="12277"/>
                        <a:pt x="116060" y="11835"/>
                        <a:pt x="118586" y="10762"/>
                      </a:cubicBezTo>
                      <a:cubicBezTo>
                        <a:pt x="120923" y="9751"/>
                        <a:pt x="123323" y="9499"/>
                        <a:pt x="125660" y="9499"/>
                      </a:cubicBezTo>
                      <a:cubicBezTo>
                        <a:pt x="127302" y="7920"/>
                        <a:pt x="128818" y="10067"/>
                        <a:pt x="127050" y="11709"/>
                      </a:cubicBezTo>
                      <a:cubicBezTo>
                        <a:pt x="126481" y="12277"/>
                        <a:pt x="125786" y="12530"/>
                        <a:pt x="125092" y="12972"/>
                      </a:cubicBezTo>
                      <a:cubicBezTo>
                        <a:pt x="123260" y="14362"/>
                        <a:pt x="121365" y="14930"/>
                        <a:pt x="119408" y="15435"/>
                      </a:cubicBezTo>
                      <a:moveTo>
                        <a:pt x="124018" y="47267"/>
                      </a:moveTo>
                      <a:cubicBezTo>
                        <a:pt x="125534" y="48530"/>
                        <a:pt x="123892" y="49667"/>
                        <a:pt x="122502" y="48404"/>
                      </a:cubicBezTo>
                      <a:cubicBezTo>
                        <a:pt x="118776" y="45183"/>
                        <a:pt x="117639" y="40762"/>
                        <a:pt x="116818" y="36720"/>
                      </a:cubicBezTo>
                      <a:cubicBezTo>
                        <a:pt x="116502" y="35456"/>
                        <a:pt x="117386" y="35078"/>
                        <a:pt x="117639" y="36467"/>
                      </a:cubicBezTo>
                      <a:cubicBezTo>
                        <a:pt x="118650" y="40256"/>
                        <a:pt x="120292" y="43856"/>
                        <a:pt x="124081" y="47330"/>
                      </a:cubicBezTo>
                      <a:moveTo>
                        <a:pt x="116692" y="32425"/>
                      </a:moveTo>
                      <a:cubicBezTo>
                        <a:pt x="117639" y="31035"/>
                        <a:pt x="117955" y="30025"/>
                        <a:pt x="117639" y="28825"/>
                      </a:cubicBezTo>
                      <a:cubicBezTo>
                        <a:pt x="117513" y="27688"/>
                        <a:pt x="118650" y="27878"/>
                        <a:pt x="118776" y="28825"/>
                      </a:cubicBezTo>
                      <a:cubicBezTo>
                        <a:pt x="119029" y="30783"/>
                        <a:pt x="118776" y="32299"/>
                        <a:pt x="117829" y="33309"/>
                      </a:cubicBezTo>
                      <a:cubicBezTo>
                        <a:pt x="117134" y="33751"/>
                        <a:pt x="116123" y="33309"/>
                        <a:pt x="116692" y="32488"/>
                      </a:cubicBezTo>
                      <a:moveTo>
                        <a:pt x="103176" y="43541"/>
                      </a:moveTo>
                      <a:cubicBezTo>
                        <a:pt x="106208" y="43793"/>
                        <a:pt x="109302" y="44930"/>
                        <a:pt x="112208" y="46572"/>
                      </a:cubicBezTo>
                      <a:cubicBezTo>
                        <a:pt x="112334" y="47014"/>
                        <a:pt x="112460" y="47267"/>
                        <a:pt x="111955" y="47014"/>
                      </a:cubicBezTo>
                      <a:cubicBezTo>
                        <a:pt x="110818" y="46130"/>
                        <a:pt x="109871" y="45751"/>
                        <a:pt x="108986" y="45751"/>
                      </a:cubicBezTo>
                      <a:cubicBezTo>
                        <a:pt x="109302" y="47014"/>
                        <a:pt x="109113" y="47583"/>
                        <a:pt x="108608" y="47393"/>
                      </a:cubicBezTo>
                      <a:cubicBezTo>
                        <a:pt x="107534" y="45435"/>
                        <a:pt x="106523" y="45183"/>
                        <a:pt x="105639" y="45562"/>
                      </a:cubicBezTo>
                      <a:cubicBezTo>
                        <a:pt x="105386" y="45688"/>
                        <a:pt x="105260" y="45814"/>
                        <a:pt x="104944" y="45688"/>
                      </a:cubicBezTo>
                      <a:cubicBezTo>
                        <a:pt x="104123" y="43856"/>
                        <a:pt x="103681" y="43856"/>
                        <a:pt x="103239" y="44551"/>
                      </a:cubicBezTo>
                      <a:cubicBezTo>
                        <a:pt x="102418" y="43856"/>
                        <a:pt x="102418" y="43414"/>
                        <a:pt x="103113" y="43414"/>
                      </a:cubicBezTo>
                      <a:moveTo>
                        <a:pt x="87450" y="44362"/>
                      </a:moveTo>
                      <a:cubicBezTo>
                        <a:pt x="90102" y="42278"/>
                        <a:pt x="93071" y="41583"/>
                        <a:pt x="96229" y="43035"/>
                      </a:cubicBezTo>
                      <a:cubicBezTo>
                        <a:pt x="100018" y="45372"/>
                        <a:pt x="101344" y="44678"/>
                        <a:pt x="104565" y="47204"/>
                      </a:cubicBezTo>
                      <a:cubicBezTo>
                        <a:pt x="107344" y="49288"/>
                        <a:pt x="111260" y="51056"/>
                        <a:pt x="115997" y="52762"/>
                      </a:cubicBezTo>
                      <a:cubicBezTo>
                        <a:pt x="116818" y="53014"/>
                        <a:pt x="116692" y="53456"/>
                        <a:pt x="115302" y="54151"/>
                      </a:cubicBezTo>
                      <a:cubicBezTo>
                        <a:pt x="113029" y="52635"/>
                        <a:pt x="111386" y="51688"/>
                        <a:pt x="112839" y="54151"/>
                      </a:cubicBezTo>
                      <a:cubicBezTo>
                        <a:pt x="112523" y="54278"/>
                        <a:pt x="112271" y="54151"/>
                        <a:pt x="112018" y="53772"/>
                      </a:cubicBezTo>
                      <a:cubicBezTo>
                        <a:pt x="109492" y="51562"/>
                        <a:pt x="107534" y="50425"/>
                        <a:pt x="106144" y="50551"/>
                      </a:cubicBezTo>
                      <a:cubicBezTo>
                        <a:pt x="104376" y="48341"/>
                        <a:pt x="103555" y="48214"/>
                        <a:pt x="103934" y="49983"/>
                      </a:cubicBezTo>
                      <a:cubicBezTo>
                        <a:pt x="103744" y="50678"/>
                        <a:pt x="103492" y="50362"/>
                        <a:pt x="102923" y="49667"/>
                      </a:cubicBezTo>
                      <a:cubicBezTo>
                        <a:pt x="100839" y="46635"/>
                        <a:pt x="99892" y="46193"/>
                        <a:pt x="100018" y="48404"/>
                      </a:cubicBezTo>
                      <a:cubicBezTo>
                        <a:pt x="100018" y="48846"/>
                        <a:pt x="99702" y="48846"/>
                        <a:pt x="99134" y="48151"/>
                      </a:cubicBezTo>
                      <a:cubicBezTo>
                        <a:pt x="97302" y="44804"/>
                        <a:pt x="96923" y="44678"/>
                        <a:pt x="97744" y="47899"/>
                      </a:cubicBezTo>
                      <a:cubicBezTo>
                        <a:pt x="97618" y="48151"/>
                        <a:pt x="97176" y="48151"/>
                        <a:pt x="96797" y="47646"/>
                      </a:cubicBezTo>
                      <a:cubicBezTo>
                        <a:pt x="95281" y="44614"/>
                        <a:pt x="95155" y="44867"/>
                        <a:pt x="95155" y="46635"/>
                      </a:cubicBezTo>
                      <a:cubicBezTo>
                        <a:pt x="92818" y="43288"/>
                        <a:pt x="92250" y="43856"/>
                        <a:pt x="92818" y="46067"/>
                      </a:cubicBezTo>
                      <a:cubicBezTo>
                        <a:pt x="91302" y="43856"/>
                        <a:pt x="90544" y="43730"/>
                        <a:pt x="90544" y="45499"/>
                      </a:cubicBezTo>
                      <a:cubicBezTo>
                        <a:pt x="89281" y="44235"/>
                        <a:pt x="88334" y="44362"/>
                        <a:pt x="87323" y="45246"/>
                      </a:cubicBezTo>
                      <a:cubicBezTo>
                        <a:pt x="86755" y="45120"/>
                        <a:pt x="86755" y="44867"/>
                        <a:pt x="87450" y="44362"/>
                      </a:cubicBezTo>
                      <a:moveTo>
                        <a:pt x="80629" y="48846"/>
                      </a:moveTo>
                      <a:cubicBezTo>
                        <a:pt x="86439" y="46888"/>
                        <a:pt x="93450" y="46888"/>
                        <a:pt x="102039" y="51499"/>
                      </a:cubicBezTo>
                      <a:cubicBezTo>
                        <a:pt x="108544" y="55099"/>
                        <a:pt x="114734" y="58067"/>
                        <a:pt x="120544" y="56488"/>
                      </a:cubicBezTo>
                      <a:cubicBezTo>
                        <a:pt x="121681" y="56235"/>
                        <a:pt x="121808" y="57056"/>
                        <a:pt x="120544" y="57499"/>
                      </a:cubicBezTo>
                      <a:lnTo>
                        <a:pt x="116502" y="58699"/>
                      </a:lnTo>
                      <a:cubicBezTo>
                        <a:pt x="115681" y="59014"/>
                        <a:pt x="115555" y="59520"/>
                        <a:pt x="115113" y="59267"/>
                      </a:cubicBezTo>
                      <a:cubicBezTo>
                        <a:pt x="113471" y="58572"/>
                        <a:pt x="112776" y="58256"/>
                        <a:pt x="112460" y="57309"/>
                      </a:cubicBezTo>
                      <a:lnTo>
                        <a:pt x="110818" y="57309"/>
                      </a:lnTo>
                      <a:cubicBezTo>
                        <a:pt x="111639" y="58572"/>
                        <a:pt x="111639" y="59141"/>
                        <a:pt x="111134" y="58699"/>
                      </a:cubicBezTo>
                      <a:lnTo>
                        <a:pt x="108165" y="56614"/>
                      </a:lnTo>
                      <a:cubicBezTo>
                        <a:pt x="107344" y="56046"/>
                        <a:pt x="107029" y="56235"/>
                        <a:pt x="107471" y="56867"/>
                      </a:cubicBezTo>
                      <a:lnTo>
                        <a:pt x="108039" y="57751"/>
                      </a:lnTo>
                      <a:cubicBezTo>
                        <a:pt x="108355" y="58193"/>
                        <a:pt x="107786" y="58446"/>
                        <a:pt x="107092" y="57878"/>
                      </a:cubicBezTo>
                      <a:lnTo>
                        <a:pt x="103744" y="55099"/>
                      </a:lnTo>
                      <a:cubicBezTo>
                        <a:pt x="102923" y="54341"/>
                        <a:pt x="102355" y="54341"/>
                        <a:pt x="102481" y="55099"/>
                      </a:cubicBezTo>
                      <a:lnTo>
                        <a:pt x="102734" y="56235"/>
                      </a:lnTo>
                      <a:cubicBezTo>
                        <a:pt x="102860" y="56804"/>
                        <a:pt x="101344" y="55541"/>
                        <a:pt x="100208" y="54151"/>
                      </a:cubicBezTo>
                      <a:cubicBezTo>
                        <a:pt x="99829" y="53583"/>
                        <a:pt x="99134" y="53583"/>
                        <a:pt x="99134" y="54151"/>
                      </a:cubicBezTo>
                      <a:lnTo>
                        <a:pt x="99134" y="55414"/>
                      </a:lnTo>
                      <a:cubicBezTo>
                        <a:pt x="99134" y="56678"/>
                        <a:pt x="96734" y="53330"/>
                        <a:pt x="94839" y="51372"/>
                      </a:cubicBezTo>
                      <a:cubicBezTo>
                        <a:pt x="94271" y="50804"/>
                        <a:pt x="93450" y="50804"/>
                        <a:pt x="93702" y="51372"/>
                      </a:cubicBezTo>
                      <a:cubicBezTo>
                        <a:pt x="94208" y="53204"/>
                        <a:pt x="94650" y="54151"/>
                        <a:pt x="94208" y="53646"/>
                      </a:cubicBezTo>
                      <a:lnTo>
                        <a:pt x="91050" y="50867"/>
                      </a:lnTo>
                      <a:cubicBezTo>
                        <a:pt x="90481" y="50299"/>
                        <a:pt x="89218" y="49920"/>
                        <a:pt x="89534" y="50741"/>
                      </a:cubicBezTo>
                      <a:lnTo>
                        <a:pt x="90481" y="53267"/>
                      </a:lnTo>
                      <a:cubicBezTo>
                        <a:pt x="90608" y="53709"/>
                        <a:pt x="88397" y="52446"/>
                        <a:pt x="86060" y="50235"/>
                      </a:cubicBezTo>
                      <a:lnTo>
                        <a:pt x="85239" y="50235"/>
                      </a:lnTo>
                      <a:cubicBezTo>
                        <a:pt x="83660" y="50235"/>
                        <a:pt x="86755" y="52446"/>
                        <a:pt x="86313" y="52888"/>
                      </a:cubicBezTo>
                      <a:cubicBezTo>
                        <a:pt x="85618" y="53267"/>
                        <a:pt x="84797" y="52762"/>
                        <a:pt x="84102" y="51372"/>
                      </a:cubicBezTo>
                      <a:cubicBezTo>
                        <a:pt x="83660" y="50551"/>
                        <a:pt x="83218" y="50362"/>
                        <a:pt x="82271" y="50551"/>
                      </a:cubicBezTo>
                      <a:cubicBezTo>
                        <a:pt x="81702" y="50678"/>
                        <a:pt x="81197" y="50678"/>
                        <a:pt x="80439" y="50551"/>
                      </a:cubicBezTo>
                      <a:cubicBezTo>
                        <a:pt x="78923" y="50299"/>
                        <a:pt x="78923" y="49541"/>
                        <a:pt x="80629" y="49035"/>
                      </a:cubicBezTo>
                      <a:moveTo>
                        <a:pt x="100081" y="67225"/>
                      </a:moveTo>
                      <a:cubicBezTo>
                        <a:pt x="100208" y="66656"/>
                        <a:pt x="100334" y="66088"/>
                        <a:pt x="100523" y="65709"/>
                      </a:cubicBezTo>
                      <a:lnTo>
                        <a:pt x="100776" y="65393"/>
                      </a:lnTo>
                      <a:cubicBezTo>
                        <a:pt x="100776" y="65393"/>
                        <a:pt x="100902" y="64951"/>
                        <a:pt x="101029" y="64825"/>
                      </a:cubicBezTo>
                      <a:cubicBezTo>
                        <a:pt x="101281" y="64509"/>
                        <a:pt x="101597" y="64130"/>
                        <a:pt x="101850" y="63814"/>
                      </a:cubicBezTo>
                      <a:cubicBezTo>
                        <a:pt x="101723" y="65520"/>
                        <a:pt x="101281" y="66088"/>
                        <a:pt x="100018" y="67162"/>
                      </a:cubicBezTo>
                      <a:moveTo>
                        <a:pt x="101471" y="68046"/>
                      </a:moveTo>
                      <a:cubicBezTo>
                        <a:pt x="101471" y="70130"/>
                        <a:pt x="101281" y="70699"/>
                        <a:pt x="99765" y="71204"/>
                      </a:cubicBezTo>
                      <a:cubicBezTo>
                        <a:pt x="99323" y="69814"/>
                        <a:pt x="99765" y="68867"/>
                        <a:pt x="101471" y="68046"/>
                      </a:cubicBezTo>
                      <a:moveTo>
                        <a:pt x="96039" y="61478"/>
                      </a:moveTo>
                      <a:lnTo>
                        <a:pt x="95913" y="61920"/>
                      </a:lnTo>
                      <a:lnTo>
                        <a:pt x="95786" y="61730"/>
                      </a:lnTo>
                      <a:cubicBezTo>
                        <a:pt x="95534" y="62425"/>
                        <a:pt x="95092" y="62867"/>
                        <a:pt x="94397" y="63562"/>
                      </a:cubicBezTo>
                      <a:cubicBezTo>
                        <a:pt x="94586" y="62551"/>
                        <a:pt x="94713" y="61920"/>
                        <a:pt x="95281" y="61162"/>
                      </a:cubicBezTo>
                      <a:cubicBezTo>
                        <a:pt x="95029" y="61035"/>
                        <a:pt x="94586" y="60720"/>
                        <a:pt x="94271" y="60467"/>
                      </a:cubicBezTo>
                      <a:cubicBezTo>
                        <a:pt x="93576" y="61983"/>
                        <a:pt x="92629" y="63246"/>
                        <a:pt x="91239" y="65078"/>
                      </a:cubicBezTo>
                      <a:cubicBezTo>
                        <a:pt x="92186" y="62172"/>
                        <a:pt x="93197" y="59899"/>
                        <a:pt x="95281" y="57688"/>
                      </a:cubicBezTo>
                      <a:cubicBezTo>
                        <a:pt x="95029" y="58635"/>
                        <a:pt x="94713" y="59520"/>
                        <a:pt x="94397" y="60214"/>
                      </a:cubicBezTo>
                      <a:cubicBezTo>
                        <a:pt x="94713" y="60467"/>
                        <a:pt x="95092" y="60720"/>
                        <a:pt x="95408" y="61035"/>
                      </a:cubicBezTo>
                      <a:cubicBezTo>
                        <a:pt x="95660" y="60783"/>
                        <a:pt x="95976" y="60467"/>
                        <a:pt x="96102" y="60214"/>
                      </a:cubicBezTo>
                      <a:cubicBezTo>
                        <a:pt x="96102" y="60593"/>
                        <a:pt x="96102" y="61035"/>
                        <a:pt x="95976" y="61414"/>
                      </a:cubicBezTo>
                      <a:lnTo>
                        <a:pt x="96102" y="61414"/>
                      </a:lnTo>
                      <a:close/>
                      <a:moveTo>
                        <a:pt x="93702" y="64130"/>
                      </a:moveTo>
                      <a:cubicBezTo>
                        <a:pt x="93513" y="65078"/>
                        <a:pt x="93450" y="65393"/>
                        <a:pt x="92755" y="66088"/>
                      </a:cubicBezTo>
                      <a:cubicBezTo>
                        <a:pt x="92881" y="65204"/>
                        <a:pt x="93134" y="64699"/>
                        <a:pt x="93702" y="64130"/>
                      </a:cubicBezTo>
                      <a:moveTo>
                        <a:pt x="90797" y="57499"/>
                      </a:moveTo>
                      <a:cubicBezTo>
                        <a:pt x="91239" y="57751"/>
                        <a:pt x="91492" y="58067"/>
                        <a:pt x="91744" y="58193"/>
                      </a:cubicBezTo>
                      <a:cubicBezTo>
                        <a:pt x="91871" y="58067"/>
                        <a:pt x="92186" y="57751"/>
                        <a:pt x="92439" y="57499"/>
                      </a:cubicBezTo>
                      <a:cubicBezTo>
                        <a:pt x="92313" y="58446"/>
                        <a:pt x="92060" y="58699"/>
                        <a:pt x="91302" y="59393"/>
                      </a:cubicBezTo>
                      <a:cubicBezTo>
                        <a:pt x="91429" y="59014"/>
                        <a:pt x="91618" y="58572"/>
                        <a:pt x="91681" y="58320"/>
                      </a:cubicBezTo>
                      <a:cubicBezTo>
                        <a:pt x="91429" y="58067"/>
                        <a:pt x="91113" y="57751"/>
                        <a:pt x="90734" y="57499"/>
                      </a:cubicBezTo>
                      <a:moveTo>
                        <a:pt x="64776" y="32488"/>
                      </a:moveTo>
                      <a:cubicBezTo>
                        <a:pt x="64776" y="32488"/>
                        <a:pt x="65471" y="32804"/>
                        <a:pt x="65471" y="33372"/>
                      </a:cubicBezTo>
                      <a:cubicBezTo>
                        <a:pt x="65471" y="33751"/>
                        <a:pt x="65029" y="34193"/>
                        <a:pt x="64776" y="34193"/>
                      </a:cubicBezTo>
                      <a:cubicBezTo>
                        <a:pt x="64397" y="34193"/>
                        <a:pt x="64081" y="33751"/>
                        <a:pt x="64081" y="33372"/>
                      </a:cubicBezTo>
                      <a:cubicBezTo>
                        <a:pt x="64081" y="32804"/>
                        <a:pt x="64397" y="32488"/>
                        <a:pt x="64776" y="32488"/>
                      </a:cubicBezTo>
                      <a:moveTo>
                        <a:pt x="55050" y="26678"/>
                      </a:moveTo>
                      <a:cubicBezTo>
                        <a:pt x="55429" y="24720"/>
                        <a:pt x="56692" y="23772"/>
                        <a:pt x="58081" y="23646"/>
                      </a:cubicBezTo>
                      <a:lnTo>
                        <a:pt x="61113" y="24214"/>
                      </a:lnTo>
                      <a:cubicBezTo>
                        <a:pt x="62250" y="25035"/>
                        <a:pt x="62123" y="25351"/>
                        <a:pt x="60860" y="25478"/>
                      </a:cubicBezTo>
                      <a:cubicBezTo>
                        <a:pt x="58334" y="25099"/>
                        <a:pt x="56944" y="25604"/>
                        <a:pt x="56250" y="27309"/>
                      </a:cubicBezTo>
                      <a:cubicBezTo>
                        <a:pt x="55239" y="28699"/>
                        <a:pt x="54860" y="28825"/>
                        <a:pt x="54986" y="26741"/>
                      </a:cubicBezTo>
                      <a:moveTo>
                        <a:pt x="53218" y="24720"/>
                      </a:moveTo>
                      <a:cubicBezTo>
                        <a:pt x="48608" y="18214"/>
                        <a:pt x="45134" y="12909"/>
                        <a:pt x="41660" y="7856"/>
                      </a:cubicBezTo>
                      <a:cubicBezTo>
                        <a:pt x="40965" y="6909"/>
                        <a:pt x="41786" y="6783"/>
                        <a:pt x="42229" y="7288"/>
                      </a:cubicBezTo>
                      <a:cubicBezTo>
                        <a:pt x="46397" y="12467"/>
                        <a:pt x="50313" y="17330"/>
                        <a:pt x="54734" y="23141"/>
                      </a:cubicBezTo>
                      <a:cubicBezTo>
                        <a:pt x="54734" y="24151"/>
                        <a:pt x="54355" y="24656"/>
                        <a:pt x="53218" y="24656"/>
                      </a:cubicBezTo>
                      <a:moveTo>
                        <a:pt x="60418" y="35899"/>
                      </a:moveTo>
                      <a:cubicBezTo>
                        <a:pt x="60671" y="37983"/>
                        <a:pt x="59723" y="38299"/>
                        <a:pt x="57765" y="36909"/>
                      </a:cubicBezTo>
                      <a:lnTo>
                        <a:pt x="55555" y="34130"/>
                      </a:lnTo>
                      <a:cubicBezTo>
                        <a:pt x="53913" y="32425"/>
                        <a:pt x="53597" y="31035"/>
                        <a:pt x="54608" y="29835"/>
                      </a:cubicBezTo>
                      <a:lnTo>
                        <a:pt x="56692" y="27309"/>
                      </a:lnTo>
                      <a:cubicBezTo>
                        <a:pt x="57955" y="26362"/>
                        <a:pt x="59471" y="25920"/>
                        <a:pt x="60986" y="26046"/>
                      </a:cubicBezTo>
                      <a:cubicBezTo>
                        <a:pt x="61681" y="26614"/>
                        <a:pt x="61808" y="27183"/>
                        <a:pt x="61681" y="27878"/>
                      </a:cubicBezTo>
                      <a:cubicBezTo>
                        <a:pt x="59155" y="27878"/>
                        <a:pt x="57513" y="29267"/>
                        <a:pt x="56376" y="31667"/>
                      </a:cubicBezTo>
                      <a:cubicBezTo>
                        <a:pt x="58208" y="29709"/>
                        <a:pt x="60102" y="28320"/>
                        <a:pt x="62060" y="28320"/>
                      </a:cubicBezTo>
                      <a:cubicBezTo>
                        <a:pt x="63008" y="28635"/>
                        <a:pt x="63323" y="29330"/>
                        <a:pt x="63323" y="29962"/>
                      </a:cubicBezTo>
                      <a:cubicBezTo>
                        <a:pt x="62502" y="29709"/>
                        <a:pt x="61934" y="29835"/>
                        <a:pt x="61492" y="30278"/>
                      </a:cubicBezTo>
                      <a:cubicBezTo>
                        <a:pt x="61050" y="30972"/>
                        <a:pt x="59850" y="31793"/>
                        <a:pt x="58144" y="32930"/>
                      </a:cubicBezTo>
                      <a:cubicBezTo>
                        <a:pt x="59408" y="32614"/>
                        <a:pt x="60923" y="32109"/>
                        <a:pt x="62755" y="30846"/>
                      </a:cubicBezTo>
                      <a:cubicBezTo>
                        <a:pt x="63702" y="31099"/>
                        <a:pt x="63892" y="31730"/>
                        <a:pt x="63639" y="32804"/>
                      </a:cubicBezTo>
                      <a:cubicBezTo>
                        <a:pt x="63197" y="33562"/>
                        <a:pt x="62629" y="33941"/>
                        <a:pt x="61808" y="34130"/>
                      </a:cubicBezTo>
                      <a:cubicBezTo>
                        <a:pt x="60544" y="34130"/>
                        <a:pt x="60165" y="34635"/>
                        <a:pt x="60418" y="36025"/>
                      </a:cubicBezTo>
                      <a:moveTo>
                        <a:pt x="63260" y="43099"/>
                      </a:moveTo>
                      <a:cubicBezTo>
                        <a:pt x="63702" y="44235"/>
                        <a:pt x="62818" y="44804"/>
                        <a:pt x="61997" y="43667"/>
                      </a:cubicBezTo>
                      <a:cubicBezTo>
                        <a:pt x="60165" y="41583"/>
                        <a:pt x="60608" y="38930"/>
                        <a:pt x="62565" y="36593"/>
                      </a:cubicBezTo>
                      <a:cubicBezTo>
                        <a:pt x="64650" y="34067"/>
                        <a:pt x="67302" y="34067"/>
                        <a:pt x="69639" y="35899"/>
                      </a:cubicBezTo>
                      <a:cubicBezTo>
                        <a:pt x="71029" y="37035"/>
                        <a:pt x="70650" y="37162"/>
                        <a:pt x="68944" y="37162"/>
                      </a:cubicBezTo>
                      <a:cubicBezTo>
                        <a:pt x="64208" y="37162"/>
                        <a:pt x="62376" y="39562"/>
                        <a:pt x="63260" y="43162"/>
                      </a:cubicBezTo>
                      <a:moveTo>
                        <a:pt x="75323" y="67920"/>
                      </a:moveTo>
                      <a:lnTo>
                        <a:pt x="73934" y="59520"/>
                      </a:lnTo>
                      <a:lnTo>
                        <a:pt x="72986" y="63120"/>
                      </a:lnTo>
                      <a:lnTo>
                        <a:pt x="72165" y="58004"/>
                      </a:lnTo>
                      <a:cubicBezTo>
                        <a:pt x="71471" y="57435"/>
                        <a:pt x="71281" y="60656"/>
                        <a:pt x="71471" y="65078"/>
                      </a:cubicBezTo>
                      <a:cubicBezTo>
                        <a:pt x="70208" y="63814"/>
                        <a:pt x="70334" y="60214"/>
                        <a:pt x="70523" y="56172"/>
                      </a:cubicBezTo>
                      <a:lnTo>
                        <a:pt x="69134" y="60025"/>
                      </a:lnTo>
                      <a:cubicBezTo>
                        <a:pt x="68313" y="57941"/>
                        <a:pt x="68755" y="55162"/>
                        <a:pt x="69134" y="52509"/>
                      </a:cubicBezTo>
                      <a:cubicBezTo>
                        <a:pt x="68313" y="51814"/>
                        <a:pt x="67744" y="53204"/>
                        <a:pt x="67492" y="57372"/>
                      </a:cubicBezTo>
                      <a:cubicBezTo>
                        <a:pt x="66481" y="54593"/>
                        <a:pt x="66797" y="52320"/>
                        <a:pt x="67239" y="49730"/>
                      </a:cubicBezTo>
                      <a:lnTo>
                        <a:pt x="66292" y="51814"/>
                      </a:lnTo>
                      <a:lnTo>
                        <a:pt x="66039" y="46951"/>
                      </a:lnTo>
                      <a:cubicBezTo>
                        <a:pt x="70650" y="51372"/>
                        <a:pt x="74565" y="56678"/>
                        <a:pt x="77534" y="62678"/>
                      </a:cubicBezTo>
                      <a:lnTo>
                        <a:pt x="77534" y="67856"/>
                      </a:lnTo>
                      <a:lnTo>
                        <a:pt x="75892" y="61983"/>
                      </a:lnTo>
                      <a:cubicBezTo>
                        <a:pt x="76018" y="66025"/>
                        <a:pt x="75892" y="68614"/>
                        <a:pt x="75450" y="67856"/>
                      </a:cubicBezTo>
                      <a:moveTo>
                        <a:pt x="72418" y="72720"/>
                      </a:moveTo>
                      <a:cubicBezTo>
                        <a:pt x="72039" y="72846"/>
                        <a:pt x="71597" y="72151"/>
                        <a:pt x="71281" y="71204"/>
                      </a:cubicBezTo>
                      <a:cubicBezTo>
                        <a:pt x="71029" y="70383"/>
                        <a:pt x="71029" y="69562"/>
                        <a:pt x="71155" y="69435"/>
                      </a:cubicBezTo>
                      <a:cubicBezTo>
                        <a:pt x="71534" y="69435"/>
                        <a:pt x="71976" y="70004"/>
                        <a:pt x="72292" y="70951"/>
                      </a:cubicBezTo>
                      <a:cubicBezTo>
                        <a:pt x="72544" y="71899"/>
                        <a:pt x="72544" y="72783"/>
                        <a:pt x="72418" y="72783"/>
                      </a:cubicBezTo>
                      <a:moveTo>
                        <a:pt x="57008" y="67730"/>
                      </a:moveTo>
                      <a:cubicBezTo>
                        <a:pt x="59092" y="64509"/>
                        <a:pt x="60734" y="63562"/>
                        <a:pt x="61871" y="66088"/>
                      </a:cubicBezTo>
                      <a:cubicBezTo>
                        <a:pt x="63260" y="61604"/>
                        <a:pt x="64776" y="61225"/>
                        <a:pt x="66734" y="65078"/>
                      </a:cubicBezTo>
                      <a:cubicBezTo>
                        <a:pt x="69386" y="65078"/>
                        <a:pt x="69892" y="69120"/>
                        <a:pt x="69513" y="75056"/>
                      </a:cubicBezTo>
                      <a:lnTo>
                        <a:pt x="66986" y="68362"/>
                      </a:lnTo>
                      <a:lnTo>
                        <a:pt x="66986" y="72656"/>
                      </a:lnTo>
                      <a:cubicBezTo>
                        <a:pt x="65344" y="65267"/>
                        <a:pt x="54671" y="69625"/>
                        <a:pt x="57008" y="67667"/>
                      </a:cubicBezTo>
                      <a:moveTo>
                        <a:pt x="48923" y="101962"/>
                      </a:moveTo>
                      <a:cubicBezTo>
                        <a:pt x="53344" y="100572"/>
                        <a:pt x="56818" y="100446"/>
                        <a:pt x="59597" y="100004"/>
                      </a:cubicBezTo>
                      <a:cubicBezTo>
                        <a:pt x="64460" y="99309"/>
                        <a:pt x="67555" y="98867"/>
                        <a:pt x="71471" y="97099"/>
                      </a:cubicBezTo>
                      <a:cubicBezTo>
                        <a:pt x="73302" y="96404"/>
                        <a:pt x="75323" y="95583"/>
                        <a:pt x="77597" y="93751"/>
                      </a:cubicBezTo>
                      <a:cubicBezTo>
                        <a:pt x="78671" y="92930"/>
                        <a:pt x="78292" y="92614"/>
                        <a:pt x="77029" y="92741"/>
                      </a:cubicBezTo>
                      <a:lnTo>
                        <a:pt x="72039" y="93056"/>
                      </a:lnTo>
                      <a:lnTo>
                        <a:pt x="72039" y="90846"/>
                      </a:lnTo>
                      <a:lnTo>
                        <a:pt x="70081" y="93499"/>
                      </a:lnTo>
                      <a:lnTo>
                        <a:pt x="69639" y="90846"/>
                      </a:lnTo>
                      <a:lnTo>
                        <a:pt x="67997" y="95393"/>
                      </a:lnTo>
                      <a:lnTo>
                        <a:pt x="67302" y="90151"/>
                      </a:lnTo>
                      <a:lnTo>
                        <a:pt x="66039" y="95835"/>
                      </a:lnTo>
                      <a:lnTo>
                        <a:pt x="65344" y="90278"/>
                      </a:lnTo>
                      <a:lnTo>
                        <a:pt x="63260" y="96656"/>
                      </a:lnTo>
                      <a:lnTo>
                        <a:pt x="62692" y="89962"/>
                      </a:lnTo>
                      <a:lnTo>
                        <a:pt x="61492" y="96783"/>
                      </a:lnTo>
                      <a:lnTo>
                        <a:pt x="60229" y="89835"/>
                      </a:lnTo>
                      <a:lnTo>
                        <a:pt x="59408" y="96783"/>
                      </a:lnTo>
                      <a:lnTo>
                        <a:pt x="57955" y="90214"/>
                      </a:lnTo>
                      <a:lnTo>
                        <a:pt x="57450" y="96530"/>
                      </a:lnTo>
                      <a:lnTo>
                        <a:pt x="55618" y="90151"/>
                      </a:lnTo>
                      <a:lnTo>
                        <a:pt x="55492" y="96846"/>
                      </a:lnTo>
                      <a:lnTo>
                        <a:pt x="53408" y="90467"/>
                      </a:lnTo>
                      <a:lnTo>
                        <a:pt x="53029" y="96151"/>
                      </a:lnTo>
                      <a:lnTo>
                        <a:pt x="51639" y="90593"/>
                      </a:lnTo>
                      <a:lnTo>
                        <a:pt x="51071" y="95583"/>
                      </a:lnTo>
                      <a:lnTo>
                        <a:pt x="49934" y="90972"/>
                      </a:lnTo>
                      <a:lnTo>
                        <a:pt x="49239" y="95962"/>
                      </a:lnTo>
                      <a:cubicBezTo>
                        <a:pt x="47155" y="92046"/>
                        <a:pt x="46334" y="88888"/>
                        <a:pt x="47723" y="87056"/>
                      </a:cubicBezTo>
                      <a:cubicBezTo>
                        <a:pt x="49808" y="84720"/>
                        <a:pt x="52586" y="84151"/>
                        <a:pt x="55365" y="84593"/>
                      </a:cubicBezTo>
                      <a:cubicBezTo>
                        <a:pt x="55934" y="83646"/>
                        <a:pt x="57071" y="82762"/>
                        <a:pt x="58460" y="81941"/>
                      </a:cubicBezTo>
                      <a:lnTo>
                        <a:pt x="58713" y="83204"/>
                      </a:lnTo>
                      <a:lnTo>
                        <a:pt x="62060" y="82067"/>
                      </a:lnTo>
                      <a:lnTo>
                        <a:pt x="62313" y="83204"/>
                      </a:lnTo>
                      <a:lnTo>
                        <a:pt x="65913" y="81246"/>
                      </a:lnTo>
                      <a:cubicBezTo>
                        <a:pt x="63829" y="83899"/>
                        <a:pt x="63386" y="85035"/>
                        <a:pt x="64081" y="85035"/>
                      </a:cubicBezTo>
                      <a:cubicBezTo>
                        <a:pt x="64650" y="85035"/>
                        <a:pt x="67302" y="82004"/>
                        <a:pt x="68060" y="82762"/>
                      </a:cubicBezTo>
                      <a:cubicBezTo>
                        <a:pt x="66292" y="85541"/>
                        <a:pt x="67934" y="84720"/>
                        <a:pt x="71029" y="82256"/>
                      </a:cubicBezTo>
                      <a:cubicBezTo>
                        <a:pt x="71850" y="82509"/>
                        <a:pt x="69955" y="84467"/>
                        <a:pt x="70208" y="84720"/>
                      </a:cubicBezTo>
                      <a:cubicBezTo>
                        <a:pt x="70523" y="85035"/>
                        <a:pt x="71597" y="84151"/>
                        <a:pt x="73808" y="82635"/>
                      </a:cubicBezTo>
                      <a:cubicBezTo>
                        <a:pt x="74376" y="82193"/>
                        <a:pt x="75639" y="80804"/>
                        <a:pt x="75892" y="81499"/>
                      </a:cubicBezTo>
                      <a:cubicBezTo>
                        <a:pt x="76018" y="82320"/>
                        <a:pt x="75197" y="82699"/>
                        <a:pt x="74755" y="83330"/>
                      </a:cubicBezTo>
                      <a:cubicBezTo>
                        <a:pt x="72544" y="85983"/>
                        <a:pt x="73050" y="85541"/>
                        <a:pt x="76965" y="83014"/>
                      </a:cubicBezTo>
                      <a:cubicBezTo>
                        <a:pt x="77534" y="82699"/>
                        <a:pt x="78355" y="82067"/>
                        <a:pt x="78923" y="82320"/>
                      </a:cubicBezTo>
                      <a:cubicBezTo>
                        <a:pt x="76271" y="85793"/>
                        <a:pt x="77408" y="85099"/>
                        <a:pt x="81260" y="82699"/>
                      </a:cubicBezTo>
                      <a:cubicBezTo>
                        <a:pt x="81829" y="82446"/>
                        <a:pt x="82523" y="81499"/>
                        <a:pt x="83218" y="82193"/>
                      </a:cubicBezTo>
                      <a:cubicBezTo>
                        <a:pt x="78355" y="86488"/>
                        <a:pt x="79176" y="87056"/>
                        <a:pt x="85429" y="84025"/>
                      </a:cubicBezTo>
                      <a:cubicBezTo>
                        <a:pt x="82523" y="87372"/>
                        <a:pt x="83218" y="87435"/>
                        <a:pt x="87829" y="84530"/>
                      </a:cubicBezTo>
                      <a:cubicBezTo>
                        <a:pt x="88208" y="84404"/>
                        <a:pt x="88776" y="84530"/>
                        <a:pt x="89344" y="84214"/>
                      </a:cubicBezTo>
                      <a:cubicBezTo>
                        <a:pt x="87260" y="86299"/>
                        <a:pt x="86944" y="87877"/>
                        <a:pt x="87955" y="87309"/>
                      </a:cubicBezTo>
                      <a:cubicBezTo>
                        <a:pt x="89471" y="86614"/>
                        <a:pt x="91429" y="85793"/>
                        <a:pt x="92376" y="86046"/>
                      </a:cubicBezTo>
                      <a:cubicBezTo>
                        <a:pt x="90418" y="87941"/>
                        <a:pt x="90544" y="88825"/>
                        <a:pt x="93071" y="88383"/>
                      </a:cubicBezTo>
                      <a:cubicBezTo>
                        <a:pt x="93892" y="88699"/>
                        <a:pt x="93071" y="89646"/>
                        <a:pt x="90544" y="91351"/>
                      </a:cubicBezTo>
                      <a:cubicBezTo>
                        <a:pt x="90165" y="92046"/>
                        <a:pt x="89660" y="91351"/>
                        <a:pt x="89281" y="89709"/>
                      </a:cubicBezTo>
                      <a:cubicBezTo>
                        <a:pt x="88965" y="90656"/>
                        <a:pt x="88586" y="90656"/>
                        <a:pt x="88144" y="90088"/>
                      </a:cubicBezTo>
                      <a:lnTo>
                        <a:pt x="87576" y="93688"/>
                      </a:lnTo>
                      <a:lnTo>
                        <a:pt x="86755" y="93562"/>
                      </a:lnTo>
                      <a:lnTo>
                        <a:pt x="86755" y="91478"/>
                      </a:lnTo>
                      <a:cubicBezTo>
                        <a:pt x="86376" y="90909"/>
                        <a:pt x="85934" y="90909"/>
                        <a:pt x="85492" y="91478"/>
                      </a:cubicBezTo>
                      <a:lnTo>
                        <a:pt x="84797" y="94256"/>
                      </a:lnTo>
                      <a:lnTo>
                        <a:pt x="83534" y="93562"/>
                      </a:lnTo>
                      <a:cubicBezTo>
                        <a:pt x="83155" y="94509"/>
                        <a:pt x="82586" y="95456"/>
                        <a:pt x="81576" y="96151"/>
                      </a:cubicBezTo>
                      <a:cubicBezTo>
                        <a:pt x="80755" y="95014"/>
                        <a:pt x="80186" y="95330"/>
                        <a:pt x="79934" y="96278"/>
                      </a:cubicBezTo>
                      <a:cubicBezTo>
                        <a:pt x="79365" y="96404"/>
                        <a:pt x="79113" y="95962"/>
                        <a:pt x="78544" y="96151"/>
                      </a:cubicBezTo>
                      <a:cubicBezTo>
                        <a:pt x="78165" y="97414"/>
                        <a:pt x="77723" y="97667"/>
                        <a:pt x="77029" y="96846"/>
                      </a:cubicBezTo>
                      <a:cubicBezTo>
                        <a:pt x="75892" y="97541"/>
                        <a:pt x="74944" y="98235"/>
                        <a:pt x="73808" y="99372"/>
                      </a:cubicBezTo>
                      <a:lnTo>
                        <a:pt x="73239" y="97983"/>
                      </a:lnTo>
                      <a:cubicBezTo>
                        <a:pt x="72292" y="99372"/>
                        <a:pt x="71408" y="100193"/>
                        <a:pt x="70902" y="99941"/>
                      </a:cubicBezTo>
                      <a:lnTo>
                        <a:pt x="69892" y="98930"/>
                      </a:lnTo>
                      <a:lnTo>
                        <a:pt x="68376" y="101456"/>
                      </a:lnTo>
                      <a:lnTo>
                        <a:pt x="65850" y="102151"/>
                      </a:lnTo>
                      <a:cubicBezTo>
                        <a:pt x="65850" y="102846"/>
                        <a:pt x="66797" y="102846"/>
                        <a:pt x="68502" y="102530"/>
                      </a:cubicBezTo>
                      <a:cubicBezTo>
                        <a:pt x="70713" y="102278"/>
                        <a:pt x="75008" y="101267"/>
                        <a:pt x="77786" y="100446"/>
                      </a:cubicBezTo>
                      <a:cubicBezTo>
                        <a:pt x="80565" y="99625"/>
                        <a:pt x="83597" y="99183"/>
                        <a:pt x="86944" y="97793"/>
                      </a:cubicBezTo>
                      <a:cubicBezTo>
                        <a:pt x="89597" y="96530"/>
                        <a:pt x="92629" y="94383"/>
                        <a:pt x="95723" y="92804"/>
                      </a:cubicBezTo>
                      <a:cubicBezTo>
                        <a:pt x="96418" y="93372"/>
                        <a:pt x="95850" y="94762"/>
                        <a:pt x="90039" y="99309"/>
                      </a:cubicBezTo>
                      <a:lnTo>
                        <a:pt x="87260" y="98488"/>
                      </a:lnTo>
                      <a:lnTo>
                        <a:pt x="88776" y="100572"/>
                      </a:lnTo>
                      <a:cubicBezTo>
                        <a:pt x="88081" y="101267"/>
                        <a:pt x="87513" y="101583"/>
                        <a:pt x="86818" y="101393"/>
                      </a:cubicBezTo>
                      <a:lnTo>
                        <a:pt x="84355" y="100130"/>
                      </a:lnTo>
                      <a:lnTo>
                        <a:pt x="85176" y="102783"/>
                      </a:lnTo>
                      <a:cubicBezTo>
                        <a:pt x="83344" y="102783"/>
                        <a:pt x="82523" y="100572"/>
                        <a:pt x="80881" y="101520"/>
                      </a:cubicBezTo>
                      <a:lnTo>
                        <a:pt x="81576" y="103604"/>
                      </a:lnTo>
                      <a:lnTo>
                        <a:pt x="77850" y="102467"/>
                      </a:lnTo>
                      <a:lnTo>
                        <a:pt x="78544" y="104993"/>
                      </a:lnTo>
                      <a:lnTo>
                        <a:pt x="75323" y="103604"/>
                      </a:lnTo>
                      <a:lnTo>
                        <a:pt x="74629" y="104993"/>
                      </a:lnTo>
                      <a:cubicBezTo>
                        <a:pt x="73618" y="104993"/>
                        <a:pt x="73113" y="105246"/>
                        <a:pt x="72923" y="105688"/>
                      </a:cubicBezTo>
                      <a:cubicBezTo>
                        <a:pt x="80313" y="106951"/>
                        <a:pt x="88397" y="104299"/>
                        <a:pt x="96734" y="100256"/>
                      </a:cubicBezTo>
                      <a:cubicBezTo>
                        <a:pt x="97176" y="100130"/>
                        <a:pt x="97302" y="100383"/>
                        <a:pt x="97302" y="101141"/>
                      </a:cubicBezTo>
                      <a:cubicBezTo>
                        <a:pt x="96608" y="104425"/>
                        <a:pt x="94208" y="107393"/>
                        <a:pt x="90481" y="109983"/>
                      </a:cubicBezTo>
                      <a:lnTo>
                        <a:pt x="91555" y="105562"/>
                      </a:lnTo>
                      <a:cubicBezTo>
                        <a:pt x="89029" y="106699"/>
                        <a:pt x="86313" y="112067"/>
                        <a:pt x="84229" y="112825"/>
                      </a:cubicBezTo>
                      <a:lnTo>
                        <a:pt x="86439" y="106951"/>
                      </a:lnTo>
                      <a:lnTo>
                        <a:pt x="79871" y="112383"/>
                      </a:lnTo>
                      <a:cubicBezTo>
                        <a:pt x="79302" y="111688"/>
                        <a:pt x="80123" y="110172"/>
                        <a:pt x="81513" y="108214"/>
                      </a:cubicBezTo>
                      <a:cubicBezTo>
                        <a:pt x="79555" y="108214"/>
                        <a:pt x="76208" y="112825"/>
                        <a:pt x="75702" y="112572"/>
                      </a:cubicBezTo>
                      <a:cubicBezTo>
                        <a:pt x="74313" y="111878"/>
                        <a:pt x="76776" y="110488"/>
                        <a:pt x="77344" y="109477"/>
                      </a:cubicBezTo>
                      <a:cubicBezTo>
                        <a:pt x="75513" y="109351"/>
                        <a:pt x="74313" y="110993"/>
                        <a:pt x="72734" y="111878"/>
                      </a:cubicBezTo>
                      <a:cubicBezTo>
                        <a:pt x="72608" y="111056"/>
                        <a:pt x="73555" y="110046"/>
                        <a:pt x="75197" y="108530"/>
                      </a:cubicBezTo>
                      <a:lnTo>
                        <a:pt x="69765" y="111056"/>
                      </a:lnTo>
                      <a:cubicBezTo>
                        <a:pt x="69765" y="110109"/>
                        <a:pt x="71850" y="109225"/>
                        <a:pt x="72292" y="107835"/>
                      </a:cubicBezTo>
                      <a:cubicBezTo>
                        <a:pt x="69765" y="109477"/>
                        <a:pt x="67555" y="110614"/>
                        <a:pt x="66986" y="110488"/>
                      </a:cubicBezTo>
                      <a:lnTo>
                        <a:pt x="68692" y="107835"/>
                      </a:lnTo>
                      <a:lnTo>
                        <a:pt x="63955" y="110299"/>
                      </a:lnTo>
                      <a:lnTo>
                        <a:pt x="66923" y="107267"/>
                      </a:lnTo>
                      <a:lnTo>
                        <a:pt x="61934" y="109667"/>
                      </a:lnTo>
                      <a:lnTo>
                        <a:pt x="63323" y="107014"/>
                      </a:lnTo>
                      <a:lnTo>
                        <a:pt x="59660" y="109351"/>
                      </a:lnTo>
                      <a:lnTo>
                        <a:pt x="61176" y="106446"/>
                      </a:lnTo>
                      <a:cubicBezTo>
                        <a:pt x="59344" y="107962"/>
                        <a:pt x="57702" y="108972"/>
                        <a:pt x="56692" y="108972"/>
                      </a:cubicBezTo>
                      <a:cubicBezTo>
                        <a:pt x="57639" y="107709"/>
                        <a:pt x="58334" y="106762"/>
                        <a:pt x="58208" y="106067"/>
                      </a:cubicBezTo>
                      <a:cubicBezTo>
                        <a:pt x="56502" y="107456"/>
                        <a:pt x="54860" y="108404"/>
                        <a:pt x="54165" y="108404"/>
                      </a:cubicBezTo>
                      <a:lnTo>
                        <a:pt x="54860" y="106067"/>
                      </a:lnTo>
                      <a:cubicBezTo>
                        <a:pt x="53471" y="107456"/>
                        <a:pt x="51892" y="108404"/>
                        <a:pt x="50250" y="108972"/>
                      </a:cubicBezTo>
                      <a:lnTo>
                        <a:pt x="51892" y="106193"/>
                      </a:lnTo>
                      <a:cubicBezTo>
                        <a:pt x="52144" y="105751"/>
                        <a:pt x="52081" y="105183"/>
                        <a:pt x="51513" y="105625"/>
                      </a:cubicBezTo>
                      <a:lnTo>
                        <a:pt x="47786" y="108656"/>
                      </a:lnTo>
                      <a:cubicBezTo>
                        <a:pt x="48671" y="107141"/>
                        <a:pt x="49050" y="106130"/>
                        <a:pt x="48481" y="105688"/>
                      </a:cubicBezTo>
                      <a:lnTo>
                        <a:pt x="45829" y="107078"/>
                      </a:lnTo>
                      <a:lnTo>
                        <a:pt x="46081" y="105562"/>
                      </a:lnTo>
                      <a:lnTo>
                        <a:pt x="43050" y="108909"/>
                      </a:lnTo>
                      <a:cubicBezTo>
                        <a:pt x="42671" y="108783"/>
                        <a:pt x="43239" y="107962"/>
                        <a:pt x="43618" y="106383"/>
                      </a:cubicBezTo>
                      <a:lnTo>
                        <a:pt x="40397" y="108467"/>
                      </a:lnTo>
                      <a:cubicBezTo>
                        <a:pt x="42102" y="105120"/>
                        <a:pt x="44881" y="102909"/>
                        <a:pt x="48671" y="101772"/>
                      </a:cubicBezTo>
                      <a:moveTo>
                        <a:pt x="102355" y="122678"/>
                      </a:moveTo>
                      <a:lnTo>
                        <a:pt x="99829" y="127604"/>
                      </a:lnTo>
                      <a:cubicBezTo>
                        <a:pt x="99702" y="128172"/>
                        <a:pt x="100018" y="128425"/>
                        <a:pt x="100713" y="128299"/>
                      </a:cubicBezTo>
                      <a:cubicBezTo>
                        <a:pt x="102355" y="123814"/>
                        <a:pt x="103934" y="121351"/>
                        <a:pt x="105008" y="121225"/>
                      </a:cubicBezTo>
                      <a:lnTo>
                        <a:pt x="102797" y="127920"/>
                      </a:lnTo>
                      <a:cubicBezTo>
                        <a:pt x="103744" y="125835"/>
                        <a:pt x="104439" y="125014"/>
                        <a:pt x="104881" y="125456"/>
                      </a:cubicBezTo>
                      <a:lnTo>
                        <a:pt x="104376" y="127541"/>
                      </a:lnTo>
                      <a:cubicBezTo>
                        <a:pt x="105450" y="125330"/>
                        <a:pt x="106334" y="124320"/>
                        <a:pt x="106839" y="124762"/>
                      </a:cubicBezTo>
                      <a:lnTo>
                        <a:pt x="106586" y="126656"/>
                      </a:lnTo>
                      <a:cubicBezTo>
                        <a:pt x="106965" y="125835"/>
                        <a:pt x="107534" y="125267"/>
                        <a:pt x="108229" y="124888"/>
                      </a:cubicBezTo>
                      <a:lnTo>
                        <a:pt x="108923" y="126404"/>
                      </a:lnTo>
                      <a:cubicBezTo>
                        <a:pt x="109176" y="125141"/>
                        <a:pt x="109871" y="124193"/>
                        <a:pt x="110692" y="123499"/>
                      </a:cubicBezTo>
                      <a:lnTo>
                        <a:pt x="111260" y="124888"/>
                      </a:lnTo>
                      <a:cubicBezTo>
                        <a:pt x="112081" y="123372"/>
                        <a:pt x="113218" y="121920"/>
                        <a:pt x="114986" y="120593"/>
                      </a:cubicBezTo>
                      <a:lnTo>
                        <a:pt x="114102" y="123372"/>
                      </a:lnTo>
                      <a:lnTo>
                        <a:pt x="117450" y="121730"/>
                      </a:lnTo>
                      <a:cubicBezTo>
                        <a:pt x="119092" y="121162"/>
                        <a:pt x="119408" y="121604"/>
                        <a:pt x="118144" y="123120"/>
                      </a:cubicBezTo>
                      <a:lnTo>
                        <a:pt x="111323" y="126341"/>
                      </a:lnTo>
                      <a:cubicBezTo>
                        <a:pt x="105892" y="129435"/>
                        <a:pt x="100460" y="131204"/>
                        <a:pt x="94902" y="129562"/>
                      </a:cubicBezTo>
                      <a:cubicBezTo>
                        <a:pt x="93450" y="128993"/>
                        <a:pt x="93197" y="128299"/>
                        <a:pt x="93892" y="127035"/>
                      </a:cubicBezTo>
                      <a:cubicBezTo>
                        <a:pt x="94586" y="126088"/>
                        <a:pt x="95408" y="125393"/>
                        <a:pt x="96292" y="125078"/>
                      </a:cubicBezTo>
                      <a:lnTo>
                        <a:pt x="96292" y="126909"/>
                      </a:lnTo>
                      <a:lnTo>
                        <a:pt x="99955" y="122172"/>
                      </a:lnTo>
                      <a:lnTo>
                        <a:pt x="97997" y="127793"/>
                      </a:lnTo>
                      <a:cubicBezTo>
                        <a:pt x="99639" y="124572"/>
                        <a:pt x="101029" y="122804"/>
                        <a:pt x="102292" y="122867"/>
                      </a:cubicBezTo>
                      <a:moveTo>
                        <a:pt x="101786" y="119204"/>
                      </a:moveTo>
                      <a:cubicBezTo>
                        <a:pt x="102734" y="117941"/>
                        <a:pt x="103492" y="116993"/>
                        <a:pt x="103744" y="117246"/>
                      </a:cubicBezTo>
                      <a:cubicBezTo>
                        <a:pt x="103934" y="117246"/>
                        <a:pt x="103302" y="118383"/>
                        <a:pt x="102355" y="119520"/>
                      </a:cubicBezTo>
                      <a:cubicBezTo>
                        <a:pt x="101534" y="120783"/>
                        <a:pt x="100713" y="121604"/>
                        <a:pt x="100523" y="121478"/>
                      </a:cubicBezTo>
                      <a:cubicBezTo>
                        <a:pt x="100397" y="121478"/>
                        <a:pt x="100902" y="120341"/>
                        <a:pt x="101786" y="119204"/>
                      </a:cubicBezTo>
                      <a:moveTo>
                        <a:pt x="124018" y="136067"/>
                      </a:moveTo>
                      <a:cubicBezTo>
                        <a:pt x="125281" y="134930"/>
                        <a:pt x="126797" y="134109"/>
                        <a:pt x="128060" y="133541"/>
                      </a:cubicBezTo>
                      <a:cubicBezTo>
                        <a:pt x="127113" y="134488"/>
                        <a:pt x="126102" y="135625"/>
                        <a:pt x="125029" y="136572"/>
                      </a:cubicBezTo>
                      <a:lnTo>
                        <a:pt x="126039" y="137141"/>
                      </a:lnTo>
                      <a:cubicBezTo>
                        <a:pt x="127302" y="136193"/>
                        <a:pt x="128818" y="135499"/>
                        <a:pt x="130208" y="135183"/>
                      </a:cubicBezTo>
                      <a:cubicBezTo>
                        <a:pt x="129513" y="135751"/>
                        <a:pt x="128755" y="136320"/>
                        <a:pt x="128250" y="136888"/>
                      </a:cubicBezTo>
                      <a:cubicBezTo>
                        <a:pt x="129197" y="136572"/>
                        <a:pt x="130334" y="136572"/>
                        <a:pt x="131723" y="136509"/>
                      </a:cubicBezTo>
                      <a:cubicBezTo>
                        <a:pt x="129892" y="137330"/>
                        <a:pt x="128755" y="137583"/>
                        <a:pt x="127365" y="138151"/>
                      </a:cubicBezTo>
                      <a:lnTo>
                        <a:pt x="128502" y="138846"/>
                      </a:lnTo>
                      <a:cubicBezTo>
                        <a:pt x="129892" y="138025"/>
                        <a:pt x="131408" y="137583"/>
                        <a:pt x="132671" y="137583"/>
                      </a:cubicBezTo>
                      <a:cubicBezTo>
                        <a:pt x="131723" y="138151"/>
                        <a:pt x="130586" y="138846"/>
                        <a:pt x="129450" y="139414"/>
                      </a:cubicBezTo>
                      <a:lnTo>
                        <a:pt x="130397" y="139983"/>
                      </a:lnTo>
                      <a:cubicBezTo>
                        <a:pt x="131660" y="139288"/>
                        <a:pt x="133239" y="139035"/>
                        <a:pt x="134439" y="139162"/>
                      </a:cubicBezTo>
                      <a:cubicBezTo>
                        <a:pt x="133302" y="139541"/>
                        <a:pt x="132355" y="139983"/>
                        <a:pt x="131344" y="140551"/>
                      </a:cubicBezTo>
                      <a:lnTo>
                        <a:pt x="131913" y="140930"/>
                      </a:lnTo>
                      <a:cubicBezTo>
                        <a:pt x="133176" y="140362"/>
                        <a:pt x="134439" y="140109"/>
                        <a:pt x="135639" y="140109"/>
                      </a:cubicBezTo>
                      <a:cubicBezTo>
                        <a:pt x="134502" y="140551"/>
                        <a:pt x="133744" y="141056"/>
                        <a:pt x="132734" y="141499"/>
                      </a:cubicBezTo>
                      <a:lnTo>
                        <a:pt x="133555" y="141941"/>
                      </a:lnTo>
                      <a:cubicBezTo>
                        <a:pt x="134692" y="141499"/>
                        <a:pt x="135829" y="141499"/>
                        <a:pt x="136776" y="141625"/>
                      </a:cubicBezTo>
                      <a:cubicBezTo>
                        <a:pt x="135955" y="141941"/>
                        <a:pt x="135134" y="142004"/>
                        <a:pt x="134313" y="142509"/>
                      </a:cubicBezTo>
                      <a:lnTo>
                        <a:pt x="137218" y="144341"/>
                      </a:lnTo>
                      <a:lnTo>
                        <a:pt x="136650" y="144593"/>
                      </a:lnTo>
                      <a:lnTo>
                        <a:pt x="132229" y="143078"/>
                      </a:lnTo>
                      <a:cubicBezTo>
                        <a:pt x="132229" y="143078"/>
                        <a:pt x="131786" y="143204"/>
                        <a:pt x="131660" y="143393"/>
                      </a:cubicBezTo>
                      <a:cubicBezTo>
                        <a:pt x="131660" y="143204"/>
                        <a:pt x="131786" y="143078"/>
                        <a:pt x="131913" y="142951"/>
                      </a:cubicBezTo>
                      <a:lnTo>
                        <a:pt x="130839" y="142699"/>
                      </a:lnTo>
                      <a:cubicBezTo>
                        <a:pt x="130271" y="142951"/>
                        <a:pt x="129576" y="143393"/>
                        <a:pt x="128881" y="143646"/>
                      </a:cubicBezTo>
                      <a:cubicBezTo>
                        <a:pt x="129323" y="143078"/>
                        <a:pt x="129576" y="142699"/>
                        <a:pt x="130018" y="142383"/>
                      </a:cubicBezTo>
                      <a:lnTo>
                        <a:pt x="128881" y="142004"/>
                      </a:lnTo>
                      <a:cubicBezTo>
                        <a:pt x="128313" y="142256"/>
                        <a:pt x="127618" y="142699"/>
                        <a:pt x="126923" y="142951"/>
                      </a:cubicBezTo>
                      <a:cubicBezTo>
                        <a:pt x="127239" y="142572"/>
                        <a:pt x="127618" y="142004"/>
                        <a:pt x="128060" y="141562"/>
                      </a:cubicBezTo>
                      <a:lnTo>
                        <a:pt x="126923" y="141120"/>
                      </a:lnTo>
                      <a:cubicBezTo>
                        <a:pt x="126102" y="141688"/>
                        <a:pt x="125408" y="142193"/>
                        <a:pt x="124523" y="142635"/>
                      </a:cubicBezTo>
                      <a:cubicBezTo>
                        <a:pt x="124965" y="141941"/>
                        <a:pt x="125408" y="141372"/>
                        <a:pt x="125913" y="140804"/>
                      </a:cubicBezTo>
                      <a:lnTo>
                        <a:pt x="124397" y="140235"/>
                      </a:lnTo>
                      <a:cubicBezTo>
                        <a:pt x="123702" y="140930"/>
                        <a:pt x="123008" y="141499"/>
                        <a:pt x="122313" y="142004"/>
                      </a:cubicBezTo>
                      <a:cubicBezTo>
                        <a:pt x="122439" y="141309"/>
                        <a:pt x="122881" y="140551"/>
                        <a:pt x="123386" y="139920"/>
                      </a:cubicBezTo>
                      <a:lnTo>
                        <a:pt x="121997" y="139351"/>
                      </a:lnTo>
                      <a:cubicBezTo>
                        <a:pt x="121302" y="140046"/>
                        <a:pt x="120481" y="140741"/>
                        <a:pt x="119660" y="141435"/>
                      </a:cubicBezTo>
                      <a:cubicBezTo>
                        <a:pt x="120039" y="140614"/>
                        <a:pt x="120481" y="139730"/>
                        <a:pt x="121050" y="139035"/>
                      </a:cubicBezTo>
                      <a:lnTo>
                        <a:pt x="118839" y="138214"/>
                      </a:lnTo>
                      <a:cubicBezTo>
                        <a:pt x="118144" y="139035"/>
                        <a:pt x="117134" y="139856"/>
                        <a:pt x="116186" y="140614"/>
                      </a:cubicBezTo>
                      <a:cubicBezTo>
                        <a:pt x="116629" y="139667"/>
                        <a:pt x="117008" y="138656"/>
                        <a:pt x="117576" y="137835"/>
                      </a:cubicBezTo>
                      <a:lnTo>
                        <a:pt x="117323" y="137709"/>
                      </a:lnTo>
                      <a:cubicBezTo>
                        <a:pt x="117576" y="136067"/>
                        <a:pt x="118839" y="134741"/>
                        <a:pt x="120544" y="133983"/>
                      </a:cubicBezTo>
                      <a:lnTo>
                        <a:pt x="120860" y="134109"/>
                      </a:lnTo>
                      <a:cubicBezTo>
                        <a:pt x="121429" y="133604"/>
                        <a:pt x="122123" y="133162"/>
                        <a:pt x="122944" y="132720"/>
                      </a:cubicBezTo>
                      <a:cubicBezTo>
                        <a:pt x="122502" y="133414"/>
                        <a:pt x="122250" y="134109"/>
                        <a:pt x="121871" y="134678"/>
                      </a:cubicBezTo>
                      <a:lnTo>
                        <a:pt x="122250" y="134993"/>
                      </a:lnTo>
                      <a:cubicBezTo>
                        <a:pt x="123260" y="133983"/>
                        <a:pt x="124460" y="133162"/>
                        <a:pt x="125850" y="132720"/>
                      </a:cubicBezTo>
                      <a:cubicBezTo>
                        <a:pt x="124965" y="133856"/>
                        <a:pt x="124144" y="134678"/>
                        <a:pt x="123197" y="135499"/>
                      </a:cubicBezTo>
                      <a:lnTo>
                        <a:pt x="124018" y="136067"/>
                      </a:lnTo>
                      <a:close/>
                      <a:moveTo>
                        <a:pt x="145050" y="168593"/>
                      </a:moveTo>
                      <a:cubicBezTo>
                        <a:pt x="145492" y="168593"/>
                        <a:pt x="145744" y="168846"/>
                        <a:pt x="145744" y="169288"/>
                      </a:cubicBezTo>
                      <a:cubicBezTo>
                        <a:pt x="145744" y="169730"/>
                        <a:pt x="145492" y="169983"/>
                        <a:pt x="145050" y="169983"/>
                      </a:cubicBezTo>
                      <a:cubicBezTo>
                        <a:pt x="144797" y="169983"/>
                        <a:pt x="144544" y="169667"/>
                        <a:pt x="144544" y="169288"/>
                      </a:cubicBezTo>
                      <a:cubicBezTo>
                        <a:pt x="144544" y="168909"/>
                        <a:pt x="144797" y="168593"/>
                        <a:pt x="145050" y="168593"/>
                      </a:cubicBezTo>
                      <a:moveTo>
                        <a:pt x="144481" y="167078"/>
                      </a:moveTo>
                      <a:lnTo>
                        <a:pt x="144608" y="164993"/>
                      </a:lnTo>
                      <a:cubicBezTo>
                        <a:pt x="144734" y="163604"/>
                        <a:pt x="145871" y="164678"/>
                        <a:pt x="145871" y="165562"/>
                      </a:cubicBezTo>
                      <a:lnTo>
                        <a:pt x="145492" y="167772"/>
                      </a:lnTo>
                      <a:cubicBezTo>
                        <a:pt x="145050" y="168214"/>
                        <a:pt x="144923" y="167899"/>
                        <a:pt x="144544" y="167078"/>
                      </a:cubicBezTo>
                      <a:moveTo>
                        <a:pt x="146565" y="170867"/>
                      </a:moveTo>
                      <a:cubicBezTo>
                        <a:pt x="147702" y="170425"/>
                        <a:pt x="148081" y="169730"/>
                        <a:pt x="147765" y="168783"/>
                      </a:cubicBezTo>
                      <a:lnTo>
                        <a:pt x="147197" y="159625"/>
                      </a:lnTo>
                      <a:cubicBezTo>
                        <a:pt x="146818" y="157856"/>
                        <a:pt x="148081" y="158488"/>
                        <a:pt x="148460" y="159499"/>
                      </a:cubicBezTo>
                      <a:cubicBezTo>
                        <a:pt x="149471" y="159499"/>
                        <a:pt x="149597" y="160193"/>
                        <a:pt x="148713" y="161141"/>
                      </a:cubicBezTo>
                      <a:cubicBezTo>
                        <a:pt x="151113" y="161456"/>
                        <a:pt x="151744" y="162151"/>
                        <a:pt x="150544" y="163099"/>
                      </a:cubicBezTo>
                      <a:lnTo>
                        <a:pt x="148586" y="163541"/>
                      </a:lnTo>
                      <a:lnTo>
                        <a:pt x="151113" y="163793"/>
                      </a:lnTo>
                      <a:cubicBezTo>
                        <a:pt x="152186" y="164172"/>
                        <a:pt x="151934" y="165056"/>
                        <a:pt x="151239" y="165183"/>
                      </a:cubicBezTo>
                      <a:lnTo>
                        <a:pt x="148839" y="165562"/>
                      </a:lnTo>
                      <a:lnTo>
                        <a:pt x="151808" y="165941"/>
                      </a:lnTo>
                      <a:cubicBezTo>
                        <a:pt x="153197" y="165941"/>
                        <a:pt x="153197" y="166320"/>
                        <a:pt x="151492" y="167204"/>
                      </a:cubicBezTo>
                      <a:lnTo>
                        <a:pt x="150229" y="168025"/>
                      </a:lnTo>
                      <a:lnTo>
                        <a:pt x="152313" y="168278"/>
                      </a:lnTo>
                      <a:cubicBezTo>
                        <a:pt x="153323" y="168151"/>
                        <a:pt x="153576" y="168530"/>
                        <a:pt x="153134" y="169667"/>
                      </a:cubicBezTo>
                      <a:cubicBezTo>
                        <a:pt x="153829" y="173014"/>
                        <a:pt x="153134" y="175099"/>
                        <a:pt x="150355" y="175099"/>
                      </a:cubicBezTo>
                      <a:lnTo>
                        <a:pt x="141008" y="177183"/>
                      </a:lnTo>
                      <a:cubicBezTo>
                        <a:pt x="140439" y="176804"/>
                        <a:pt x="140186" y="176804"/>
                        <a:pt x="140439" y="176614"/>
                      </a:cubicBezTo>
                      <a:cubicBezTo>
                        <a:pt x="140439" y="176488"/>
                        <a:pt x="140250" y="176362"/>
                        <a:pt x="140250" y="176362"/>
                      </a:cubicBezTo>
                      <a:cubicBezTo>
                        <a:pt x="140250" y="176109"/>
                        <a:pt x="140565" y="175793"/>
                        <a:pt x="140818" y="175793"/>
                      </a:cubicBezTo>
                      <a:cubicBezTo>
                        <a:pt x="140944" y="175793"/>
                        <a:pt x="141260" y="175920"/>
                        <a:pt x="141260" y="176172"/>
                      </a:cubicBezTo>
                      <a:cubicBezTo>
                        <a:pt x="141829" y="176046"/>
                        <a:pt x="142208" y="176046"/>
                        <a:pt x="142650" y="175920"/>
                      </a:cubicBezTo>
                      <a:lnTo>
                        <a:pt x="142650" y="173141"/>
                      </a:lnTo>
                      <a:lnTo>
                        <a:pt x="141386" y="173393"/>
                      </a:lnTo>
                      <a:lnTo>
                        <a:pt x="141386" y="173835"/>
                      </a:lnTo>
                      <a:cubicBezTo>
                        <a:pt x="141386" y="174341"/>
                        <a:pt x="141134" y="174783"/>
                        <a:pt x="140818" y="174783"/>
                      </a:cubicBezTo>
                      <a:cubicBezTo>
                        <a:pt x="140565" y="174783"/>
                        <a:pt x="140250" y="174341"/>
                        <a:pt x="140250" y="173835"/>
                      </a:cubicBezTo>
                      <a:lnTo>
                        <a:pt x="140250" y="173646"/>
                      </a:lnTo>
                      <a:lnTo>
                        <a:pt x="139681" y="173835"/>
                      </a:lnTo>
                      <a:cubicBezTo>
                        <a:pt x="138418" y="173393"/>
                        <a:pt x="138418" y="172825"/>
                        <a:pt x="139555" y="172130"/>
                      </a:cubicBezTo>
                      <a:lnTo>
                        <a:pt x="146376" y="170741"/>
                      </a:lnTo>
                      <a:close/>
                      <a:moveTo>
                        <a:pt x="156734" y="176425"/>
                      </a:moveTo>
                      <a:cubicBezTo>
                        <a:pt x="156860" y="174909"/>
                        <a:pt x="158565" y="175288"/>
                        <a:pt x="157808" y="176804"/>
                      </a:cubicBezTo>
                      <a:lnTo>
                        <a:pt x="156986" y="178762"/>
                      </a:lnTo>
                      <a:lnTo>
                        <a:pt x="156544" y="178762"/>
                      </a:lnTo>
                      <a:lnTo>
                        <a:pt x="156671" y="176425"/>
                      </a:lnTo>
                      <a:close/>
                      <a:moveTo>
                        <a:pt x="156860" y="171499"/>
                      </a:moveTo>
                      <a:cubicBezTo>
                        <a:pt x="157302" y="171499"/>
                        <a:pt x="157555" y="172067"/>
                        <a:pt x="157681" y="172762"/>
                      </a:cubicBezTo>
                      <a:cubicBezTo>
                        <a:pt x="157808" y="173456"/>
                        <a:pt x="157808" y="174151"/>
                        <a:pt x="157429" y="174151"/>
                      </a:cubicBezTo>
                      <a:cubicBezTo>
                        <a:pt x="157302" y="174278"/>
                        <a:pt x="156860" y="173709"/>
                        <a:pt x="156734" y="173014"/>
                      </a:cubicBezTo>
                      <a:cubicBezTo>
                        <a:pt x="156608" y="172320"/>
                        <a:pt x="156734" y="171625"/>
                        <a:pt x="156860" y="171435"/>
                      </a:cubicBezTo>
                      <a:moveTo>
                        <a:pt x="156986" y="180025"/>
                      </a:moveTo>
                      <a:cubicBezTo>
                        <a:pt x="156986" y="180025"/>
                        <a:pt x="157365" y="180151"/>
                        <a:pt x="157365" y="180593"/>
                      </a:cubicBezTo>
                      <a:cubicBezTo>
                        <a:pt x="157365" y="180846"/>
                        <a:pt x="157239" y="181162"/>
                        <a:pt x="156986" y="181162"/>
                      </a:cubicBezTo>
                      <a:cubicBezTo>
                        <a:pt x="156734" y="181162"/>
                        <a:pt x="156418" y="180909"/>
                        <a:pt x="156418" y="180593"/>
                      </a:cubicBezTo>
                      <a:cubicBezTo>
                        <a:pt x="156418" y="180151"/>
                        <a:pt x="156671" y="180025"/>
                        <a:pt x="156986" y="180025"/>
                      </a:cubicBezTo>
                      <a:moveTo>
                        <a:pt x="156608" y="183056"/>
                      </a:moveTo>
                      <a:cubicBezTo>
                        <a:pt x="156608" y="183625"/>
                        <a:pt x="156481" y="184004"/>
                        <a:pt x="156292" y="184004"/>
                      </a:cubicBezTo>
                      <a:cubicBezTo>
                        <a:pt x="156165" y="184004"/>
                        <a:pt x="156039" y="183625"/>
                        <a:pt x="156039" y="183056"/>
                      </a:cubicBezTo>
                      <a:cubicBezTo>
                        <a:pt x="156039" y="182551"/>
                        <a:pt x="156165" y="182109"/>
                        <a:pt x="156292" y="182109"/>
                      </a:cubicBezTo>
                      <a:cubicBezTo>
                        <a:pt x="156418" y="182109"/>
                        <a:pt x="156608" y="182551"/>
                        <a:pt x="156608" y="183056"/>
                      </a:cubicBezTo>
                      <a:moveTo>
                        <a:pt x="156039" y="170867"/>
                      </a:moveTo>
                      <a:cubicBezTo>
                        <a:pt x="155913" y="172256"/>
                        <a:pt x="154776" y="173267"/>
                        <a:pt x="154776" y="172256"/>
                      </a:cubicBezTo>
                      <a:cubicBezTo>
                        <a:pt x="154650" y="170993"/>
                        <a:pt x="154776" y="169604"/>
                        <a:pt x="153829" y="167962"/>
                      </a:cubicBezTo>
                      <a:cubicBezTo>
                        <a:pt x="153260" y="167267"/>
                        <a:pt x="154208" y="166951"/>
                        <a:pt x="154776" y="167583"/>
                      </a:cubicBezTo>
                      <a:cubicBezTo>
                        <a:pt x="156039" y="168783"/>
                        <a:pt x="156165" y="169920"/>
                        <a:pt x="156039" y="170930"/>
                      </a:cubicBezTo>
                      <a:moveTo>
                        <a:pt x="153955" y="175035"/>
                      </a:moveTo>
                      <a:cubicBezTo>
                        <a:pt x="155344" y="174025"/>
                        <a:pt x="155913" y="174341"/>
                        <a:pt x="155786" y="175856"/>
                      </a:cubicBezTo>
                      <a:cubicBezTo>
                        <a:pt x="155408" y="180151"/>
                        <a:pt x="154776" y="183751"/>
                        <a:pt x="153576" y="184888"/>
                      </a:cubicBezTo>
                      <a:lnTo>
                        <a:pt x="153576" y="177372"/>
                      </a:lnTo>
                      <a:lnTo>
                        <a:pt x="153008" y="177499"/>
                      </a:lnTo>
                      <a:cubicBezTo>
                        <a:pt x="152565" y="181225"/>
                        <a:pt x="151997" y="184004"/>
                        <a:pt x="151050" y="185141"/>
                      </a:cubicBezTo>
                      <a:lnTo>
                        <a:pt x="151302" y="178193"/>
                      </a:lnTo>
                      <a:lnTo>
                        <a:pt x="150608" y="178193"/>
                      </a:lnTo>
                      <a:lnTo>
                        <a:pt x="149092" y="185014"/>
                      </a:lnTo>
                      <a:lnTo>
                        <a:pt x="149471" y="179014"/>
                      </a:lnTo>
                      <a:cubicBezTo>
                        <a:pt x="149471" y="178193"/>
                        <a:pt x="149155" y="178067"/>
                        <a:pt x="148776" y="178446"/>
                      </a:cubicBezTo>
                      <a:cubicBezTo>
                        <a:pt x="147765" y="185393"/>
                        <a:pt x="146565" y="188362"/>
                        <a:pt x="145176" y="189309"/>
                      </a:cubicBezTo>
                      <a:cubicBezTo>
                        <a:pt x="146565" y="184825"/>
                        <a:pt x="146565" y="181793"/>
                        <a:pt x="146313" y="179141"/>
                      </a:cubicBezTo>
                      <a:lnTo>
                        <a:pt x="145871" y="178888"/>
                      </a:lnTo>
                      <a:cubicBezTo>
                        <a:pt x="145492" y="182551"/>
                        <a:pt x="144923" y="185962"/>
                        <a:pt x="143660" y="188614"/>
                      </a:cubicBezTo>
                      <a:cubicBezTo>
                        <a:pt x="142271" y="186530"/>
                        <a:pt x="144923" y="182930"/>
                        <a:pt x="144355" y="179456"/>
                      </a:cubicBezTo>
                      <a:lnTo>
                        <a:pt x="144102" y="179456"/>
                      </a:lnTo>
                      <a:lnTo>
                        <a:pt x="141576" y="188046"/>
                      </a:lnTo>
                      <a:cubicBezTo>
                        <a:pt x="140755" y="188046"/>
                        <a:pt x="141008" y="186972"/>
                        <a:pt x="141829" y="184699"/>
                      </a:cubicBezTo>
                      <a:lnTo>
                        <a:pt x="142081" y="179835"/>
                      </a:lnTo>
                      <a:lnTo>
                        <a:pt x="141702" y="180088"/>
                      </a:lnTo>
                      <a:cubicBezTo>
                        <a:pt x="141008" y="182741"/>
                        <a:pt x="140313" y="184699"/>
                        <a:pt x="139302" y="186404"/>
                      </a:cubicBezTo>
                      <a:lnTo>
                        <a:pt x="139744" y="180025"/>
                      </a:lnTo>
                      <a:lnTo>
                        <a:pt x="137913" y="184635"/>
                      </a:lnTo>
                      <a:lnTo>
                        <a:pt x="138039" y="180846"/>
                      </a:lnTo>
                      <a:lnTo>
                        <a:pt x="136081" y="181730"/>
                      </a:lnTo>
                      <a:cubicBezTo>
                        <a:pt x="136902" y="180151"/>
                        <a:pt x="138165" y="179078"/>
                        <a:pt x="139934" y="178383"/>
                      </a:cubicBezTo>
                      <a:cubicBezTo>
                        <a:pt x="144671" y="177688"/>
                        <a:pt x="149408" y="176741"/>
                        <a:pt x="153829" y="175099"/>
                      </a:cubicBezTo>
                      <a:moveTo>
                        <a:pt x="141576" y="199478"/>
                      </a:moveTo>
                      <a:cubicBezTo>
                        <a:pt x="143534" y="199856"/>
                        <a:pt x="142839" y="200867"/>
                        <a:pt x="141323" y="200867"/>
                      </a:cubicBezTo>
                      <a:cubicBezTo>
                        <a:pt x="139239" y="200867"/>
                        <a:pt x="137029" y="200741"/>
                        <a:pt x="134944" y="199604"/>
                      </a:cubicBezTo>
                      <a:cubicBezTo>
                        <a:pt x="132860" y="198593"/>
                        <a:pt x="130902" y="197393"/>
                        <a:pt x="129134" y="195814"/>
                      </a:cubicBezTo>
                      <a:cubicBezTo>
                        <a:pt x="128439" y="195246"/>
                        <a:pt x="128944" y="194425"/>
                        <a:pt x="130081" y="194993"/>
                      </a:cubicBezTo>
                      <a:cubicBezTo>
                        <a:pt x="134439" y="197330"/>
                        <a:pt x="138039" y="198467"/>
                        <a:pt x="141639" y="199414"/>
                      </a:cubicBezTo>
                      <a:moveTo>
                        <a:pt x="131534" y="192846"/>
                      </a:moveTo>
                      <a:lnTo>
                        <a:pt x="136523" y="192404"/>
                      </a:lnTo>
                      <a:cubicBezTo>
                        <a:pt x="137534" y="192404"/>
                        <a:pt x="138355" y="192972"/>
                        <a:pt x="139176" y="194046"/>
                      </a:cubicBezTo>
                      <a:lnTo>
                        <a:pt x="141576" y="196699"/>
                      </a:lnTo>
                      <a:cubicBezTo>
                        <a:pt x="142586" y="197962"/>
                        <a:pt x="141702" y="198909"/>
                        <a:pt x="140755" y="198656"/>
                      </a:cubicBezTo>
                      <a:cubicBezTo>
                        <a:pt x="137408" y="197646"/>
                        <a:pt x="134186" y="196446"/>
                        <a:pt x="131155" y="194930"/>
                      </a:cubicBezTo>
                      <a:cubicBezTo>
                        <a:pt x="130460" y="194046"/>
                        <a:pt x="130586" y="193414"/>
                        <a:pt x="131534" y="192846"/>
                      </a:cubicBezTo>
                      <a:moveTo>
                        <a:pt x="140186" y="148320"/>
                      </a:moveTo>
                      <a:lnTo>
                        <a:pt x="131660" y="157225"/>
                      </a:lnTo>
                      <a:cubicBezTo>
                        <a:pt x="132608" y="156278"/>
                        <a:pt x="133618" y="155835"/>
                        <a:pt x="134439" y="155014"/>
                      </a:cubicBezTo>
                      <a:cubicBezTo>
                        <a:pt x="138039" y="151793"/>
                        <a:pt x="140376" y="149456"/>
                        <a:pt x="139744" y="151225"/>
                      </a:cubicBezTo>
                      <a:cubicBezTo>
                        <a:pt x="138671" y="153562"/>
                        <a:pt x="136965" y="155520"/>
                        <a:pt x="134313" y="157099"/>
                      </a:cubicBezTo>
                      <a:lnTo>
                        <a:pt x="130839" y="160825"/>
                      </a:lnTo>
                      <a:lnTo>
                        <a:pt x="130586" y="161646"/>
                      </a:lnTo>
                      <a:cubicBezTo>
                        <a:pt x="134313" y="157793"/>
                        <a:pt x="136271" y="156656"/>
                        <a:pt x="136713" y="157667"/>
                      </a:cubicBezTo>
                      <a:lnTo>
                        <a:pt x="130018" y="165562"/>
                      </a:lnTo>
                      <a:lnTo>
                        <a:pt x="137344" y="159878"/>
                      </a:lnTo>
                      <a:cubicBezTo>
                        <a:pt x="135134" y="163351"/>
                        <a:pt x="132229" y="166383"/>
                        <a:pt x="128313" y="169035"/>
                      </a:cubicBezTo>
                      <a:lnTo>
                        <a:pt x="128313" y="169730"/>
                      </a:lnTo>
                      <a:cubicBezTo>
                        <a:pt x="132355" y="166383"/>
                        <a:pt x="135386" y="164299"/>
                        <a:pt x="135702" y="165309"/>
                      </a:cubicBezTo>
                      <a:cubicBezTo>
                        <a:pt x="135008" y="166951"/>
                        <a:pt x="132544" y="169478"/>
                        <a:pt x="129450" y="172256"/>
                      </a:cubicBezTo>
                      <a:lnTo>
                        <a:pt x="133239" y="170425"/>
                      </a:lnTo>
                      <a:cubicBezTo>
                        <a:pt x="133492" y="171941"/>
                        <a:pt x="132671" y="173078"/>
                        <a:pt x="130965" y="173899"/>
                      </a:cubicBezTo>
                      <a:cubicBezTo>
                        <a:pt x="128881" y="174404"/>
                        <a:pt x="127744" y="175288"/>
                        <a:pt x="127744" y="176109"/>
                      </a:cubicBezTo>
                      <a:lnTo>
                        <a:pt x="130208" y="175099"/>
                      </a:lnTo>
                      <a:cubicBezTo>
                        <a:pt x="130334" y="175983"/>
                        <a:pt x="128944" y="177309"/>
                        <a:pt x="126860" y="179014"/>
                      </a:cubicBezTo>
                      <a:lnTo>
                        <a:pt x="129765" y="178193"/>
                      </a:lnTo>
                      <a:cubicBezTo>
                        <a:pt x="129892" y="178888"/>
                        <a:pt x="128755" y="180278"/>
                        <a:pt x="125976" y="182172"/>
                      </a:cubicBezTo>
                      <a:lnTo>
                        <a:pt x="128629" y="181667"/>
                      </a:lnTo>
                      <a:cubicBezTo>
                        <a:pt x="128755" y="182362"/>
                        <a:pt x="128250" y="182993"/>
                        <a:pt x="127113" y="184004"/>
                      </a:cubicBezTo>
                      <a:lnTo>
                        <a:pt x="130839" y="182804"/>
                      </a:lnTo>
                      <a:cubicBezTo>
                        <a:pt x="130713" y="183625"/>
                        <a:pt x="130271" y="184320"/>
                        <a:pt x="129008" y="184762"/>
                      </a:cubicBezTo>
                      <a:lnTo>
                        <a:pt x="129260" y="185456"/>
                      </a:lnTo>
                      <a:cubicBezTo>
                        <a:pt x="131471" y="184193"/>
                        <a:pt x="131597" y="185204"/>
                        <a:pt x="130776" y="185583"/>
                      </a:cubicBezTo>
                      <a:cubicBezTo>
                        <a:pt x="131344" y="185835"/>
                        <a:pt x="132860" y="185330"/>
                        <a:pt x="131597" y="187414"/>
                      </a:cubicBezTo>
                      <a:cubicBezTo>
                        <a:pt x="133113" y="186720"/>
                        <a:pt x="134123" y="187288"/>
                        <a:pt x="133871" y="188362"/>
                      </a:cubicBezTo>
                      <a:cubicBezTo>
                        <a:pt x="136776" y="188741"/>
                        <a:pt x="136650" y="191709"/>
                        <a:pt x="133997" y="191393"/>
                      </a:cubicBezTo>
                      <a:cubicBezTo>
                        <a:pt x="132608" y="191520"/>
                        <a:pt x="131218" y="191646"/>
                        <a:pt x="129829" y="192088"/>
                      </a:cubicBezTo>
                      <a:cubicBezTo>
                        <a:pt x="128186" y="192783"/>
                        <a:pt x="127302" y="192656"/>
                        <a:pt x="126923" y="190699"/>
                      </a:cubicBezTo>
                      <a:cubicBezTo>
                        <a:pt x="125913" y="187099"/>
                        <a:pt x="124650" y="185014"/>
                        <a:pt x="123134" y="184130"/>
                      </a:cubicBezTo>
                      <a:cubicBezTo>
                        <a:pt x="118144" y="182046"/>
                        <a:pt x="124144" y="179583"/>
                        <a:pt x="124650" y="177309"/>
                      </a:cubicBezTo>
                      <a:cubicBezTo>
                        <a:pt x="124902" y="175099"/>
                        <a:pt x="125913" y="173962"/>
                        <a:pt x="127302" y="173393"/>
                      </a:cubicBezTo>
                      <a:cubicBezTo>
                        <a:pt x="125660" y="173520"/>
                        <a:pt x="125660" y="172256"/>
                        <a:pt x="127429" y="169793"/>
                      </a:cubicBezTo>
                      <a:cubicBezTo>
                        <a:pt x="126608" y="169667"/>
                        <a:pt x="126165" y="169225"/>
                        <a:pt x="128818" y="166067"/>
                      </a:cubicBezTo>
                      <a:cubicBezTo>
                        <a:pt x="126734" y="166762"/>
                        <a:pt x="126292" y="166193"/>
                        <a:pt x="129323" y="162278"/>
                      </a:cubicBezTo>
                      <a:cubicBezTo>
                        <a:pt x="126671" y="163793"/>
                        <a:pt x="126671" y="162846"/>
                        <a:pt x="129513" y="159372"/>
                      </a:cubicBezTo>
                      <a:cubicBezTo>
                        <a:pt x="128250" y="158993"/>
                        <a:pt x="128376" y="157983"/>
                        <a:pt x="129955" y="156593"/>
                      </a:cubicBezTo>
                      <a:cubicBezTo>
                        <a:pt x="127681" y="156720"/>
                        <a:pt x="128123" y="155772"/>
                        <a:pt x="129260" y="154951"/>
                      </a:cubicBezTo>
                      <a:cubicBezTo>
                        <a:pt x="133871" y="152741"/>
                        <a:pt x="139302" y="146299"/>
                        <a:pt x="140123" y="147183"/>
                      </a:cubicBezTo>
                      <a:lnTo>
                        <a:pt x="139997" y="148320"/>
                      </a:lnTo>
                      <a:close/>
                      <a:moveTo>
                        <a:pt x="102734" y="147625"/>
                      </a:moveTo>
                      <a:lnTo>
                        <a:pt x="102481" y="148193"/>
                      </a:lnTo>
                      <a:lnTo>
                        <a:pt x="99576" y="148888"/>
                      </a:lnTo>
                      <a:lnTo>
                        <a:pt x="100839" y="149835"/>
                      </a:lnTo>
                      <a:lnTo>
                        <a:pt x="99829" y="150656"/>
                      </a:lnTo>
                      <a:lnTo>
                        <a:pt x="101786" y="150404"/>
                      </a:lnTo>
                      <a:lnTo>
                        <a:pt x="101660" y="151225"/>
                      </a:lnTo>
                      <a:lnTo>
                        <a:pt x="99576" y="152046"/>
                      </a:lnTo>
                      <a:cubicBezTo>
                        <a:pt x="101092" y="152172"/>
                        <a:pt x="101786" y="152614"/>
                        <a:pt x="101344" y="153056"/>
                      </a:cubicBezTo>
                      <a:lnTo>
                        <a:pt x="99576" y="154193"/>
                      </a:lnTo>
                      <a:lnTo>
                        <a:pt x="101092" y="154762"/>
                      </a:lnTo>
                      <a:lnTo>
                        <a:pt x="99134" y="155583"/>
                      </a:lnTo>
                      <a:lnTo>
                        <a:pt x="100776" y="156720"/>
                      </a:lnTo>
                      <a:lnTo>
                        <a:pt x="98692" y="157414"/>
                      </a:lnTo>
                      <a:cubicBezTo>
                        <a:pt x="100081" y="157856"/>
                        <a:pt x="100650" y="158551"/>
                        <a:pt x="100776" y="158993"/>
                      </a:cubicBezTo>
                      <a:lnTo>
                        <a:pt x="98502" y="159941"/>
                      </a:lnTo>
                      <a:cubicBezTo>
                        <a:pt x="99765" y="160446"/>
                        <a:pt x="100081" y="160762"/>
                        <a:pt x="100081" y="161456"/>
                      </a:cubicBezTo>
                      <a:lnTo>
                        <a:pt x="97997" y="162341"/>
                      </a:lnTo>
                      <a:lnTo>
                        <a:pt x="99639" y="163604"/>
                      </a:lnTo>
                      <a:lnTo>
                        <a:pt x="97997" y="164109"/>
                      </a:lnTo>
                      <a:cubicBezTo>
                        <a:pt x="99323" y="164678"/>
                        <a:pt x="99513" y="165372"/>
                        <a:pt x="99639" y="165941"/>
                      </a:cubicBezTo>
                      <a:lnTo>
                        <a:pt x="97681" y="166509"/>
                      </a:lnTo>
                      <a:cubicBezTo>
                        <a:pt x="99197" y="167078"/>
                        <a:pt x="99955" y="167520"/>
                        <a:pt x="99639" y="168088"/>
                      </a:cubicBezTo>
                      <a:lnTo>
                        <a:pt x="97302" y="169225"/>
                      </a:lnTo>
                      <a:lnTo>
                        <a:pt x="99513" y="169478"/>
                      </a:lnTo>
                      <a:lnTo>
                        <a:pt x="99513" y="170046"/>
                      </a:lnTo>
                      <a:lnTo>
                        <a:pt x="97302" y="170741"/>
                      </a:lnTo>
                      <a:cubicBezTo>
                        <a:pt x="98944" y="171435"/>
                        <a:pt x="99513" y="172004"/>
                        <a:pt x="99513" y="172572"/>
                      </a:cubicBezTo>
                      <a:lnTo>
                        <a:pt x="97429" y="173772"/>
                      </a:lnTo>
                      <a:lnTo>
                        <a:pt x="99639" y="174214"/>
                      </a:lnTo>
                      <a:lnTo>
                        <a:pt x="97555" y="175730"/>
                      </a:lnTo>
                      <a:cubicBezTo>
                        <a:pt x="98818" y="175541"/>
                        <a:pt x="99513" y="175856"/>
                        <a:pt x="99513" y="176551"/>
                      </a:cubicBezTo>
                      <a:lnTo>
                        <a:pt x="97555" y="177499"/>
                      </a:lnTo>
                      <a:cubicBezTo>
                        <a:pt x="99071" y="177814"/>
                        <a:pt x="100776" y="178067"/>
                        <a:pt x="102292" y="178446"/>
                      </a:cubicBezTo>
                      <a:lnTo>
                        <a:pt x="102860" y="179141"/>
                      </a:lnTo>
                      <a:lnTo>
                        <a:pt x="103239" y="178446"/>
                      </a:lnTo>
                      <a:cubicBezTo>
                        <a:pt x="104250" y="178067"/>
                        <a:pt x="105197" y="178067"/>
                        <a:pt x="106208" y="178446"/>
                      </a:cubicBezTo>
                      <a:lnTo>
                        <a:pt x="107155" y="179835"/>
                      </a:lnTo>
                      <a:lnTo>
                        <a:pt x="107850" y="178193"/>
                      </a:lnTo>
                      <a:lnTo>
                        <a:pt x="108860" y="180025"/>
                      </a:lnTo>
                      <a:lnTo>
                        <a:pt x="109681" y="177814"/>
                      </a:lnTo>
                      <a:lnTo>
                        <a:pt x="110818" y="180846"/>
                      </a:lnTo>
                      <a:lnTo>
                        <a:pt x="111639" y="177688"/>
                      </a:lnTo>
                      <a:lnTo>
                        <a:pt x="112586" y="180341"/>
                      </a:lnTo>
                      <a:lnTo>
                        <a:pt x="113471" y="177372"/>
                      </a:lnTo>
                      <a:lnTo>
                        <a:pt x="114165" y="179772"/>
                      </a:lnTo>
                      <a:lnTo>
                        <a:pt x="114860" y="176930"/>
                      </a:lnTo>
                      <a:lnTo>
                        <a:pt x="116123" y="179583"/>
                      </a:lnTo>
                      <a:lnTo>
                        <a:pt x="117071" y="176235"/>
                      </a:lnTo>
                      <a:lnTo>
                        <a:pt x="118334" y="179014"/>
                      </a:lnTo>
                      <a:lnTo>
                        <a:pt x="119155" y="176804"/>
                      </a:lnTo>
                      <a:lnTo>
                        <a:pt x="120292" y="178762"/>
                      </a:lnTo>
                      <a:lnTo>
                        <a:pt x="120986" y="176425"/>
                      </a:lnTo>
                      <a:lnTo>
                        <a:pt x="121871" y="178130"/>
                      </a:lnTo>
                      <a:cubicBezTo>
                        <a:pt x="122565" y="179456"/>
                        <a:pt x="120986" y="180783"/>
                        <a:pt x="119471" y="181035"/>
                      </a:cubicBezTo>
                      <a:lnTo>
                        <a:pt x="98755" y="184383"/>
                      </a:lnTo>
                      <a:cubicBezTo>
                        <a:pt x="97492" y="184509"/>
                        <a:pt x="96229" y="183562"/>
                        <a:pt x="95723" y="180783"/>
                      </a:cubicBezTo>
                      <a:cubicBezTo>
                        <a:pt x="94776" y="175604"/>
                        <a:pt x="95155" y="170614"/>
                        <a:pt x="95850" y="165625"/>
                      </a:cubicBezTo>
                      <a:cubicBezTo>
                        <a:pt x="97113" y="154383"/>
                        <a:pt x="98944" y="148762"/>
                        <a:pt x="100713" y="145162"/>
                      </a:cubicBezTo>
                      <a:cubicBezTo>
                        <a:pt x="101534" y="145162"/>
                        <a:pt x="102102" y="145478"/>
                        <a:pt x="102355" y="146299"/>
                      </a:cubicBezTo>
                      <a:lnTo>
                        <a:pt x="100713" y="147309"/>
                      </a:lnTo>
                      <a:lnTo>
                        <a:pt x="102797" y="147878"/>
                      </a:lnTo>
                      <a:close/>
                      <a:moveTo>
                        <a:pt x="106523" y="145920"/>
                      </a:moveTo>
                      <a:lnTo>
                        <a:pt x="106902" y="146867"/>
                      </a:lnTo>
                      <a:cubicBezTo>
                        <a:pt x="103997" y="157478"/>
                        <a:pt x="103681" y="166888"/>
                        <a:pt x="105639" y="175414"/>
                      </a:cubicBezTo>
                      <a:cubicBezTo>
                        <a:pt x="104376" y="160951"/>
                        <a:pt x="105513" y="152614"/>
                        <a:pt x="108039" y="148193"/>
                      </a:cubicBezTo>
                      <a:lnTo>
                        <a:pt x="108039" y="149583"/>
                      </a:lnTo>
                      <a:cubicBezTo>
                        <a:pt x="106081" y="159751"/>
                        <a:pt x="105955" y="167962"/>
                        <a:pt x="107786" y="174593"/>
                      </a:cubicBezTo>
                      <a:lnTo>
                        <a:pt x="108355" y="174214"/>
                      </a:lnTo>
                      <a:cubicBezTo>
                        <a:pt x="107092" y="163604"/>
                        <a:pt x="107786" y="155393"/>
                        <a:pt x="109429" y="147246"/>
                      </a:cubicBezTo>
                      <a:lnTo>
                        <a:pt x="110439" y="147372"/>
                      </a:lnTo>
                      <a:cubicBezTo>
                        <a:pt x="108481" y="158046"/>
                        <a:pt x="108481" y="166383"/>
                        <a:pt x="109871" y="174088"/>
                      </a:cubicBezTo>
                      <a:lnTo>
                        <a:pt x="110439" y="173520"/>
                      </a:lnTo>
                      <a:cubicBezTo>
                        <a:pt x="109365" y="162530"/>
                        <a:pt x="109429" y="154888"/>
                        <a:pt x="111134" y="147941"/>
                      </a:cubicBezTo>
                      <a:lnTo>
                        <a:pt x="111955" y="148067"/>
                      </a:lnTo>
                      <a:cubicBezTo>
                        <a:pt x="110439" y="158678"/>
                        <a:pt x="110250" y="167014"/>
                        <a:pt x="111639" y="173772"/>
                      </a:cubicBezTo>
                      <a:lnTo>
                        <a:pt x="112208" y="173646"/>
                      </a:lnTo>
                      <a:cubicBezTo>
                        <a:pt x="111134" y="162088"/>
                        <a:pt x="111639" y="153941"/>
                        <a:pt x="113155" y="147814"/>
                      </a:cubicBezTo>
                      <a:lnTo>
                        <a:pt x="113723" y="148383"/>
                      </a:lnTo>
                      <a:cubicBezTo>
                        <a:pt x="112586" y="157604"/>
                        <a:pt x="112776" y="165625"/>
                        <a:pt x="113723" y="173330"/>
                      </a:cubicBezTo>
                      <a:lnTo>
                        <a:pt x="114292" y="173014"/>
                      </a:lnTo>
                      <a:cubicBezTo>
                        <a:pt x="113976" y="162972"/>
                        <a:pt x="113408" y="155078"/>
                        <a:pt x="114671" y="149204"/>
                      </a:cubicBezTo>
                      <a:lnTo>
                        <a:pt x="115365" y="148383"/>
                      </a:lnTo>
                      <a:cubicBezTo>
                        <a:pt x="114355" y="155772"/>
                        <a:pt x="114355" y="163983"/>
                        <a:pt x="115618" y="173141"/>
                      </a:cubicBezTo>
                      <a:lnTo>
                        <a:pt x="116186" y="173141"/>
                      </a:lnTo>
                      <a:cubicBezTo>
                        <a:pt x="115239" y="162278"/>
                        <a:pt x="115492" y="154067"/>
                        <a:pt x="116629" y="147435"/>
                      </a:cubicBezTo>
                      <a:lnTo>
                        <a:pt x="117134" y="147814"/>
                      </a:lnTo>
                      <a:cubicBezTo>
                        <a:pt x="116629" y="156593"/>
                        <a:pt x="116629" y="164488"/>
                        <a:pt x="117260" y="173267"/>
                      </a:cubicBezTo>
                      <a:lnTo>
                        <a:pt x="117829" y="173141"/>
                      </a:lnTo>
                      <a:cubicBezTo>
                        <a:pt x="117260" y="161141"/>
                        <a:pt x="117702" y="152930"/>
                        <a:pt x="118902" y="148067"/>
                      </a:cubicBezTo>
                      <a:cubicBezTo>
                        <a:pt x="120039" y="147688"/>
                        <a:pt x="120039" y="149014"/>
                        <a:pt x="119029" y="150593"/>
                      </a:cubicBezTo>
                      <a:cubicBezTo>
                        <a:pt x="118334" y="157856"/>
                        <a:pt x="118081" y="165056"/>
                        <a:pt x="119029" y="173014"/>
                      </a:cubicBezTo>
                      <a:lnTo>
                        <a:pt x="119913" y="173141"/>
                      </a:lnTo>
                      <a:cubicBezTo>
                        <a:pt x="119029" y="161583"/>
                        <a:pt x="119786" y="154951"/>
                        <a:pt x="121050" y="148383"/>
                      </a:cubicBezTo>
                      <a:cubicBezTo>
                        <a:pt x="121744" y="147688"/>
                        <a:pt x="122439" y="148509"/>
                        <a:pt x="121618" y="150214"/>
                      </a:cubicBezTo>
                      <a:cubicBezTo>
                        <a:pt x="120608" y="158299"/>
                        <a:pt x="120102" y="163983"/>
                        <a:pt x="120923" y="173141"/>
                      </a:cubicBezTo>
                      <a:lnTo>
                        <a:pt x="121871" y="173141"/>
                      </a:lnTo>
                      <a:cubicBezTo>
                        <a:pt x="123008" y="173520"/>
                        <a:pt x="123134" y="173962"/>
                        <a:pt x="121997" y="174404"/>
                      </a:cubicBezTo>
                      <a:cubicBezTo>
                        <a:pt x="115176" y="175793"/>
                        <a:pt x="108608" y="177056"/>
                        <a:pt x="102355" y="177435"/>
                      </a:cubicBezTo>
                      <a:cubicBezTo>
                        <a:pt x="101092" y="177562"/>
                        <a:pt x="100713" y="176867"/>
                        <a:pt x="100713" y="175099"/>
                      </a:cubicBezTo>
                      <a:cubicBezTo>
                        <a:pt x="100271" y="165246"/>
                        <a:pt x="101408" y="156151"/>
                        <a:pt x="103808" y="147941"/>
                      </a:cubicBezTo>
                      <a:lnTo>
                        <a:pt x="104186" y="147814"/>
                      </a:lnTo>
                      <a:cubicBezTo>
                        <a:pt x="102355" y="157730"/>
                        <a:pt x="101534" y="167141"/>
                        <a:pt x="102923" y="175667"/>
                      </a:cubicBezTo>
                      <a:cubicBezTo>
                        <a:pt x="102229" y="162404"/>
                        <a:pt x="103934" y="148383"/>
                        <a:pt x="106460" y="146046"/>
                      </a:cubicBezTo>
                      <a:moveTo>
                        <a:pt x="113913" y="134362"/>
                      </a:moveTo>
                      <a:cubicBezTo>
                        <a:pt x="115681" y="133099"/>
                        <a:pt x="117513" y="132278"/>
                        <a:pt x="117829" y="132720"/>
                      </a:cubicBezTo>
                      <a:cubicBezTo>
                        <a:pt x="118081" y="133099"/>
                        <a:pt x="116818" y="134488"/>
                        <a:pt x="114860" y="135941"/>
                      </a:cubicBezTo>
                      <a:cubicBezTo>
                        <a:pt x="112902" y="137204"/>
                        <a:pt x="111260" y="137899"/>
                        <a:pt x="110818" y="137456"/>
                      </a:cubicBezTo>
                      <a:cubicBezTo>
                        <a:pt x="110692" y="137014"/>
                        <a:pt x="111955" y="135625"/>
                        <a:pt x="113913" y="134362"/>
                      </a:cubicBezTo>
                      <a:moveTo>
                        <a:pt x="112776" y="132846"/>
                      </a:moveTo>
                      <a:cubicBezTo>
                        <a:pt x="112776" y="132404"/>
                        <a:pt x="113029" y="132151"/>
                        <a:pt x="113344" y="132151"/>
                      </a:cubicBezTo>
                      <a:cubicBezTo>
                        <a:pt x="113723" y="132151"/>
                        <a:pt x="114039" y="132404"/>
                        <a:pt x="114039" y="132846"/>
                      </a:cubicBezTo>
                      <a:cubicBezTo>
                        <a:pt x="114039" y="133225"/>
                        <a:pt x="113786" y="133667"/>
                        <a:pt x="113344" y="133667"/>
                      </a:cubicBezTo>
                      <a:cubicBezTo>
                        <a:pt x="113029" y="133667"/>
                        <a:pt x="112776" y="133288"/>
                        <a:pt x="112776" y="132846"/>
                      </a:cubicBezTo>
                      <a:moveTo>
                        <a:pt x="111071" y="134678"/>
                      </a:moveTo>
                      <a:cubicBezTo>
                        <a:pt x="110502" y="134678"/>
                        <a:pt x="110186" y="134299"/>
                        <a:pt x="110186" y="133856"/>
                      </a:cubicBezTo>
                      <a:cubicBezTo>
                        <a:pt x="110186" y="133288"/>
                        <a:pt x="110502" y="132909"/>
                        <a:pt x="111071" y="132909"/>
                      </a:cubicBezTo>
                      <a:cubicBezTo>
                        <a:pt x="111450" y="132909"/>
                        <a:pt x="111892" y="133288"/>
                        <a:pt x="111892" y="133856"/>
                      </a:cubicBezTo>
                      <a:cubicBezTo>
                        <a:pt x="111892" y="134235"/>
                        <a:pt x="111450" y="134678"/>
                        <a:pt x="111071" y="134678"/>
                      </a:cubicBezTo>
                      <a:moveTo>
                        <a:pt x="122250" y="170299"/>
                      </a:moveTo>
                      <a:lnTo>
                        <a:pt x="121871" y="170299"/>
                      </a:lnTo>
                      <a:cubicBezTo>
                        <a:pt x="121429" y="162467"/>
                        <a:pt x="121744" y="155520"/>
                        <a:pt x="123260" y="148888"/>
                      </a:cubicBezTo>
                      <a:cubicBezTo>
                        <a:pt x="123702" y="148320"/>
                        <a:pt x="124397" y="148509"/>
                        <a:pt x="124208" y="149141"/>
                      </a:cubicBezTo>
                      <a:cubicBezTo>
                        <a:pt x="123071" y="155141"/>
                        <a:pt x="122439" y="162214"/>
                        <a:pt x="122250" y="170299"/>
                      </a:cubicBezTo>
                      <a:moveTo>
                        <a:pt x="125281" y="149141"/>
                      </a:moveTo>
                      <a:cubicBezTo>
                        <a:pt x="125850" y="148004"/>
                        <a:pt x="126923" y="148320"/>
                        <a:pt x="126544" y="149393"/>
                      </a:cubicBezTo>
                      <a:cubicBezTo>
                        <a:pt x="125471" y="155520"/>
                        <a:pt x="124334" y="160635"/>
                        <a:pt x="124144" y="168720"/>
                      </a:cubicBezTo>
                      <a:lnTo>
                        <a:pt x="123639" y="167520"/>
                      </a:lnTo>
                      <a:cubicBezTo>
                        <a:pt x="124334" y="160256"/>
                        <a:pt x="124334" y="156088"/>
                        <a:pt x="125281" y="149141"/>
                      </a:cubicBezTo>
                      <a:moveTo>
                        <a:pt x="122376" y="184635"/>
                      </a:moveTo>
                      <a:lnTo>
                        <a:pt x="124586" y="186846"/>
                      </a:lnTo>
                      <a:cubicBezTo>
                        <a:pt x="125850" y="187983"/>
                        <a:pt x="125029" y="188930"/>
                        <a:pt x="123892" y="188362"/>
                      </a:cubicBezTo>
                      <a:lnTo>
                        <a:pt x="121113" y="186720"/>
                      </a:lnTo>
                      <a:cubicBezTo>
                        <a:pt x="119597" y="185772"/>
                        <a:pt x="121365" y="183814"/>
                        <a:pt x="122376" y="184635"/>
                      </a:cubicBezTo>
                      <a:moveTo>
                        <a:pt x="120671" y="187099"/>
                      </a:moveTo>
                      <a:lnTo>
                        <a:pt x="124839" y="190193"/>
                      </a:lnTo>
                      <a:cubicBezTo>
                        <a:pt x="126102" y="191141"/>
                        <a:pt x="124839" y="192846"/>
                        <a:pt x="123892" y="192151"/>
                      </a:cubicBezTo>
                      <a:lnTo>
                        <a:pt x="119408" y="189372"/>
                      </a:lnTo>
                      <a:cubicBezTo>
                        <a:pt x="117892" y="188362"/>
                        <a:pt x="119534" y="186151"/>
                        <a:pt x="120671" y="187162"/>
                      </a:cubicBezTo>
                      <a:moveTo>
                        <a:pt x="126797" y="153562"/>
                      </a:moveTo>
                      <a:lnTo>
                        <a:pt x="127618" y="149393"/>
                      </a:lnTo>
                      <a:cubicBezTo>
                        <a:pt x="128629" y="148825"/>
                        <a:pt x="129008" y="149141"/>
                        <a:pt x="128881" y="150278"/>
                      </a:cubicBezTo>
                      <a:lnTo>
                        <a:pt x="127113" y="153688"/>
                      </a:lnTo>
                      <a:lnTo>
                        <a:pt x="126797" y="153562"/>
                      </a:lnTo>
                      <a:close/>
                      <a:moveTo>
                        <a:pt x="121239" y="130888"/>
                      </a:moveTo>
                      <a:cubicBezTo>
                        <a:pt x="120102" y="131772"/>
                        <a:pt x="119029" y="132404"/>
                        <a:pt x="118902" y="132151"/>
                      </a:cubicBezTo>
                      <a:cubicBezTo>
                        <a:pt x="118650" y="131835"/>
                        <a:pt x="119471" y="130888"/>
                        <a:pt x="120544" y="130067"/>
                      </a:cubicBezTo>
                      <a:cubicBezTo>
                        <a:pt x="121681" y="129056"/>
                        <a:pt x="122818" y="128551"/>
                        <a:pt x="122881" y="128678"/>
                      </a:cubicBezTo>
                      <a:cubicBezTo>
                        <a:pt x="123197" y="128930"/>
                        <a:pt x="122313" y="129941"/>
                        <a:pt x="121239" y="130888"/>
                      </a:cubicBezTo>
                      <a:moveTo>
                        <a:pt x="80313" y="125899"/>
                      </a:moveTo>
                      <a:cubicBezTo>
                        <a:pt x="78923" y="125899"/>
                        <a:pt x="77850" y="125456"/>
                        <a:pt x="77850" y="124888"/>
                      </a:cubicBezTo>
                      <a:cubicBezTo>
                        <a:pt x="77850" y="124509"/>
                        <a:pt x="78923" y="124067"/>
                        <a:pt x="80313" y="124067"/>
                      </a:cubicBezTo>
                      <a:cubicBezTo>
                        <a:pt x="81576" y="124067"/>
                        <a:pt x="82713" y="124446"/>
                        <a:pt x="82713" y="124888"/>
                      </a:cubicBezTo>
                      <a:cubicBezTo>
                        <a:pt x="82713" y="125456"/>
                        <a:pt x="81576" y="125899"/>
                        <a:pt x="80313" y="125899"/>
                      </a:cubicBezTo>
                      <a:moveTo>
                        <a:pt x="84797" y="125204"/>
                      </a:moveTo>
                      <a:cubicBezTo>
                        <a:pt x="84229" y="125899"/>
                        <a:pt x="83660" y="126278"/>
                        <a:pt x="83408" y="126151"/>
                      </a:cubicBezTo>
                      <a:cubicBezTo>
                        <a:pt x="83281" y="125899"/>
                        <a:pt x="83408" y="125014"/>
                        <a:pt x="83913" y="124383"/>
                      </a:cubicBezTo>
                      <a:cubicBezTo>
                        <a:pt x="84481" y="123499"/>
                        <a:pt x="85050" y="123120"/>
                        <a:pt x="85239" y="123246"/>
                      </a:cubicBezTo>
                      <a:cubicBezTo>
                        <a:pt x="85492" y="123499"/>
                        <a:pt x="85239" y="124383"/>
                        <a:pt x="84797" y="125204"/>
                      </a:cubicBezTo>
                      <a:moveTo>
                        <a:pt x="87702" y="124825"/>
                      </a:moveTo>
                      <a:cubicBezTo>
                        <a:pt x="87008" y="125772"/>
                        <a:pt x="86313" y="126341"/>
                        <a:pt x="86060" y="126088"/>
                      </a:cubicBezTo>
                      <a:cubicBezTo>
                        <a:pt x="85744" y="125835"/>
                        <a:pt x="86060" y="124825"/>
                        <a:pt x="86755" y="123878"/>
                      </a:cubicBezTo>
                      <a:cubicBezTo>
                        <a:pt x="87323" y="122930"/>
                        <a:pt x="88018" y="122362"/>
                        <a:pt x="88271" y="122614"/>
                      </a:cubicBezTo>
                      <a:cubicBezTo>
                        <a:pt x="88523" y="122867"/>
                        <a:pt x="88271" y="123878"/>
                        <a:pt x="87702" y="124825"/>
                      </a:cubicBezTo>
                      <a:moveTo>
                        <a:pt x="85744" y="120088"/>
                      </a:moveTo>
                      <a:lnTo>
                        <a:pt x="86439" y="117183"/>
                      </a:lnTo>
                      <a:cubicBezTo>
                        <a:pt x="85618" y="118825"/>
                        <a:pt x="84481" y="120341"/>
                        <a:pt x="82271" y="121351"/>
                      </a:cubicBezTo>
                      <a:cubicBezTo>
                        <a:pt x="83786" y="118951"/>
                        <a:pt x="84102" y="117877"/>
                        <a:pt x="83660" y="117183"/>
                      </a:cubicBezTo>
                      <a:cubicBezTo>
                        <a:pt x="81829" y="119393"/>
                        <a:pt x="80060" y="121035"/>
                        <a:pt x="77976" y="121478"/>
                      </a:cubicBezTo>
                      <a:lnTo>
                        <a:pt x="78923" y="118825"/>
                      </a:lnTo>
                      <a:cubicBezTo>
                        <a:pt x="77534" y="119520"/>
                        <a:pt x="76839" y="121035"/>
                        <a:pt x="74755" y="120909"/>
                      </a:cubicBezTo>
                      <a:lnTo>
                        <a:pt x="76523" y="117941"/>
                      </a:lnTo>
                      <a:lnTo>
                        <a:pt x="73302" y="119330"/>
                      </a:lnTo>
                      <a:lnTo>
                        <a:pt x="73744" y="117435"/>
                      </a:lnTo>
                      <a:lnTo>
                        <a:pt x="70839" y="119204"/>
                      </a:lnTo>
                      <a:lnTo>
                        <a:pt x="71976" y="116741"/>
                      </a:lnTo>
                      <a:lnTo>
                        <a:pt x="68629" y="118130"/>
                      </a:lnTo>
                      <a:lnTo>
                        <a:pt x="68439" y="116425"/>
                      </a:lnTo>
                      <a:lnTo>
                        <a:pt x="66229" y="116993"/>
                      </a:lnTo>
                      <a:lnTo>
                        <a:pt x="66229" y="115162"/>
                      </a:lnTo>
                      <a:lnTo>
                        <a:pt x="64271" y="116299"/>
                      </a:lnTo>
                      <a:lnTo>
                        <a:pt x="63955" y="114909"/>
                      </a:lnTo>
                      <a:lnTo>
                        <a:pt x="61302" y="116046"/>
                      </a:lnTo>
                      <a:lnTo>
                        <a:pt x="61429" y="113962"/>
                      </a:lnTo>
                      <a:lnTo>
                        <a:pt x="59471" y="114909"/>
                      </a:lnTo>
                      <a:lnTo>
                        <a:pt x="58776" y="113962"/>
                      </a:lnTo>
                      <a:lnTo>
                        <a:pt x="56376" y="114783"/>
                      </a:lnTo>
                      <a:lnTo>
                        <a:pt x="55997" y="112951"/>
                      </a:lnTo>
                      <a:lnTo>
                        <a:pt x="53913" y="115035"/>
                      </a:lnTo>
                      <a:lnTo>
                        <a:pt x="53471" y="113393"/>
                      </a:lnTo>
                      <a:cubicBezTo>
                        <a:pt x="52650" y="113962"/>
                        <a:pt x="52081" y="115351"/>
                        <a:pt x="51134" y="115225"/>
                      </a:cubicBezTo>
                      <a:lnTo>
                        <a:pt x="50565" y="113393"/>
                      </a:lnTo>
                      <a:cubicBezTo>
                        <a:pt x="49492" y="114404"/>
                        <a:pt x="48608" y="115856"/>
                        <a:pt x="47534" y="116046"/>
                      </a:cubicBezTo>
                      <a:lnTo>
                        <a:pt x="47786" y="113520"/>
                      </a:lnTo>
                      <a:cubicBezTo>
                        <a:pt x="46523" y="114656"/>
                        <a:pt x="45513" y="116614"/>
                        <a:pt x="44060" y="116741"/>
                      </a:cubicBezTo>
                      <a:lnTo>
                        <a:pt x="44629" y="114088"/>
                      </a:lnTo>
                      <a:cubicBezTo>
                        <a:pt x="43618" y="115035"/>
                        <a:pt x="42797" y="116867"/>
                        <a:pt x="41597" y="116867"/>
                      </a:cubicBezTo>
                      <a:lnTo>
                        <a:pt x="42544" y="114404"/>
                      </a:lnTo>
                      <a:cubicBezTo>
                        <a:pt x="41155" y="115351"/>
                        <a:pt x="39197" y="117499"/>
                        <a:pt x="38376" y="117309"/>
                      </a:cubicBezTo>
                      <a:lnTo>
                        <a:pt x="38881" y="114846"/>
                      </a:lnTo>
                      <a:cubicBezTo>
                        <a:pt x="38186" y="115225"/>
                        <a:pt x="37618" y="116235"/>
                        <a:pt x="36923" y="116109"/>
                      </a:cubicBezTo>
                      <a:lnTo>
                        <a:pt x="37492" y="114593"/>
                      </a:lnTo>
                      <a:cubicBezTo>
                        <a:pt x="38881" y="111372"/>
                        <a:pt x="41786" y="110804"/>
                        <a:pt x="45260" y="110993"/>
                      </a:cubicBezTo>
                      <a:cubicBezTo>
                        <a:pt x="53092" y="111246"/>
                        <a:pt x="60860" y="111562"/>
                        <a:pt x="68313" y="113583"/>
                      </a:cubicBezTo>
                      <a:cubicBezTo>
                        <a:pt x="79997" y="117056"/>
                        <a:pt x="87955" y="115920"/>
                        <a:pt x="93955" y="111814"/>
                      </a:cubicBezTo>
                      <a:cubicBezTo>
                        <a:pt x="95786" y="111120"/>
                        <a:pt x="96355" y="111814"/>
                        <a:pt x="95471" y="113899"/>
                      </a:cubicBezTo>
                      <a:cubicBezTo>
                        <a:pt x="94902" y="116109"/>
                        <a:pt x="93386" y="116930"/>
                        <a:pt x="91997" y="116362"/>
                      </a:cubicBezTo>
                      <a:cubicBezTo>
                        <a:pt x="91429" y="117751"/>
                        <a:pt x="90608" y="118888"/>
                        <a:pt x="89534" y="119709"/>
                      </a:cubicBezTo>
                      <a:lnTo>
                        <a:pt x="89660" y="116867"/>
                      </a:lnTo>
                      <a:cubicBezTo>
                        <a:pt x="88397" y="118825"/>
                        <a:pt x="87008" y="119962"/>
                        <a:pt x="85618" y="120088"/>
                      </a:cubicBezTo>
                      <a:moveTo>
                        <a:pt x="91050" y="123435"/>
                      </a:moveTo>
                      <a:cubicBezTo>
                        <a:pt x="90229" y="124699"/>
                        <a:pt x="89218" y="125393"/>
                        <a:pt x="88965" y="124951"/>
                      </a:cubicBezTo>
                      <a:cubicBezTo>
                        <a:pt x="88713" y="124699"/>
                        <a:pt x="89092" y="123435"/>
                        <a:pt x="89786" y="122172"/>
                      </a:cubicBezTo>
                      <a:cubicBezTo>
                        <a:pt x="90671" y="120909"/>
                        <a:pt x="91618" y="120341"/>
                        <a:pt x="91871" y="120656"/>
                      </a:cubicBezTo>
                      <a:cubicBezTo>
                        <a:pt x="92123" y="121035"/>
                        <a:pt x="91744" y="122299"/>
                        <a:pt x="91050" y="123435"/>
                      </a:cubicBezTo>
                      <a:moveTo>
                        <a:pt x="79113" y="147183"/>
                      </a:moveTo>
                      <a:cubicBezTo>
                        <a:pt x="81702" y="144909"/>
                        <a:pt x="84671" y="144088"/>
                        <a:pt x="88018" y="144088"/>
                      </a:cubicBezTo>
                      <a:lnTo>
                        <a:pt x="93892" y="144088"/>
                      </a:lnTo>
                      <a:cubicBezTo>
                        <a:pt x="96102" y="144088"/>
                        <a:pt x="95850" y="146299"/>
                        <a:pt x="93765" y="146172"/>
                      </a:cubicBezTo>
                      <a:lnTo>
                        <a:pt x="89597" y="146172"/>
                      </a:lnTo>
                      <a:cubicBezTo>
                        <a:pt x="85808" y="145983"/>
                        <a:pt x="82776" y="147120"/>
                        <a:pt x="79681" y="148825"/>
                      </a:cubicBezTo>
                      <a:cubicBezTo>
                        <a:pt x="78039" y="149520"/>
                        <a:pt x="77913" y="148130"/>
                        <a:pt x="79176" y="147183"/>
                      </a:cubicBezTo>
                      <a:moveTo>
                        <a:pt x="95092" y="147372"/>
                      </a:moveTo>
                      <a:cubicBezTo>
                        <a:pt x="95092" y="147751"/>
                        <a:pt x="93829" y="147941"/>
                        <a:pt x="92313" y="147941"/>
                      </a:cubicBezTo>
                      <a:cubicBezTo>
                        <a:pt x="90797" y="147941"/>
                        <a:pt x="89534" y="147814"/>
                        <a:pt x="89534" y="147372"/>
                      </a:cubicBezTo>
                      <a:cubicBezTo>
                        <a:pt x="89534" y="147120"/>
                        <a:pt x="90734" y="146804"/>
                        <a:pt x="92313" y="146804"/>
                      </a:cubicBezTo>
                      <a:cubicBezTo>
                        <a:pt x="93892" y="146804"/>
                        <a:pt x="95092" y="147120"/>
                        <a:pt x="95092" y="147372"/>
                      </a:cubicBezTo>
                      <a:moveTo>
                        <a:pt x="12987" y="180972"/>
                      </a:moveTo>
                      <a:cubicBezTo>
                        <a:pt x="14123" y="179141"/>
                        <a:pt x="14502" y="180404"/>
                        <a:pt x="14439" y="182109"/>
                      </a:cubicBezTo>
                      <a:cubicBezTo>
                        <a:pt x="12039" y="185583"/>
                        <a:pt x="10271" y="187414"/>
                        <a:pt x="8755" y="188362"/>
                      </a:cubicBezTo>
                      <a:cubicBezTo>
                        <a:pt x="9450" y="185709"/>
                        <a:pt x="11218" y="184193"/>
                        <a:pt x="13050" y="180972"/>
                      </a:cubicBezTo>
                      <a:moveTo>
                        <a:pt x="9955" y="204214"/>
                      </a:moveTo>
                      <a:cubicBezTo>
                        <a:pt x="9260" y="203078"/>
                        <a:pt x="9008" y="201814"/>
                        <a:pt x="9008" y="200741"/>
                      </a:cubicBezTo>
                      <a:cubicBezTo>
                        <a:pt x="9134" y="199035"/>
                        <a:pt x="10397" y="199225"/>
                        <a:pt x="10650" y="200299"/>
                      </a:cubicBezTo>
                      <a:cubicBezTo>
                        <a:pt x="10902" y="202383"/>
                        <a:pt x="9955" y="202509"/>
                        <a:pt x="9955" y="204214"/>
                      </a:cubicBezTo>
                      <a:moveTo>
                        <a:pt x="26755" y="179899"/>
                      </a:moveTo>
                      <a:cubicBezTo>
                        <a:pt x="26502" y="180593"/>
                        <a:pt x="26060" y="179330"/>
                        <a:pt x="25871" y="180151"/>
                      </a:cubicBezTo>
                      <a:cubicBezTo>
                        <a:pt x="26629" y="174025"/>
                        <a:pt x="27829" y="168025"/>
                        <a:pt x="30229" y="162593"/>
                      </a:cubicBezTo>
                      <a:cubicBezTo>
                        <a:pt x="32439" y="156909"/>
                        <a:pt x="37050" y="150214"/>
                        <a:pt x="41723" y="145730"/>
                      </a:cubicBezTo>
                      <a:cubicBezTo>
                        <a:pt x="44692" y="142951"/>
                        <a:pt x="47155" y="142256"/>
                        <a:pt x="50944" y="139730"/>
                      </a:cubicBezTo>
                      <a:lnTo>
                        <a:pt x="50250" y="139730"/>
                      </a:lnTo>
                      <a:cubicBezTo>
                        <a:pt x="47092" y="140741"/>
                        <a:pt x="45260" y="141814"/>
                        <a:pt x="42860" y="143772"/>
                      </a:cubicBezTo>
                      <a:cubicBezTo>
                        <a:pt x="37744" y="148067"/>
                        <a:pt x="33134" y="154446"/>
                        <a:pt x="30229" y="160320"/>
                      </a:cubicBezTo>
                      <a:cubicBezTo>
                        <a:pt x="27450" y="165625"/>
                        <a:pt x="25744" y="171751"/>
                        <a:pt x="24923" y="179835"/>
                      </a:cubicBezTo>
                      <a:cubicBezTo>
                        <a:pt x="24355" y="183751"/>
                        <a:pt x="22397" y="187035"/>
                        <a:pt x="21197" y="188741"/>
                      </a:cubicBezTo>
                      <a:cubicBezTo>
                        <a:pt x="18923" y="191520"/>
                        <a:pt x="17155" y="189751"/>
                        <a:pt x="14123" y="197962"/>
                      </a:cubicBezTo>
                      <a:lnTo>
                        <a:pt x="13429" y="198214"/>
                      </a:lnTo>
                      <a:cubicBezTo>
                        <a:pt x="13871" y="196572"/>
                        <a:pt x="14692" y="194172"/>
                        <a:pt x="15513" y="192972"/>
                      </a:cubicBezTo>
                      <a:cubicBezTo>
                        <a:pt x="16523" y="191583"/>
                        <a:pt x="17471" y="190888"/>
                        <a:pt x="18734" y="189309"/>
                      </a:cubicBezTo>
                      <a:cubicBezTo>
                        <a:pt x="20944" y="186530"/>
                        <a:pt x="23029" y="183183"/>
                        <a:pt x="23850" y="177625"/>
                      </a:cubicBezTo>
                      <a:cubicBezTo>
                        <a:pt x="24544" y="173330"/>
                        <a:pt x="25365" y="167772"/>
                        <a:pt x="26629" y="164109"/>
                      </a:cubicBezTo>
                      <a:cubicBezTo>
                        <a:pt x="28018" y="159941"/>
                        <a:pt x="29281" y="157730"/>
                        <a:pt x="30923" y="155520"/>
                      </a:cubicBezTo>
                      <a:cubicBezTo>
                        <a:pt x="35787" y="148825"/>
                        <a:pt x="37744" y="144530"/>
                        <a:pt x="48986" y="138593"/>
                      </a:cubicBezTo>
                      <a:lnTo>
                        <a:pt x="48039" y="138720"/>
                      </a:lnTo>
                      <a:cubicBezTo>
                        <a:pt x="39829" y="141941"/>
                        <a:pt x="34713" y="147625"/>
                        <a:pt x="28018" y="158614"/>
                      </a:cubicBezTo>
                      <a:cubicBezTo>
                        <a:pt x="22902" y="166951"/>
                        <a:pt x="24292" y="177372"/>
                        <a:pt x="20250" y="185204"/>
                      </a:cubicBezTo>
                      <a:cubicBezTo>
                        <a:pt x="18987" y="187856"/>
                        <a:pt x="15639" y="191772"/>
                        <a:pt x="13997" y="193414"/>
                      </a:cubicBezTo>
                      <a:lnTo>
                        <a:pt x="13302" y="193541"/>
                      </a:lnTo>
                      <a:cubicBezTo>
                        <a:pt x="14250" y="190383"/>
                        <a:pt x="17723" y="187856"/>
                        <a:pt x="19429" y="184699"/>
                      </a:cubicBezTo>
                      <a:cubicBezTo>
                        <a:pt x="20502" y="182614"/>
                        <a:pt x="20944" y="179078"/>
                        <a:pt x="21386" y="176614"/>
                      </a:cubicBezTo>
                      <a:cubicBezTo>
                        <a:pt x="23597" y="161709"/>
                        <a:pt x="27892" y="154762"/>
                        <a:pt x="34334" y="147435"/>
                      </a:cubicBezTo>
                      <a:lnTo>
                        <a:pt x="33387" y="147435"/>
                      </a:lnTo>
                      <a:cubicBezTo>
                        <a:pt x="20060" y="162025"/>
                        <a:pt x="22018" y="172320"/>
                        <a:pt x="19050" y="182299"/>
                      </a:cubicBezTo>
                      <a:cubicBezTo>
                        <a:pt x="16965" y="188867"/>
                        <a:pt x="14755" y="188046"/>
                        <a:pt x="9892" y="197204"/>
                      </a:cubicBezTo>
                      <a:cubicBezTo>
                        <a:pt x="9765" y="195814"/>
                        <a:pt x="10334" y="194551"/>
                        <a:pt x="10587" y="193856"/>
                      </a:cubicBezTo>
                      <a:cubicBezTo>
                        <a:pt x="11029" y="192467"/>
                        <a:pt x="12418" y="191204"/>
                        <a:pt x="14629" y="188235"/>
                      </a:cubicBezTo>
                      <a:cubicBezTo>
                        <a:pt x="16713" y="185330"/>
                        <a:pt x="18481" y="180467"/>
                        <a:pt x="19365" y="172951"/>
                      </a:cubicBezTo>
                      <a:cubicBezTo>
                        <a:pt x="19618" y="169478"/>
                        <a:pt x="20755" y="166383"/>
                        <a:pt x="21892" y="163730"/>
                      </a:cubicBezTo>
                      <a:cubicBezTo>
                        <a:pt x="23029" y="160825"/>
                        <a:pt x="23850" y="158867"/>
                        <a:pt x="25113" y="156783"/>
                      </a:cubicBezTo>
                      <a:cubicBezTo>
                        <a:pt x="30292" y="148572"/>
                        <a:pt x="34839" y="143330"/>
                        <a:pt x="41281" y="139793"/>
                      </a:cubicBezTo>
                      <a:lnTo>
                        <a:pt x="41281" y="139225"/>
                      </a:lnTo>
                      <a:cubicBezTo>
                        <a:pt x="34713" y="142004"/>
                        <a:pt x="29029" y="148699"/>
                        <a:pt x="24608" y="156088"/>
                      </a:cubicBezTo>
                      <a:cubicBezTo>
                        <a:pt x="22081" y="160256"/>
                        <a:pt x="20692" y="163478"/>
                        <a:pt x="19302" y="168214"/>
                      </a:cubicBezTo>
                      <a:cubicBezTo>
                        <a:pt x="18292" y="171814"/>
                        <a:pt x="17787" y="176678"/>
                        <a:pt x="16523" y="181541"/>
                      </a:cubicBezTo>
                      <a:cubicBezTo>
                        <a:pt x="15702" y="185141"/>
                        <a:pt x="13744" y="187414"/>
                        <a:pt x="12102" y="189435"/>
                      </a:cubicBezTo>
                      <a:cubicBezTo>
                        <a:pt x="10839" y="190951"/>
                        <a:pt x="9892" y="192783"/>
                        <a:pt x="9008" y="193351"/>
                      </a:cubicBezTo>
                      <a:cubicBezTo>
                        <a:pt x="9702" y="190951"/>
                        <a:pt x="9387" y="188614"/>
                        <a:pt x="13302" y="185709"/>
                      </a:cubicBezTo>
                      <a:cubicBezTo>
                        <a:pt x="14439" y="184762"/>
                        <a:pt x="15134" y="183499"/>
                        <a:pt x="15513" y="182109"/>
                      </a:cubicBezTo>
                      <a:cubicBezTo>
                        <a:pt x="16081" y="170678"/>
                        <a:pt x="19555" y="160825"/>
                        <a:pt x="25681" y="151099"/>
                      </a:cubicBezTo>
                      <a:cubicBezTo>
                        <a:pt x="23471" y="151793"/>
                        <a:pt x="21639" y="154130"/>
                        <a:pt x="19555" y="157793"/>
                      </a:cubicBezTo>
                      <a:cubicBezTo>
                        <a:pt x="23155" y="146930"/>
                        <a:pt x="29155" y="135499"/>
                        <a:pt x="41471" y="132720"/>
                      </a:cubicBezTo>
                      <a:cubicBezTo>
                        <a:pt x="48039" y="131330"/>
                        <a:pt x="56818" y="135499"/>
                        <a:pt x="65723" y="143456"/>
                      </a:cubicBezTo>
                      <a:cubicBezTo>
                        <a:pt x="58523" y="144151"/>
                        <a:pt x="52334" y="145541"/>
                        <a:pt x="48355" y="148193"/>
                      </a:cubicBezTo>
                      <a:lnTo>
                        <a:pt x="48102" y="147372"/>
                      </a:lnTo>
                      <a:cubicBezTo>
                        <a:pt x="50186" y="145414"/>
                        <a:pt x="53534" y="144025"/>
                        <a:pt x="57134" y="142762"/>
                      </a:cubicBezTo>
                      <a:lnTo>
                        <a:pt x="56250" y="142635"/>
                      </a:lnTo>
                      <a:cubicBezTo>
                        <a:pt x="51008" y="143899"/>
                        <a:pt x="45576" y="146551"/>
                        <a:pt x="40144" y="152362"/>
                      </a:cubicBezTo>
                      <a:lnTo>
                        <a:pt x="39323" y="152488"/>
                      </a:lnTo>
                      <a:cubicBezTo>
                        <a:pt x="43744" y="145667"/>
                        <a:pt x="49618" y="142762"/>
                        <a:pt x="55744" y="141056"/>
                      </a:cubicBezTo>
                      <a:lnTo>
                        <a:pt x="53092" y="141183"/>
                      </a:lnTo>
                      <a:cubicBezTo>
                        <a:pt x="49113" y="142130"/>
                        <a:pt x="44755" y="144909"/>
                        <a:pt x="41092" y="148699"/>
                      </a:cubicBezTo>
                      <a:cubicBezTo>
                        <a:pt x="34586" y="155267"/>
                        <a:pt x="29408" y="165435"/>
                        <a:pt x="26944" y="179899"/>
                      </a:cubicBezTo>
                      <a:moveTo>
                        <a:pt x="53597" y="188362"/>
                      </a:moveTo>
                      <a:cubicBezTo>
                        <a:pt x="54102" y="198088"/>
                        <a:pt x="55302" y="203393"/>
                        <a:pt x="49618" y="209204"/>
                      </a:cubicBezTo>
                      <a:cubicBezTo>
                        <a:pt x="44376" y="214572"/>
                        <a:pt x="40650" y="213878"/>
                        <a:pt x="39892" y="220130"/>
                      </a:cubicBezTo>
                      <a:cubicBezTo>
                        <a:pt x="39323" y="224235"/>
                        <a:pt x="38439" y="228909"/>
                        <a:pt x="37302" y="231499"/>
                      </a:cubicBezTo>
                      <a:cubicBezTo>
                        <a:pt x="33323" y="229288"/>
                        <a:pt x="32881" y="224488"/>
                        <a:pt x="35976" y="217099"/>
                      </a:cubicBezTo>
                      <a:cubicBezTo>
                        <a:pt x="44123" y="202067"/>
                        <a:pt x="42355" y="188867"/>
                        <a:pt x="32313" y="177309"/>
                      </a:cubicBezTo>
                      <a:cubicBezTo>
                        <a:pt x="38060" y="155835"/>
                        <a:pt x="47597" y="144278"/>
                        <a:pt x="63071" y="148635"/>
                      </a:cubicBezTo>
                      <a:cubicBezTo>
                        <a:pt x="56944" y="155456"/>
                        <a:pt x="52650" y="167520"/>
                        <a:pt x="53660" y="188362"/>
                      </a:cubicBezTo>
                      <a:moveTo>
                        <a:pt x="34965" y="202762"/>
                      </a:moveTo>
                      <a:cubicBezTo>
                        <a:pt x="35787" y="202320"/>
                        <a:pt x="36734" y="202320"/>
                        <a:pt x="37429" y="202762"/>
                      </a:cubicBezTo>
                      <a:cubicBezTo>
                        <a:pt x="37050" y="203456"/>
                        <a:pt x="35218" y="203835"/>
                        <a:pt x="33134" y="204088"/>
                      </a:cubicBezTo>
                      <a:lnTo>
                        <a:pt x="34965" y="202762"/>
                      </a:lnTo>
                      <a:close/>
                      <a:moveTo>
                        <a:pt x="34586" y="200741"/>
                      </a:moveTo>
                      <a:lnTo>
                        <a:pt x="36355" y="200299"/>
                      </a:lnTo>
                      <a:cubicBezTo>
                        <a:pt x="37239" y="200299"/>
                        <a:pt x="38060" y="200741"/>
                        <a:pt x="38313" y="201309"/>
                      </a:cubicBezTo>
                      <a:cubicBezTo>
                        <a:pt x="37871" y="201688"/>
                        <a:pt x="36229" y="201435"/>
                        <a:pt x="34586" y="200741"/>
                      </a:cubicBezTo>
                      <a:moveTo>
                        <a:pt x="36229" y="206867"/>
                      </a:moveTo>
                      <a:cubicBezTo>
                        <a:pt x="36102" y="207309"/>
                        <a:pt x="34839" y="207435"/>
                        <a:pt x="33576" y="207435"/>
                      </a:cubicBezTo>
                      <a:lnTo>
                        <a:pt x="34713" y="206678"/>
                      </a:lnTo>
                      <a:cubicBezTo>
                        <a:pt x="35218" y="206425"/>
                        <a:pt x="35913" y="206551"/>
                        <a:pt x="36229" y="206804"/>
                      </a:cubicBezTo>
                      <a:moveTo>
                        <a:pt x="34144" y="208699"/>
                      </a:moveTo>
                      <a:cubicBezTo>
                        <a:pt x="35218" y="208572"/>
                        <a:pt x="36355" y="208699"/>
                        <a:pt x="36923" y="209393"/>
                      </a:cubicBezTo>
                      <a:cubicBezTo>
                        <a:pt x="36355" y="210088"/>
                        <a:pt x="34271" y="210214"/>
                        <a:pt x="31744" y="209772"/>
                      </a:cubicBezTo>
                      <a:lnTo>
                        <a:pt x="34144" y="208635"/>
                      </a:lnTo>
                      <a:close/>
                      <a:moveTo>
                        <a:pt x="59344" y="145920"/>
                      </a:moveTo>
                      <a:lnTo>
                        <a:pt x="64776" y="144909"/>
                      </a:lnTo>
                      <a:lnTo>
                        <a:pt x="64460" y="146046"/>
                      </a:lnTo>
                      <a:lnTo>
                        <a:pt x="59344" y="145920"/>
                      </a:lnTo>
                      <a:close/>
                      <a:moveTo>
                        <a:pt x="27450" y="217541"/>
                      </a:moveTo>
                      <a:cubicBezTo>
                        <a:pt x="28144" y="217162"/>
                        <a:pt x="28965" y="217035"/>
                        <a:pt x="29534" y="217288"/>
                      </a:cubicBezTo>
                      <a:cubicBezTo>
                        <a:pt x="29344" y="217983"/>
                        <a:pt x="27829" y="218677"/>
                        <a:pt x="26060" y="219120"/>
                      </a:cubicBezTo>
                      <a:lnTo>
                        <a:pt x="27387" y="217604"/>
                      </a:lnTo>
                      <a:close/>
                      <a:moveTo>
                        <a:pt x="26629" y="221520"/>
                      </a:moveTo>
                      <a:cubicBezTo>
                        <a:pt x="27639" y="220825"/>
                        <a:pt x="28713" y="220699"/>
                        <a:pt x="29534" y="221078"/>
                      </a:cubicBezTo>
                      <a:cubicBezTo>
                        <a:pt x="29281" y="221899"/>
                        <a:pt x="27323" y="222846"/>
                        <a:pt x="24797" y="223414"/>
                      </a:cubicBezTo>
                      <a:lnTo>
                        <a:pt x="26629" y="221520"/>
                      </a:lnTo>
                      <a:close/>
                      <a:moveTo>
                        <a:pt x="27071" y="223856"/>
                      </a:moveTo>
                      <a:cubicBezTo>
                        <a:pt x="28081" y="223288"/>
                        <a:pt x="29344" y="223162"/>
                        <a:pt x="30165" y="223730"/>
                      </a:cubicBezTo>
                      <a:cubicBezTo>
                        <a:pt x="29913" y="224425"/>
                        <a:pt x="27513" y="225246"/>
                        <a:pt x="24987" y="225688"/>
                      </a:cubicBezTo>
                      <a:lnTo>
                        <a:pt x="27071" y="223856"/>
                      </a:lnTo>
                      <a:close/>
                      <a:moveTo>
                        <a:pt x="27450" y="225941"/>
                      </a:moveTo>
                      <a:cubicBezTo>
                        <a:pt x="28460" y="225372"/>
                        <a:pt x="29534" y="225372"/>
                        <a:pt x="30418" y="225814"/>
                      </a:cubicBezTo>
                      <a:cubicBezTo>
                        <a:pt x="30039" y="226635"/>
                        <a:pt x="27892" y="227330"/>
                        <a:pt x="25555" y="227646"/>
                      </a:cubicBezTo>
                      <a:lnTo>
                        <a:pt x="27513" y="226004"/>
                      </a:lnTo>
                      <a:close/>
                      <a:moveTo>
                        <a:pt x="26502" y="229730"/>
                      </a:moveTo>
                      <a:lnTo>
                        <a:pt x="27765" y="228341"/>
                      </a:lnTo>
                      <a:cubicBezTo>
                        <a:pt x="28460" y="227962"/>
                        <a:pt x="29281" y="227772"/>
                        <a:pt x="29850" y="228025"/>
                      </a:cubicBezTo>
                      <a:cubicBezTo>
                        <a:pt x="29723" y="228593"/>
                        <a:pt x="28144" y="229288"/>
                        <a:pt x="26502" y="229730"/>
                      </a:cubicBezTo>
                      <a:moveTo>
                        <a:pt x="28713" y="234278"/>
                      </a:moveTo>
                      <a:cubicBezTo>
                        <a:pt x="28839" y="233456"/>
                        <a:pt x="29660" y="232762"/>
                        <a:pt x="30797" y="232509"/>
                      </a:cubicBezTo>
                      <a:lnTo>
                        <a:pt x="33134" y="232509"/>
                      </a:lnTo>
                      <a:cubicBezTo>
                        <a:pt x="31302" y="233709"/>
                        <a:pt x="29344" y="234593"/>
                        <a:pt x="28713" y="234278"/>
                      </a:cubicBezTo>
                      <a:moveTo>
                        <a:pt x="29155" y="236930"/>
                      </a:moveTo>
                      <a:cubicBezTo>
                        <a:pt x="29281" y="235983"/>
                        <a:pt x="30229" y="234846"/>
                        <a:pt x="31492" y="234278"/>
                      </a:cubicBezTo>
                      <a:lnTo>
                        <a:pt x="34523" y="233835"/>
                      </a:lnTo>
                      <a:cubicBezTo>
                        <a:pt x="32313" y="235793"/>
                        <a:pt x="30039" y="237183"/>
                        <a:pt x="29092" y="236930"/>
                      </a:cubicBezTo>
                      <a:moveTo>
                        <a:pt x="30671" y="238193"/>
                      </a:moveTo>
                      <a:lnTo>
                        <a:pt x="31934" y="237499"/>
                      </a:lnTo>
                      <a:cubicBezTo>
                        <a:pt x="32502" y="237372"/>
                        <a:pt x="33197" y="237499"/>
                        <a:pt x="33450" y="237625"/>
                      </a:cubicBezTo>
                      <a:cubicBezTo>
                        <a:pt x="33260" y="238067"/>
                        <a:pt x="32060" y="238383"/>
                        <a:pt x="30671" y="238193"/>
                      </a:cubicBezTo>
                      <a:moveTo>
                        <a:pt x="39260" y="275772"/>
                      </a:moveTo>
                      <a:cubicBezTo>
                        <a:pt x="38313" y="275772"/>
                        <a:pt x="37302" y="275520"/>
                        <a:pt x="36481" y="274572"/>
                      </a:cubicBezTo>
                      <a:cubicBezTo>
                        <a:pt x="35092" y="272930"/>
                        <a:pt x="34776" y="270783"/>
                        <a:pt x="35913" y="269141"/>
                      </a:cubicBezTo>
                      <a:cubicBezTo>
                        <a:pt x="37050" y="267625"/>
                        <a:pt x="38313" y="268193"/>
                        <a:pt x="39008" y="270088"/>
                      </a:cubicBezTo>
                      <a:lnTo>
                        <a:pt x="37618" y="270088"/>
                      </a:lnTo>
                      <a:cubicBezTo>
                        <a:pt x="39260" y="270972"/>
                        <a:pt x="40208" y="271920"/>
                        <a:pt x="40208" y="273056"/>
                      </a:cubicBezTo>
                      <a:lnTo>
                        <a:pt x="38123" y="272488"/>
                      </a:lnTo>
                      <a:cubicBezTo>
                        <a:pt x="39639" y="273625"/>
                        <a:pt x="40334" y="274572"/>
                        <a:pt x="40334" y="275393"/>
                      </a:cubicBezTo>
                      <a:lnTo>
                        <a:pt x="38692" y="274256"/>
                      </a:lnTo>
                      <a:lnTo>
                        <a:pt x="39197" y="275772"/>
                      </a:lnTo>
                      <a:close/>
                      <a:moveTo>
                        <a:pt x="41786" y="273120"/>
                      </a:moveTo>
                      <a:cubicBezTo>
                        <a:pt x="41344" y="273246"/>
                        <a:pt x="40839" y="272551"/>
                        <a:pt x="40650" y="271730"/>
                      </a:cubicBezTo>
                      <a:cubicBezTo>
                        <a:pt x="40650" y="270909"/>
                        <a:pt x="40902" y="270025"/>
                        <a:pt x="41344" y="270025"/>
                      </a:cubicBezTo>
                      <a:cubicBezTo>
                        <a:pt x="41913" y="269899"/>
                        <a:pt x="42355" y="270593"/>
                        <a:pt x="42481" y="271414"/>
                      </a:cubicBezTo>
                      <a:cubicBezTo>
                        <a:pt x="42608" y="272235"/>
                        <a:pt x="42355" y="272930"/>
                        <a:pt x="41786" y="273056"/>
                      </a:cubicBezTo>
                      <a:moveTo>
                        <a:pt x="40586" y="264214"/>
                      </a:moveTo>
                      <a:cubicBezTo>
                        <a:pt x="43744" y="266867"/>
                        <a:pt x="43239" y="267941"/>
                        <a:pt x="38881" y="267562"/>
                      </a:cubicBezTo>
                      <a:cubicBezTo>
                        <a:pt x="37492" y="267120"/>
                        <a:pt x="36671" y="266172"/>
                        <a:pt x="36671" y="264214"/>
                      </a:cubicBezTo>
                      <a:lnTo>
                        <a:pt x="35218" y="258341"/>
                      </a:lnTo>
                      <a:cubicBezTo>
                        <a:pt x="37050" y="257646"/>
                        <a:pt x="37429" y="258467"/>
                        <a:pt x="38060" y="260551"/>
                      </a:cubicBezTo>
                      <a:cubicBezTo>
                        <a:pt x="39576" y="261941"/>
                        <a:pt x="40586" y="263078"/>
                        <a:pt x="40586" y="264151"/>
                      </a:cubicBezTo>
                      <a:moveTo>
                        <a:pt x="38629" y="237751"/>
                      </a:moveTo>
                      <a:cubicBezTo>
                        <a:pt x="37681" y="241541"/>
                        <a:pt x="35976" y="244130"/>
                        <a:pt x="34271" y="246656"/>
                      </a:cubicBezTo>
                      <a:cubicBezTo>
                        <a:pt x="36229" y="245393"/>
                        <a:pt x="37492" y="242741"/>
                        <a:pt x="39008" y="239141"/>
                      </a:cubicBezTo>
                      <a:cubicBezTo>
                        <a:pt x="39260" y="238067"/>
                        <a:pt x="40523" y="239456"/>
                        <a:pt x="40144" y="241667"/>
                      </a:cubicBezTo>
                      <a:lnTo>
                        <a:pt x="39008" y="242678"/>
                      </a:lnTo>
                      <a:lnTo>
                        <a:pt x="39134" y="244320"/>
                      </a:lnTo>
                      <a:lnTo>
                        <a:pt x="37744" y="244446"/>
                      </a:lnTo>
                      <a:lnTo>
                        <a:pt x="37744" y="246656"/>
                      </a:lnTo>
                      <a:lnTo>
                        <a:pt x="36481" y="247225"/>
                      </a:lnTo>
                      <a:cubicBezTo>
                        <a:pt x="37744" y="250256"/>
                        <a:pt x="36229" y="252214"/>
                        <a:pt x="33134" y="250699"/>
                      </a:cubicBezTo>
                      <a:cubicBezTo>
                        <a:pt x="32186" y="254488"/>
                        <a:pt x="28018" y="252530"/>
                        <a:pt x="30102" y="249183"/>
                      </a:cubicBezTo>
                      <a:cubicBezTo>
                        <a:pt x="35218" y="240783"/>
                        <a:pt x="40208" y="232509"/>
                        <a:pt x="41218" y="221204"/>
                      </a:cubicBezTo>
                      <a:cubicBezTo>
                        <a:pt x="41471" y="217162"/>
                        <a:pt x="43997" y="215330"/>
                        <a:pt x="47218" y="213562"/>
                      </a:cubicBezTo>
                      <a:cubicBezTo>
                        <a:pt x="54039" y="209835"/>
                        <a:pt x="56439" y="203393"/>
                        <a:pt x="56250" y="196193"/>
                      </a:cubicBezTo>
                      <a:cubicBezTo>
                        <a:pt x="54671" y="164741"/>
                        <a:pt x="63513" y="150972"/>
                        <a:pt x="76965" y="145541"/>
                      </a:cubicBezTo>
                      <a:lnTo>
                        <a:pt x="76586" y="146804"/>
                      </a:lnTo>
                      <a:cubicBezTo>
                        <a:pt x="64460" y="154193"/>
                        <a:pt x="59471" y="168341"/>
                        <a:pt x="59344" y="187667"/>
                      </a:cubicBezTo>
                      <a:cubicBezTo>
                        <a:pt x="59155" y="192025"/>
                        <a:pt x="58776" y="196446"/>
                        <a:pt x="59344" y="201183"/>
                      </a:cubicBezTo>
                      <a:lnTo>
                        <a:pt x="59723" y="200172"/>
                      </a:lnTo>
                      <a:cubicBezTo>
                        <a:pt x="60165" y="188741"/>
                        <a:pt x="60165" y="179014"/>
                        <a:pt x="61555" y="172320"/>
                      </a:cubicBezTo>
                      <a:cubicBezTo>
                        <a:pt x="63071" y="164993"/>
                        <a:pt x="65471" y="160509"/>
                        <a:pt x="67871" y="157288"/>
                      </a:cubicBezTo>
                      <a:cubicBezTo>
                        <a:pt x="68692" y="156151"/>
                        <a:pt x="69386" y="154825"/>
                        <a:pt x="70208" y="153941"/>
                      </a:cubicBezTo>
                      <a:cubicBezTo>
                        <a:pt x="71344" y="152804"/>
                        <a:pt x="72608" y="152551"/>
                        <a:pt x="73555" y="151541"/>
                      </a:cubicBezTo>
                      <a:lnTo>
                        <a:pt x="73429" y="152488"/>
                      </a:lnTo>
                      <a:cubicBezTo>
                        <a:pt x="68881" y="157099"/>
                        <a:pt x="64965" y="162909"/>
                        <a:pt x="63134" y="170614"/>
                      </a:cubicBezTo>
                      <a:cubicBezTo>
                        <a:pt x="61176" y="179393"/>
                        <a:pt x="61050" y="189562"/>
                        <a:pt x="61744" y="200109"/>
                      </a:cubicBezTo>
                      <a:cubicBezTo>
                        <a:pt x="61618" y="201625"/>
                        <a:pt x="61302" y="202888"/>
                        <a:pt x="60734" y="204025"/>
                      </a:cubicBezTo>
                      <a:lnTo>
                        <a:pt x="61302" y="203772"/>
                      </a:lnTo>
                      <a:cubicBezTo>
                        <a:pt x="62123" y="202067"/>
                        <a:pt x="62565" y="200172"/>
                        <a:pt x="62565" y="197772"/>
                      </a:cubicBezTo>
                      <a:cubicBezTo>
                        <a:pt x="61555" y="184951"/>
                        <a:pt x="62565" y="172067"/>
                        <a:pt x="67176" y="162972"/>
                      </a:cubicBezTo>
                      <a:cubicBezTo>
                        <a:pt x="70334" y="156720"/>
                        <a:pt x="72292" y="154320"/>
                        <a:pt x="81260" y="149330"/>
                      </a:cubicBezTo>
                      <a:lnTo>
                        <a:pt x="81008" y="150278"/>
                      </a:lnTo>
                      <a:cubicBezTo>
                        <a:pt x="73492" y="155456"/>
                        <a:pt x="66418" y="161393"/>
                        <a:pt x="64965" y="181730"/>
                      </a:cubicBezTo>
                      <a:lnTo>
                        <a:pt x="65408" y="181288"/>
                      </a:lnTo>
                      <a:cubicBezTo>
                        <a:pt x="66797" y="165878"/>
                        <a:pt x="72355" y="154446"/>
                        <a:pt x="82650" y="150278"/>
                      </a:cubicBezTo>
                      <a:cubicBezTo>
                        <a:pt x="86250" y="148762"/>
                        <a:pt x="90544" y="149014"/>
                        <a:pt x="95344" y="149014"/>
                      </a:cubicBezTo>
                      <a:lnTo>
                        <a:pt x="94460" y="149709"/>
                      </a:lnTo>
                      <a:cubicBezTo>
                        <a:pt x="87260" y="149014"/>
                        <a:pt x="81008" y="151541"/>
                        <a:pt x="75513" y="157225"/>
                      </a:cubicBezTo>
                      <a:lnTo>
                        <a:pt x="76397" y="157541"/>
                      </a:lnTo>
                      <a:cubicBezTo>
                        <a:pt x="81513" y="152235"/>
                        <a:pt x="87513" y="149330"/>
                        <a:pt x="95092" y="150972"/>
                      </a:cubicBezTo>
                      <a:lnTo>
                        <a:pt x="94523" y="152046"/>
                      </a:lnTo>
                      <a:cubicBezTo>
                        <a:pt x="89281" y="151225"/>
                        <a:pt x="84797" y="153183"/>
                        <a:pt x="80629" y="156404"/>
                      </a:cubicBezTo>
                      <a:lnTo>
                        <a:pt x="80629" y="156972"/>
                      </a:lnTo>
                      <a:cubicBezTo>
                        <a:pt x="85365" y="153751"/>
                        <a:pt x="89723" y="152235"/>
                        <a:pt x="93892" y="153056"/>
                      </a:cubicBezTo>
                      <a:cubicBezTo>
                        <a:pt x="95281" y="153183"/>
                        <a:pt x="95723" y="154320"/>
                        <a:pt x="95281" y="155962"/>
                      </a:cubicBezTo>
                      <a:lnTo>
                        <a:pt x="94397" y="163604"/>
                      </a:lnTo>
                      <a:cubicBezTo>
                        <a:pt x="94271" y="170993"/>
                        <a:pt x="93892" y="178193"/>
                        <a:pt x="92060" y="184762"/>
                      </a:cubicBezTo>
                      <a:lnTo>
                        <a:pt x="91365" y="185330"/>
                      </a:lnTo>
                      <a:lnTo>
                        <a:pt x="92060" y="172572"/>
                      </a:lnTo>
                      <a:lnTo>
                        <a:pt x="89092" y="188425"/>
                      </a:lnTo>
                      <a:cubicBezTo>
                        <a:pt x="88839" y="190256"/>
                        <a:pt x="87576" y="189941"/>
                        <a:pt x="87829" y="188235"/>
                      </a:cubicBezTo>
                      <a:cubicBezTo>
                        <a:pt x="88523" y="184888"/>
                        <a:pt x="89660" y="180341"/>
                        <a:pt x="90355" y="175478"/>
                      </a:cubicBezTo>
                      <a:cubicBezTo>
                        <a:pt x="89660" y="175604"/>
                        <a:pt x="89092" y="176046"/>
                        <a:pt x="88965" y="176993"/>
                      </a:cubicBezTo>
                      <a:cubicBezTo>
                        <a:pt x="88144" y="183814"/>
                        <a:pt x="87008" y="189372"/>
                        <a:pt x="85492" y="191330"/>
                      </a:cubicBezTo>
                      <a:cubicBezTo>
                        <a:pt x="86502" y="187035"/>
                        <a:pt x="87008" y="182741"/>
                        <a:pt x="87134" y="178383"/>
                      </a:cubicBezTo>
                      <a:lnTo>
                        <a:pt x="86313" y="179078"/>
                      </a:lnTo>
                      <a:lnTo>
                        <a:pt x="84229" y="191204"/>
                      </a:lnTo>
                      <a:cubicBezTo>
                        <a:pt x="85744" y="192088"/>
                        <a:pt x="83786" y="193288"/>
                        <a:pt x="83218" y="191772"/>
                      </a:cubicBezTo>
                      <a:lnTo>
                        <a:pt x="83913" y="185077"/>
                      </a:lnTo>
                      <a:lnTo>
                        <a:pt x="83408" y="184951"/>
                      </a:lnTo>
                      <a:lnTo>
                        <a:pt x="80439" y="195625"/>
                      </a:lnTo>
                      <a:lnTo>
                        <a:pt x="81386" y="188235"/>
                      </a:lnTo>
                      <a:lnTo>
                        <a:pt x="78923" y="195625"/>
                      </a:lnTo>
                      <a:lnTo>
                        <a:pt x="77976" y="195625"/>
                      </a:lnTo>
                      <a:lnTo>
                        <a:pt x="79239" y="189372"/>
                      </a:lnTo>
                      <a:lnTo>
                        <a:pt x="75071" y="200804"/>
                      </a:lnTo>
                      <a:cubicBezTo>
                        <a:pt x="73871" y="201056"/>
                        <a:pt x="73681" y="200678"/>
                        <a:pt x="74692" y="198720"/>
                      </a:cubicBezTo>
                      <a:lnTo>
                        <a:pt x="77344" y="190888"/>
                      </a:lnTo>
                      <a:lnTo>
                        <a:pt x="76460" y="191014"/>
                      </a:lnTo>
                      <a:cubicBezTo>
                        <a:pt x="74755" y="196762"/>
                        <a:pt x="73492" y="200804"/>
                        <a:pt x="71471" y="202004"/>
                      </a:cubicBezTo>
                      <a:lnTo>
                        <a:pt x="70776" y="202130"/>
                      </a:lnTo>
                      <a:cubicBezTo>
                        <a:pt x="73681" y="196951"/>
                        <a:pt x="74123" y="194488"/>
                        <a:pt x="74250" y="191962"/>
                      </a:cubicBezTo>
                      <a:cubicBezTo>
                        <a:pt x="72734" y="196825"/>
                        <a:pt x="71155" y="200299"/>
                        <a:pt x="68376" y="203204"/>
                      </a:cubicBezTo>
                      <a:cubicBezTo>
                        <a:pt x="67997" y="202825"/>
                        <a:pt x="68502" y="201562"/>
                        <a:pt x="70144" y="198467"/>
                      </a:cubicBezTo>
                      <a:lnTo>
                        <a:pt x="71660" y="194425"/>
                      </a:lnTo>
                      <a:cubicBezTo>
                        <a:pt x="70965" y="193604"/>
                        <a:pt x="70586" y="193856"/>
                        <a:pt x="70144" y="195120"/>
                      </a:cubicBezTo>
                      <a:cubicBezTo>
                        <a:pt x="69197" y="198593"/>
                        <a:pt x="68186" y="200993"/>
                        <a:pt x="66418" y="203204"/>
                      </a:cubicBezTo>
                      <a:lnTo>
                        <a:pt x="68186" y="196383"/>
                      </a:lnTo>
                      <a:lnTo>
                        <a:pt x="67934" y="195499"/>
                      </a:lnTo>
                      <a:cubicBezTo>
                        <a:pt x="66671" y="199541"/>
                        <a:pt x="64965" y="203014"/>
                        <a:pt x="62629" y="205099"/>
                      </a:cubicBezTo>
                      <a:lnTo>
                        <a:pt x="63765" y="205667"/>
                      </a:lnTo>
                      <a:cubicBezTo>
                        <a:pt x="67492" y="203141"/>
                        <a:pt x="72671" y="204025"/>
                        <a:pt x="77976" y="201625"/>
                      </a:cubicBezTo>
                      <a:cubicBezTo>
                        <a:pt x="79050" y="201056"/>
                        <a:pt x="80186" y="200804"/>
                        <a:pt x="80881" y="201372"/>
                      </a:cubicBezTo>
                      <a:lnTo>
                        <a:pt x="79934" y="204025"/>
                      </a:lnTo>
                      <a:lnTo>
                        <a:pt x="78923" y="202509"/>
                      </a:lnTo>
                      <a:cubicBezTo>
                        <a:pt x="78418" y="204593"/>
                        <a:pt x="77534" y="206488"/>
                        <a:pt x="76397" y="207372"/>
                      </a:cubicBezTo>
                      <a:lnTo>
                        <a:pt x="76018" y="204278"/>
                      </a:lnTo>
                      <a:cubicBezTo>
                        <a:pt x="73808" y="209204"/>
                        <a:pt x="72292" y="211793"/>
                        <a:pt x="72102" y="209456"/>
                      </a:cubicBezTo>
                      <a:lnTo>
                        <a:pt x="72481" y="206551"/>
                      </a:lnTo>
                      <a:cubicBezTo>
                        <a:pt x="70839" y="208193"/>
                        <a:pt x="69702" y="210151"/>
                        <a:pt x="69260" y="212551"/>
                      </a:cubicBezTo>
                      <a:cubicBezTo>
                        <a:pt x="68439" y="212425"/>
                        <a:pt x="68313" y="210720"/>
                        <a:pt x="68565" y="208383"/>
                      </a:cubicBezTo>
                      <a:lnTo>
                        <a:pt x="67176" y="213499"/>
                      </a:lnTo>
                      <a:cubicBezTo>
                        <a:pt x="65913" y="213814"/>
                        <a:pt x="65660" y="212362"/>
                        <a:pt x="66355" y="209330"/>
                      </a:cubicBezTo>
                      <a:cubicBezTo>
                        <a:pt x="65218" y="212109"/>
                        <a:pt x="64271" y="214067"/>
                        <a:pt x="63829" y="214320"/>
                      </a:cubicBezTo>
                      <a:cubicBezTo>
                        <a:pt x="63260" y="213499"/>
                        <a:pt x="63134" y="212109"/>
                        <a:pt x="63576" y="210278"/>
                      </a:cubicBezTo>
                      <a:lnTo>
                        <a:pt x="62186" y="212930"/>
                      </a:lnTo>
                      <a:cubicBezTo>
                        <a:pt x="62186" y="214888"/>
                        <a:pt x="61618" y="215583"/>
                        <a:pt x="60797" y="215456"/>
                      </a:cubicBezTo>
                      <a:cubicBezTo>
                        <a:pt x="61176" y="212551"/>
                        <a:pt x="61176" y="211414"/>
                        <a:pt x="60671" y="212109"/>
                      </a:cubicBezTo>
                      <a:lnTo>
                        <a:pt x="59029" y="216593"/>
                      </a:lnTo>
                      <a:cubicBezTo>
                        <a:pt x="58018" y="217162"/>
                        <a:pt x="57765" y="216025"/>
                        <a:pt x="57892" y="213562"/>
                      </a:cubicBezTo>
                      <a:cubicBezTo>
                        <a:pt x="56376" y="214383"/>
                        <a:pt x="56755" y="217414"/>
                        <a:pt x="55681" y="218677"/>
                      </a:cubicBezTo>
                      <a:cubicBezTo>
                        <a:pt x="54797" y="218109"/>
                        <a:pt x="54734" y="216720"/>
                        <a:pt x="54797" y="215204"/>
                      </a:cubicBezTo>
                      <a:cubicBezTo>
                        <a:pt x="54102" y="217541"/>
                        <a:pt x="53408" y="218930"/>
                        <a:pt x="52460" y="219120"/>
                      </a:cubicBezTo>
                      <a:lnTo>
                        <a:pt x="52144" y="214509"/>
                      </a:lnTo>
                      <a:cubicBezTo>
                        <a:pt x="51702" y="216593"/>
                        <a:pt x="51134" y="218299"/>
                        <a:pt x="50313" y="219688"/>
                      </a:cubicBezTo>
                      <a:lnTo>
                        <a:pt x="49050" y="216341"/>
                      </a:lnTo>
                      <a:lnTo>
                        <a:pt x="48481" y="219562"/>
                      </a:lnTo>
                      <a:cubicBezTo>
                        <a:pt x="47471" y="220130"/>
                        <a:pt x="46650" y="219246"/>
                        <a:pt x="46081" y="217162"/>
                      </a:cubicBezTo>
                      <a:cubicBezTo>
                        <a:pt x="45955" y="221520"/>
                        <a:pt x="45513" y="225056"/>
                        <a:pt x="42734" y="226888"/>
                      </a:cubicBezTo>
                      <a:cubicBezTo>
                        <a:pt x="43050" y="228025"/>
                        <a:pt x="41723" y="230930"/>
                        <a:pt x="40081" y="234278"/>
                      </a:cubicBezTo>
                      <a:lnTo>
                        <a:pt x="44565" y="227772"/>
                      </a:lnTo>
                      <a:cubicBezTo>
                        <a:pt x="45513" y="227456"/>
                        <a:pt x="45955" y="228025"/>
                        <a:pt x="45513" y="230109"/>
                      </a:cubicBezTo>
                      <a:lnTo>
                        <a:pt x="40902" y="237625"/>
                      </a:lnTo>
                      <a:cubicBezTo>
                        <a:pt x="40208" y="238509"/>
                        <a:pt x="39386" y="238193"/>
                        <a:pt x="38565" y="237625"/>
                      </a:cubicBezTo>
                      <a:moveTo>
                        <a:pt x="93134" y="192846"/>
                      </a:moveTo>
                      <a:lnTo>
                        <a:pt x="92818" y="195372"/>
                      </a:lnTo>
                      <a:cubicBezTo>
                        <a:pt x="92818" y="195751"/>
                        <a:pt x="91618" y="196067"/>
                        <a:pt x="91618" y="195499"/>
                      </a:cubicBezTo>
                      <a:lnTo>
                        <a:pt x="91871" y="193035"/>
                      </a:lnTo>
                      <a:cubicBezTo>
                        <a:pt x="91997" y="192467"/>
                        <a:pt x="93134" y="192214"/>
                        <a:pt x="93134" y="192846"/>
                      </a:cubicBezTo>
                      <a:moveTo>
                        <a:pt x="91176" y="196193"/>
                      </a:moveTo>
                      <a:cubicBezTo>
                        <a:pt x="91176" y="196572"/>
                        <a:pt x="90860" y="196888"/>
                        <a:pt x="90608" y="196888"/>
                      </a:cubicBezTo>
                      <a:cubicBezTo>
                        <a:pt x="90481" y="196888"/>
                        <a:pt x="90229" y="196572"/>
                        <a:pt x="90229" y="196193"/>
                      </a:cubicBezTo>
                      <a:cubicBezTo>
                        <a:pt x="90229" y="195751"/>
                        <a:pt x="90481" y="195499"/>
                        <a:pt x="90608" y="195499"/>
                      </a:cubicBezTo>
                      <a:cubicBezTo>
                        <a:pt x="90860" y="195499"/>
                        <a:pt x="91176" y="195751"/>
                        <a:pt x="91176" y="196193"/>
                      </a:cubicBezTo>
                      <a:moveTo>
                        <a:pt x="89786" y="198214"/>
                      </a:moveTo>
                      <a:cubicBezTo>
                        <a:pt x="89976" y="198783"/>
                        <a:pt x="88523" y="199351"/>
                        <a:pt x="88523" y="198341"/>
                      </a:cubicBezTo>
                      <a:lnTo>
                        <a:pt x="88271" y="196383"/>
                      </a:lnTo>
                      <a:cubicBezTo>
                        <a:pt x="88271" y="195688"/>
                        <a:pt x="89408" y="195120"/>
                        <a:pt x="89534" y="196256"/>
                      </a:cubicBezTo>
                      <a:lnTo>
                        <a:pt x="89786" y="198214"/>
                      </a:lnTo>
                      <a:close/>
                      <a:moveTo>
                        <a:pt x="87450" y="198783"/>
                      </a:moveTo>
                      <a:cubicBezTo>
                        <a:pt x="87450" y="199351"/>
                        <a:pt x="87197" y="199604"/>
                        <a:pt x="86755" y="199604"/>
                      </a:cubicBezTo>
                      <a:cubicBezTo>
                        <a:pt x="86313" y="199604"/>
                        <a:pt x="86060" y="199288"/>
                        <a:pt x="86060" y="198783"/>
                      </a:cubicBezTo>
                      <a:cubicBezTo>
                        <a:pt x="86060" y="198341"/>
                        <a:pt x="86376" y="197962"/>
                        <a:pt x="86755" y="197962"/>
                      </a:cubicBezTo>
                      <a:cubicBezTo>
                        <a:pt x="87134" y="197962"/>
                        <a:pt x="87450" y="198341"/>
                        <a:pt x="87450" y="198783"/>
                      </a:cubicBezTo>
                      <a:moveTo>
                        <a:pt x="85365" y="198972"/>
                      </a:moveTo>
                      <a:lnTo>
                        <a:pt x="85365" y="200804"/>
                      </a:lnTo>
                      <a:cubicBezTo>
                        <a:pt x="85365" y="201372"/>
                        <a:pt x="84229" y="201751"/>
                        <a:pt x="84418" y="200804"/>
                      </a:cubicBezTo>
                      <a:lnTo>
                        <a:pt x="84544" y="198972"/>
                      </a:lnTo>
                      <a:cubicBezTo>
                        <a:pt x="84544" y="198277"/>
                        <a:pt x="85239" y="198025"/>
                        <a:pt x="85365" y="198972"/>
                      </a:cubicBezTo>
                      <a:moveTo>
                        <a:pt x="83408" y="202130"/>
                      </a:moveTo>
                      <a:cubicBezTo>
                        <a:pt x="83408" y="202699"/>
                        <a:pt x="82144" y="202825"/>
                        <a:pt x="82144" y="202004"/>
                      </a:cubicBezTo>
                      <a:lnTo>
                        <a:pt x="82144" y="200299"/>
                      </a:lnTo>
                      <a:cubicBezTo>
                        <a:pt x="82144" y="199604"/>
                        <a:pt x="83281" y="199604"/>
                        <a:pt x="83281" y="200425"/>
                      </a:cubicBezTo>
                      <a:lnTo>
                        <a:pt x="83408" y="202067"/>
                      </a:lnTo>
                      <a:close/>
                      <a:moveTo>
                        <a:pt x="78355" y="197014"/>
                      </a:moveTo>
                      <a:lnTo>
                        <a:pt x="77850" y="198783"/>
                      </a:lnTo>
                      <a:lnTo>
                        <a:pt x="77281" y="198467"/>
                      </a:lnTo>
                      <a:lnTo>
                        <a:pt x="77534" y="196951"/>
                      </a:lnTo>
                      <a:lnTo>
                        <a:pt x="78355" y="196951"/>
                      </a:lnTo>
                      <a:close/>
                      <a:moveTo>
                        <a:pt x="44060" y="243878"/>
                      </a:moveTo>
                      <a:lnTo>
                        <a:pt x="45450" y="240972"/>
                      </a:lnTo>
                      <a:cubicBezTo>
                        <a:pt x="46144" y="240025"/>
                        <a:pt x="47408" y="239456"/>
                        <a:pt x="48544" y="239456"/>
                      </a:cubicBezTo>
                      <a:cubicBezTo>
                        <a:pt x="48544" y="240404"/>
                        <a:pt x="46586" y="242362"/>
                        <a:pt x="44060" y="243878"/>
                      </a:cubicBezTo>
                      <a:moveTo>
                        <a:pt x="55555" y="241099"/>
                      </a:moveTo>
                      <a:cubicBezTo>
                        <a:pt x="55429" y="241920"/>
                        <a:pt x="53723" y="243435"/>
                        <a:pt x="51639" y="244572"/>
                      </a:cubicBezTo>
                      <a:lnTo>
                        <a:pt x="52902" y="242235"/>
                      </a:lnTo>
                      <a:cubicBezTo>
                        <a:pt x="52902" y="242235"/>
                        <a:pt x="53471" y="241667"/>
                        <a:pt x="53913" y="241414"/>
                      </a:cubicBezTo>
                      <a:lnTo>
                        <a:pt x="53092" y="241414"/>
                      </a:lnTo>
                      <a:cubicBezTo>
                        <a:pt x="52523" y="242109"/>
                        <a:pt x="51386" y="242993"/>
                        <a:pt x="50186" y="243814"/>
                      </a:cubicBezTo>
                      <a:lnTo>
                        <a:pt x="51134" y="241856"/>
                      </a:lnTo>
                      <a:cubicBezTo>
                        <a:pt x="51134" y="241856"/>
                        <a:pt x="51576" y="241414"/>
                        <a:pt x="51702" y="241288"/>
                      </a:cubicBezTo>
                      <a:cubicBezTo>
                        <a:pt x="51323" y="241162"/>
                        <a:pt x="50881" y="241162"/>
                        <a:pt x="50313" y="241035"/>
                      </a:cubicBezTo>
                      <a:lnTo>
                        <a:pt x="52839" y="240088"/>
                      </a:lnTo>
                      <a:cubicBezTo>
                        <a:pt x="54102" y="240088"/>
                        <a:pt x="55176" y="240467"/>
                        <a:pt x="55744" y="241225"/>
                      </a:cubicBezTo>
                      <a:lnTo>
                        <a:pt x="55618" y="241225"/>
                      </a:lnTo>
                      <a:close/>
                      <a:moveTo>
                        <a:pt x="57955" y="263835"/>
                      </a:moveTo>
                      <a:cubicBezTo>
                        <a:pt x="57955" y="263835"/>
                        <a:pt x="58965" y="263393"/>
                        <a:pt x="60165" y="263520"/>
                      </a:cubicBezTo>
                      <a:cubicBezTo>
                        <a:pt x="61302" y="263835"/>
                        <a:pt x="62123" y="264214"/>
                        <a:pt x="62123" y="264467"/>
                      </a:cubicBezTo>
                      <a:cubicBezTo>
                        <a:pt x="61997" y="264846"/>
                        <a:pt x="60986" y="265035"/>
                        <a:pt x="59913" y="264720"/>
                      </a:cubicBezTo>
                      <a:cubicBezTo>
                        <a:pt x="58776" y="264593"/>
                        <a:pt x="57829" y="264151"/>
                        <a:pt x="57955" y="263772"/>
                      </a:cubicBezTo>
                      <a:moveTo>
                        <a:pt x="58776" y="265983"/>
                      </a:moveTo>
                      <a:cubicBezTo>
                        <a:pt x="58776" y="265983"/>
                        <a:pt x="59597" y="265604"/>
                        <a:pt x="60608" y="265730"/>
                      </a:cubicBezTo>
                      <a:cubicBezTo>
                        <a:pt x="61555" y="265856"/>
                        <a:pt x="62250" y="266299"/>
                        <a:pt x="62250" y="266551"/>
                      </a:cubicBezTo>
                      <a:cubicBezTo>
                        <a:pt x="62250" y="266867"/>
                        <a:pt x="61429" y="266993"/>
                        <a:pt x="60418" y="266867"/>
                      </a:cubicBezTo>
                      <a:cubicBezTo>
                        <a:pt x="59471" y="266551"/>
                        <a:pt x="58713" y="266299"/>
                        <a:pt x="58713" y="265983"/>
                      </a:cubicBezTo>
                      <a:moveTo>
                        <a:pt x="61113" y="268383"/>
                      </a:moveTo>
                      <a:cubicBezTo>
                        <a:pt x="60418" y="268256"/>
                        <a:pt x="59723" y="267941"/>
                        <a:pt x="59850" y="267814"/>
                      </a:cubicBezTo>
                      <a:cubicBezTo>
                        <a:pt x="59850" y="267562"/>
                        <a:pt x="60544" y="267372"/>
                        <a:pt x="61239" y="267562"/>
                      </a:cubicBezTo>
                      <a:cubicBezTo>
                        <a:pt x="62060" y="267688"/>
                        <a:pt x="62629" y="267941"/>
                        <a:pt x="62629" y="268256"/>
                      </a:cubicBezTo>
                      <a:cubicBezTo>
                        <a:pt x="62502" y="268383"/>
                        <a:pt x="61808" y="268509"/>
                        <a:pt x="61113" y="268383"/>
                      </a:cubicBezTo>
                      <a:moveTo>
                        <a:pt x="63955" y="254362"/>
                      </a:moveTo>
                      <a:lnTo>
                        <a:pt x="61744" y="252404"/>
                      </a:lnTo>
                      <a:lnTo>
                        <a:pt x="62439" y="256193"/>
                      </a:lnTo>
                      <a:lnTo>
                        <a:pt x="60734" y="254362"/>
                      </a:lnTo>
                      <a:lnTo>
                        <a:pt x="60355" y="257709"/>
                      </a:lnTo>
                      <a:cubicBezTo>
                        <a:pt x="59786" y="256320"/>
                        <a:pt x="59092" y="255056"/>
                        <a:pt x="60355" y="251835"/>
                      </a:cubicBezTo>
                      <a:cubicBezTo>
                        <a:pt x="61492" y="248930"/>
                        <a:pt x="62818" y="248109"/>
                        <a:pt x="63702" y="248235"/>
                      </a:cubicBezTo>
                      <a:cubicBezTo>
                        <a:pt x="64650" y="249372"/>
                        <a:pt x="63386" y="251583"/>
                        <a:pt x="63955" y="254362"/>
                      </a:cubicBezTo>
                      <a:moveTo>
                        <a:pt x="65723" y="242614"/>
                      </a:moveTo>
                      <a:cubicBezTo>
                        <a:pt x="65597" y="243435"/>
                        <a:pt x="63765" y="245014"/>
                        <a:pt x="61808" y="246404"/>
                      </a:cubicBezTo>
                      <a:lnTo>
                        <a:pt x="62944" y="243878"/>
                      </a:lnTo>
                      <a:cubicBezTo>
                        <a:pt x="63197" y="243499"/>
                        <a:pt x="63513" y="243309"/>
                        <a:pt x="63765" y="243056"/>
                      </a:cubicBezTo>
                      <a:lnTo>
                        <a:pt x="62818" y="243056"/>
                      </a:lnTo>
                      <a:cubicBezTo>
                        <a:pt x="62250" y="243751"/>
                        <a:pt x="61302" y="244572"/>
                        <a:pt x="60039" y="245456"/>
                      </a:cubicBezTo>
                      <a:lnTo>
                        <a:pt x="60860" y="243372"/>
                      </a:lnTo>
                      <a:cubicBezTo>
                        <a:pt x="60860" y="243372"/>
                        <a:pt x="61239" y="243056"/>
                        <a:pt x="61429" y="242993"/>
                      </a:cubicBezTo>
                      <a:cubicBezTo>
                        <a:pt x="61113" y="242993"/>
                        <a:pt x="60860" y="242867"/>
                        <a:pt x="60734" y="242867"/>
                      </a:cubicBezTo>
                      <a:cubicBezTo>
                        <a:pt x="60355" y="243435"/>
                        <a:pt x="59471" y="243941"/>
                        <a:pt x="58650" y="244509"/>
                      </a:cubicBezTo>
                      <a:lnTo>
                        <a:pt x="59155" y="243120"/>
                      </a:lnTo>
                      <a:cubicBezTo>
                        <a:pt x="60165" y="241856"/>
                        <a:pt x="60860" y="241983"/>
                        <a:pt x="62376" y="241414"/>
                      </a:cubicBezTo>
                      <a:cubicBezTo>
                        <a:pt x="63197" y="241035"/>
                        <a:pt x="66102" y="241667"/>
                        <a:pt x="65723" y="242678"/>
                      </a:cubicBezTo>
                      <a:moveTo>
                        <a:pt x="57955" y="240278"/>
                      </a:moveTo>
                      <a:cubicBezTo>
                        <a:pt x="57134" y="238193"/>
                        <a:pt x="54734" y="237625"/>
                        <a:pt x="50692" y="238383"/>
                      </a:cubicBezTo>
                      <a:cubicBezTo>
                        <a:pt x="49618" y="237120"/>
                        <a:pt x="47786" y="236299"/>
                        <a:pt x="45450" y="235730"/>
                      </a:cubicBezTo>
                      <a:cubicBezTo>
                        <a:pt x="47660" y="227393"/>
                        <a:pt x="52839" y="223035"/>
                        <a:pt x="61302" y="221709"/>
                      </a:cubicBezTo>
                      <a:cubicBezTo>
                        <a:pt x="69513" y="220320"/>
                        <a:pt x="78544" y="215709"/>
                        <a:pt x="88460" y="211099"/>
                      </a:cubicBezTo>
                      <a:cubicBezTo>
                        <a:pt x="92629" y="208004"/>
                        <a:pt x="93197" y="209456"/>
                        <a:pt x="90102" y="215393"/>
                      </a:cubicBezTo>
                      <a:lnTo>
                        <a:pt x="85365" y="220825"/>
                      </a:lnTo>
                      <a:cubicBezTo>
                        <a:pt x="82839" y="223604"/>
                        <a:pt x="82334" y="226572"/>
                        <a:pt x="85744" y="229288"/>
                      </a:cubicBezTo>
                      <a:cubicBezTo>
                        <a:pt x="90481" y="231688"/>
                        <a:pt x="92439" y="233899"/>
                        <a:pt x="91744" y="235856"/>
                      </a:cubicBezTo>
                      <a:cubicBezTo>
                        <a:pt x="86629" y="234467"/>
                        <a:pt x="81892" y="235162"/>
                        <a:pt x="77850" y="238951"/>
                      </a:cubicBezTo>
                      <a:cubicBezTo>
                        <a:pt x="74881" y="238067"/>
                        <a:pt x="71471" y="238509"/>
                        <a:pt x="66544" y="240846"/>
                      </a:cubicBezTo>
                      <a:cubicBezTo>
                        <a:pt x="64081" y="239456"/>
                        <a:pt x="61302" y="239330"/>
                        <a:pt x="57955" y="240278"/>
                      </a:cubicBezTo>
                      <a:moveTo>
                        <a:pt x="80060" y="261309"/>
                      </a:moveTo>
                      <a:cubicBezTo>
                        <a:pt x="80439" y="261877"/>
                        <a:pt x="80629" y="262446"/>
                        <a:pt x="80439" y="262509"/>
                      </a:cubicBezTo>
                      <a:cubicBezTo>
                        <a:pt x="80313" y="262509"/>
                        <a:pt x="79871" y="262256"/>
                        <a:pt x="79492" y="261688"/>
                      </a:cubicBezTo>
                      <a:cubicBezTo>
                        <a:pt x="79176" y="261120"/>
                        <a:pt x="78923" y="260551"/>
                        <a:pt x="79176" y="260425"/>
                      </a:cubicBezTo>
                      <a:cubicBezTo>
                        <a:pt x="79365" y="260425"/>
                        <a:pt x="79744" y="260741"/>
                        <a:pt x="79997" y="261309"/>
                      </a:cubicBezTo>
                      <a:moveTo>
                        <a:pt x="72292" y="264214"/>
                      </a:moveTo>
                      <a:cubicBezTo>
                        <a:pt x="70208" y="263393"/>
                        <a:pt x="70334" y="261562"/>
                        <a:pt x="72860" y="259920"/>
                      </a:cubicBezTo>
                      <a:cubicBezTo>
                        <a:pt x="75071" y="260930"/>
                        <a:pt x="75071" y="263014"/>
                        <a:pt x="72292" y="264214"/>
                      </a:cubicBezTo>
                      <a:moveTo>
                        <a:pt x="75892" y="240846"/>
                      </a:moveTo>
                      <a:cubicBezTo>
                        <a:pt x="75892" y="240846"/>
                        <a:pt x="75639" y="241225"/>
                        <a:pt x="75008" y="241414"/>
                      </a:cubicBezTo>
                      <a:cubicBezTo>
                        <a:pt x="75008" y="242109"/>
                        <a:pt x="75134" y="242993"/>
                        <a:pt x="75134" y="243814"/>
                      </a:cubicBezTo>
                      <a:lnTo>
                        <a:pt x="74123" y="241730"/>
                      </a:lnTo>
                      <a:lnTo>
                        <a:pt x="73618" y="241730"/>
                      </a:lnTo>
                      <a:cubicBezTo>
                        <a:pt x="73618" y="242867"/>
                        <a:pt x="73618" y="243941"/>
                        <a:pt x="73744" y="245077"/>
                      </a:cubicBezTo>
                      <a:lnTo>
                        <a:pt x="72355" y="241983"/>
                      </a:lnTo>
                      <a:cubicBezTo>
                        <a:pt x="72355" y="241983"/>
                        <a:pt x="71976" y="242109"/>
                        <a:pt x="71660" y="242109"/>
                      </a:cubicBezTo>
                      <a:cubicBezTo>
                        <a:pt x="71786" y="243625"/>
                        <a:pt x="71786" y="245267"/>
                        <a:pt x="71786" y="246972"/>
                      </a:cubicBezTo>
                      <a:lnTo>
                        <a:pt x="69829" y="242930"/>
                      </a:lnTo>
                      <a:lnTo>
                        <a:pt x="69829" y="242614"/>
                      </a:lnTo>
                      <a:cubicBezTo>
                        <a:pt x="69513" y="243435"/>
                        <a:pt x="69386" y="244446"/>
                        <a:pt x="69134" y="245204"/>
                      </a:cubicBezTo>
                      <a:lnTo>
                        <a:pt x="68755" y="242425"/>
                      </a:lnTo>
                      <a:cubicBezTo>
                        <a:pt x="68313" y="243562"/>
                        <a:pt x="67808" y="244951"/>
                        <a:pt x="67365" y="246341"/>
                      </a:cubicBezTo>
                      <a:lnTo>
                        <a:pt x="67239" y="243435"/>
                      </a:lnTo>
                      <a:lnTo>
                        <a:pt x="67239" y="242614"/>
                      </a:lnTo>
                      <a:lnTo>
                        <a:pt x="67492" y="242614"/>
                      </a:lnTo>
                      <a:lnTo>
                        <a:pt x="70965" y="240404"/>
                      </a:lnTo>
                      <a:cubicBezTo>
                        <a:pt x="73302" y="239267"/>
                        <a:pt x="76271" y="238888"/>
                        <a:pt x="75829" y="240783"/>
                      </a:cubicBezTo>
                      <a:moveTo>
                        <a:pt x="77534" y="270720"/>
                      </a:moveTo>
                      <a:cubicBezTo>
                        <a:pt x="77534" y="270720"/>
                        <a:pt x="76713" y="269899"/>
                        <a:pt x="76397" y="268888"/>
                      </a:cubicBezTo>
                      <a:cubicBezTo>
                        <a:pt x="76018" y="267814"/>
                        <a:pt x="76018" y="266804"/>
                        <a:pt x="76271" y="266678"/>
                      </a:cubicBezTo>
                      <a:cubicBezTo>
                        <a:pt x="76523" y="266488"/>
                        <a:pt x="77281" y="267372"/>
                        <a:pt x="77534" y="268509"/>
                      </a:cubicBezTo>
                      <a:cubicBezTo>
                        <a:pt x="77913" y="269646"/>
                        <a:pt x="77913" y="270593"/>
                        <a:pt x="77534" y="270720"/>
                      </a:cubicBezTo>
                      <a:moveTo>
                        <a:pt x="78923" y="267562"/>
                      </a:moveTo>
                      <a:cubicBezTo>
                        <a:pt x="78923" y="267562"/>
                        <a:pt x="78355" y="267120"/>
                        <a:pt x="77976" y="266551"/>
                      </a:cubicBezTo>
                      <a:cubicBezTo>
                        <a:pt x="77723" y="265856"/>
                        <a:pt x="77597" y="265162"/>
                        <a:pt x="77850" y="265035"/>
                      </a:cubicBezTo>
                      <a:cubicBezTo>
                        <a:pt x="77976" y="265035"/>
                        <a:pt x="78355" y="265414"/>
                        <a:pt x="78797" y="266109"/>
                      </a:cubicBezTo>
                      <a:cubicBezTo>
                        <a:pt x="79113" y="266804"/>
                        <a:pt x="79239" y="267499"/>
                        <a:pt x="78923" y="267499"/>
                      </a:cubicBezTo>
                      <a:moveTo>
                        <a:pt x="80629" y="265478"/>
                      </a:moveTo>
                      <a:cubicBezTo>
                        <a:pt x="80629" y="265478"/>
                        <a:pt x="79808" y="265225"/>
                        <a:pt x="79239" y="264341"/>
                      </a:cubicBezTo>
                      <a:cubicBezTo>
                        <a:pt x="78671" y="263520"/>
                        <a:pt x="78418" y="262825"/>
                        <a:pt x="78671" y="262699"/>
                      </a:cubicBezTo>
                      <a:cubicBezTo>
                        <a:pt x="78923" y="262572"/>
                        <a:pt x="79492" y="263014"/>
                        <a:pt x="80060" y="263835"/>
                      </a:cubicBezTo>
                      <a:cubicBezTo>
                        <a:pt x="80629" y="264656"/>
                        <a:pt x="80755" y="265351"/>
                        <a:pt x="80629" y="265478"/>
                      </a:cubicBezTo>
                      <a:moveTo>
                        <a:pt x="93134" y="238888"/>
                      </a:moveTo>
                      <a:lnTo>
                        <a:pt x="92755" y="238888"/>
                      </a:lnTo>
                      <a:lnTo>
                        <a:pt x="92060" y="240530"/>
                      </a:lnTo>
                      <a:lnTo>
                        <a:pt x="90544" y="243309"/>
                      </a:lnTo>
                      <a:lnTo>
                        <a:pt x="91555" y="240214"/>
                      </a:lnTo>
                      <a:lnTo>
                        <a:pt x="91934" y="238699"/>
                      </a:lnTo>
                      <a:cubicBezTo>
                        <a:pt x="91555" y="238572"/>
                        <a:pt x="90797" y="238320"/>
                        <a:pt x="90102" y="238130"/>
                      </a:cubicBezTo>
                      <a:lnTo>
                        <a:pt x="88839" y="239393"/>
                      </a:lnTo>
                      <a:lnTo>
                        <a:pt x="86755" y="241730"/>
                      </a:lnTo>
                      <a:lnTo>
                        <a:pt x="88460" y="238951"/>
                      </a:lnTo>
                      <a:lnTo>
                        <a:pt x="89155" y="237814"/>
                      </a:lnTo>
                      <a:cubicBezTo>
                        <a:pt x="89155" y="237814"/>
                        <a:pt x="88586" y="237688"/>
                        <a:pt x="88334" y="237688"/>
                      </a:cubicBezTo>
                      <a:lnTo>
                        <a:pt x="87071" y="238951"/>
                      </a:lnTo>
                      <a:lnTo>
                        <a:pt x="84986" y="241288"/>
                      </a:lnTo>
                      <a:lnTo>
                        <a:pt x="86629" y="238699"/>
                      </a:lnTo>
                      <a:lnTo>
                        <a:pt x="87323" y="237562"/>
                      </a:lnTo>
                      <a:lnTo>
                        <a:pt x="86250" y="237562"/>
                      </a:lnTo>
                      <a:lnTo>
                        <a:pt x="85365" y="238825"/>
                      </a:lnTo>
                      <a:lnTo>
                        <a:pt x="83408" y="241288"/>
                      </a:lnTo>
                      <a:lnTo>
                        <a:pt x="84797" y="238383"/>
                      </a:lnTo>
                      <a:lnTo>
                        <a:pt x="85239" y="237688"/>
                      </a:lnTo>
                      <a:cubicBezTo>
                        <a:pt x="84671" y="237814"/>
                        <a:pt x="84102" y="238004"/>
                        <a:pt x="83660" y="238130"/>
                      </a:cubicBezTo>
                      <a:lnTo>
                        <a:pt x="82713" y="240467"/>
                      </a:lnTo>
                      <a:lnTo>
                        <a:pt x="83092" y="238256"/>
                      </a:lnTo>
                      <a:cubicBezTo>
                        <a:pt x="81829" y="238825"/>
                        <a:pt x="80692" y="239456"/>
                        <a:pt x="80313" y="240909"/>
                      </a:cubicBezTo>
                      <a:cubicBezTo>
                        <a:pt x="80313" y="238509"/>
                        <a:pt x="82144" y="237120"/>
                        <a:pt x="85618" y="236741"/>
                      </a:cubicBezTo>
                      <a:cubicBezTo>
                        <a:pt x="89660" y="236172"/>
                        <a:pt x="94523" y="236993"/>
                        <a:pt x="93134" y="238825"/>
                      </a:cubicBezTo>
                      <a:moveTo>
                        <a:pt x="95218" y="187414"/>
                      </a:moveTo>
                      <a:cubicBezTo>
                        <a:pt x="95471" y="186467"/>
                        <a:pt x="96481" y="185899"/>
                        <a:pt x="98123" y="185772"/>
                      </a:cubicBezTo>
                      <a:lnTo>
                        <a:pt x="116755" y="182993"/>
                      </a:lnTo>
                      <a:cubicBezTo>
                        <a:pt x="117765" y="182867"/>
                        <a:pt x="117892" y="183435"/>
                        <a:pt x="117765" y="184699"/>
                      </a:cubicBezTo>
                      <a:cubicBezTo>
                        <a:pt x="117450" y="186530"/>
                        <a:pt x="117197" y="188172"/>
                        <a:pt x="116376" y="189562"/>
                      </a:cubicBezTo>
                      <a:cubicBezTo>
                        <a:pt x="115681" y="190130"/>
                        <a:pt x="115492" y="187730"/>
                        <a:pt x="115681" y="184130"/>
                      </a:cubicBezTo>
                      <a:cubicBezTo>
                        <a:pt x="114355" y="187478"/>
                        <a:pt x="114860" y="191014"/>
                        <a:pt x="112650" y="191520"/>
                      </a:cubicBezTo>
                      <a:cubicBezTo>
                        <a:pt x="111702" y="190004"/>
                        <a:pt x="113218" y="187099"/>
                        <a:pt x="113534" y="184825"/>
                      </a:cubicBezTo>
                      <a:cubicBezTo>
                        <a:pt x="111450" y="186783"/>
                        <a:pt x="112144" y="189120"/>
                        <a:pt x="110313" y="191646"/>
                      </a:cubicBezTo>
                      <a:cubicBezTo>
                        <a:pt x="109618" y="191772"/>
                        <a:pt x="109744" y="189435"/>
                        <a:pt x="110186" y="185646"/>
                      </a:cubicBezTo>
                      <a:cubicBezTo>
                        <a:pt x="109176" y="188425"/>
                        <a:pt x="108355" y="190635"/>
                        <a:pt x="107408" y="191646"/>
                      </a:cubicBezTo>
                      <a:cubicBezTo>
                        <a:pt x="106839" y="190825"/>
                        <a:pt x="106839" y="188741"/>
                        <a:pt x="106965" y="186530"/>
                      </a:cubicBezTo>
                      <a:cubicBezTo>
                        <a:pt x="106081" y="190130"/>
                        <a:pt x="105134" y="192656"/>
                        <a:pt x="104313" y="193099"/>
                      </a:cubicBezTo>
                      <a:cubicBezTo>
                        <a:pt x="103997" y="191014"/>
                        <a:pt x="104186" y="188993"/>
                        <a:pt x="104439" y="187099"/>
                      </a:cubicBezTo>
                      <a:lnTo>
                        <a:pt x="104060" y="186720"/>
                      </a:lnTo>
                      <a:cubicBezTo>
                        <a:pt x="103492" y="190193"/>
                        <a:pt x="102923" y="192278"/>
                        <a:pt x="102102" y="193225"/>
                      </a:cubicBezTo>
                      <a:cubicBezTo>
                        <a:pt x="101344" y="191267"/>
                        <a:pt x="101218" y="189056"/>
                        <a:pt x="102355" y="186846"/>
                      </a:cubicBezTo>
                      <a:lnTo>
                        <a:pt x="101534" y="186846"/>
                      </a:lnTo>
                      <a:cubicBezTo>
                        <a:pt x="100965" y="188677"/>
                        <a:pt x="100713" y="190193"/>
                        <a:pt x="99829" y="190762"/>
                      </a:cubicBezTo>
                      <a:cubicBezTo>
                        <a:pt x="98692" y="190635"/>
                        <a:pt x="98186" y="189372"/>
                        <a:pt x="98186" y="187288"/>
                      </a:cubicBezTo>
                      <a:cubicBezTo>
                        <a:pt x="97176" y="191141"/>
                        <a:pt x="95850" y="193288"/>
                        <a:pt x="94271" y="194551"/>
                      </a:cubicBezTo>
                      <a:cubicBezTo>
                        <a:pt x="94144" y="192341"/>
                        <a:pt x="94397" y="189941"/>
                        <a:pt x="95281" y="187604"/>
                      </a:cubicBezTo>
                      <a:moveTo>
                        <a:pt x="96734" y="215077"/>
                      </a:moveTo>
                      <a:cubicBezTo>
                        <a:pt x="96165" y="214509"/>
                        <a:pt x="97113" y="213814"/>
                        <a:pt x="97555" y="214256"/>
                      </a:cubicBezTo>
                      <a:lnTo>
                        <a:pt x="99197" y="215899"/>
                      </a:lnTo>
                      <a:cubicBezTo>
                        <a:pt x="99576" y="216341"/>
                        <a:pt x="98502" y="217035"/>
                        <a:pt x="98186" y="216593"/>
                      </a:cubicBezTo>
                      <a:lnTo>
                        <a:pt x="96671" y="215077"/>
                      </a:lnTo>
                      <a:close/>
                      <a:moveTo>
                        <a:pt x="97302" y="217730"/>
                      </a:moveTo>
                      <a:lnTo>
                        <a:pt x="95913" y="216341"/>
                      </a:lnTo>
                      <a:cubicBezTo>
                        <a:pt x="95660" y="215899"/>
                        <a:pt x="96355" y="215330"/>
                        <a:pt x="96608" y="215646"/>
                      </a:cubicBezTo>
                      <a:lnTo>
                        <a:pt x="97997" y="217035"/>
                      </a:lnTo>
                      <a:cubicBezTo>
                        <a:pt x="98376" y="217478"/>
                        <a:pt x="97555" y="217983"/>
                        <a:pt x="97302" y="217730"/>
                      </a:cubicBezTo>
                      <a:moveTo>
                        <a:pt x="97429" y="212993"/>
                      </a:moveTo>
                      <a:cubicBezTo>
                        <a:pt x="96860" y="212299"/>
                        <a:pt x="98123" y="211351"/>
                        <a:pt x="98818" y="211793"/>
                      </a:cubicBezTo>
                      <a:lnTo>
                        <a:pt x="101281" y="214320"/>
                      </a:lnTo>
                      <a:cubicBezTo>
                        <a:pt x="102039" y="215014"/>
                        <a:pt x="100334" y="216088"/>
                        <a:pt x="99955" y="215520"/>
                      </a:cubicBezTo>
                      <a:lnTo>
                        <a:pt x="97429" y="212993"/>
                      </a:lnTo>
                      <a:close/>
                      <a:moveTo>
                        <a:pt x="100081" y="210783"/>
                      </a:moveTo>
                      <a:cubicBezTo>
                        <a:pt x="99197" y="209962"/>
                        <a:pt x="100334" y="208825"/>
                        <a:pt x="101029" y="209520"/>
                      </a:cubicBezTo>
                      <a:lnTo>
                        <a:pt x="104123" y="212172"/>
                      </a:lnTo>
                      <a:cubicBezTo>
                        <a:pt x="104944" y="212867"/>
                        <a:pt x="103681" y="214130"/>
                        <a:pt x="102986" y="213562"/>
                      </a:cubicBezTo>
                      <a:lnTo>
                        <a:pt x="100081" y="210783"/>
                      </a:lnTo>
                      <a:close/>
                      <a:moveTo>
                        <a:pt x="104376" y="211730"/>
                      </a:moveTo>
                      <a:lnTo>
                        <a:pt x="101913" y="209393"/>
                      </a:lnTo>
                      <a:cubicBezTo>
                        <a:pt x="101218" y="208699"/>
                        <a:pt x="102039" y="207688"/>
                        <a:pt x="102734" y="208256"/>
                      </a:cubicBezTo>
                      <a:lnTo>
                        <a:pt x="105386" y="210467"/>
                      </a:lnTo>
                      <a:cubicBezTo>
                        <a:pt x="106081" y="211162"/>
                        <a:pt x="105008" y="212109"/>
                        <a:pt x="104376" y="211730"/>
                      </a:cubicBezTo>
                      <a:moveTo>
                        <a:pt x="104313" y="208572"/>
                      </a:moveTo>
                      <a:cubicBezTo>
                        <a:pt x="103744" y="208004"/>
                        <a:pt x="104439" y="207183"/>
                        <a:pt x="105008" y="207625"/>
                      </a:cubicBezTo>
                      <a:lnTo>
                        <a:pt x="107218" y="209583"/>
                      </a:lnTo>
                      <a:cubicBezTo>
                        <a:pt x="107786" y="210151"/>
                        <a:pt x="106839" y="211099"/>
                        <a:pt x="106397" y="210720"/>
                      </a:cubicBezTo>
                      <a:lnTo>
                        <a:pt x="104313" y="208635"/>
                      </a:lnTo>
                      <a:close/>
                      <a:moveTo>
                        <a:pt x="94713" y="217478"/>
                      </a:moveTo>
                      <a:cubicBezTo>
                        <a:pt x="94144" y="216909"/>
                        <a:pt x="95092" y="216341"/>
                        <a:pt x="95408" y="216593"/>
                      </a:cubicBezTo>
                      <a:lnTo>
                        <a:pt x="97050" y="218109"/>
                      </a:lnTo>
                      <a:cubicBezTo>
                        <a:pt x="97429" y="218551"/>
                        <a:pt x="96481" y="219246"/>
                        <a:pt x="96039" y="218930"/>
                      </a:cubicBezTo>
                      <a:lnTo>
                        <a:pt x="94650" y="217414"/>
                      </a:lnTo>
                      <a:close/>
                      <a:moveTo>
                        <a:pt x="97050" y="274067"/>
                      </a:moveTo>
                      <a:cubicBezTo>
                        <a:pt x="96165" y="273120"/>
                        <a:pt x="96481" y="271604"/>
                        <a:pt x="97176" y="270593"/>
                      </a:cubicBezTo>
                      <a:cubicBezTo>
                        <a:pt x="97744" y="269899"/>
                        <a:pt x="98439" y="270341"/>
                        <a:pt x="98313" y="271162"/>
                      </a:cubicBezTo>
                      <a:cubicBezTo>
                        <a:pt x="98060" y="271983"/>
                        <a:pt x="98186" y="272551"/>
                        <a:pt x="98565" y="273499"/>
                      </a:cubicBezTo>
                      <a:cubicBezTo>
                        <a:pt x="98881" y="274193"/>
                        <a:pt x="98060" y="275267"/>
                        <a:pt x="97050" y="274004"/>
                      </a:cubicBezTo>
                      <a:moveTo>
                        <a:pt x="100208" y="274762"/>
                      </a:moveTo>
                      <a:cubicBezTo>
                        <a:pt x="99260" y="274193"/>
                        <a:pt x="98944" y="272930"/>
                        <a:pt x="99134" y="271983"/>
                      </a:cubicBezTo>
                      <a:cubicBezTo>
                        <a:pt x="99386" y="271414"/>
                        <a:pt x="100081" y="271414"/>
                        <a:pt x="100208" y="272109"/>
                      </a:cubicBezTo>
                      <a:cubicBezTo>
                        <a:pt x="100334" y="272804"/>
                        <a:pt x="100523" y="273246"/>
                        <a:pt x="101092" y="273814"/>
                      </a:cubicBezTo>
                      <a:cubicBezTo>
                        <a:pt x="101660" y="274193"/>
                        <a:pt x="101344" y="275330"/>
                        <a:pt x="100208" y="274762"/>
                      </a:cubicBezTo>
                      <a:moveTo>
                        <a:pt x="98881" y="255625"/>
                      </a:moveTo>
                      <a:cubicBezTo>
                        <a:pt x="99260" y="257520"/>
                        <a:pt x="99829" y="259288"/>
                        <a:pt x="100839" y="260046"/>
                      </a:cubicBezTo>
                      <a:cubicBezTo>
                        <a:pt x="101092" y="260993"/>
                        <a:pt x="100586" y="261562"/>
                        <a:pt x="100144" y="261183"/>
                      </a:cubicBezTo>
                      <a:cubicBezTo>
                        <a:pt x="98755" y="259288"/>
                        <a:pt x="98565" y="257267"/>
                        <a:pt x="98881" y="255625"/>
                      </a:cubicBezTo>
                      <a:moveTo>
                        <a:pt x="102481" y="286572"/>
                      </a:moveTo>
                      <a:cubicBezTo>
                        <a:pt x="102481" y="286572"/>
                        <a:pt x="102860" y="286067"/>
                        <a:pt x="103555" y="286067"/>
                      </a:cubicBezTo>
                      <a:cubicBezTo>
                        <a:pt x="104250" y="286067"/>
                        <a:pt x="104944" y="286320"/>
                        <a:pt x="104944" y="286572"/>
                      </a:cubicBezTo>
                      <a:cubicBezTo>
                        <a:pt x="104944" y="286699"/>
                        <a:pt x="104502" y="287014"/>
                        <a:pt x="103871" y="287014"/>
                      </a:cubicBezTo>
                      <a:cubicBezTo>
                        <a:pt x="102986" y="287014"/>
                        <a:pt x="102481" y="286825"/>
                        <a:pt x="102481" y="286572"/>
                      </a:cubicBezTo>
                      <a:moveTo>
                        <a:pt x="105386" y="289478"/>
                      </a:moveTo>
                      <a:cubicBezTo>
                        <a:pt x="106523" y="289225"/>
                        <a:pt x="107786" y="289099"/>
                        <a:pt x="107913" y="289351"/>
                      </a:cubicBezTo>
                      <a:cubicBezTo>
                        <a:pt x="108165" y="289604"/>
                        <a:pt x="107344" y="290046"/>
                        <a:pt x="106271" y="290488"/>
                      </a:cubicBezTo>
                      <a:cubicBezTo>
                        <a:pt x="105134" y="290741"/>
                        <a:pt x="104060" y="290741"/>
                        <a:pt x="103744" y="290488"/>
                      </a:cubicBezTo>
                      <a:cubicBezTo>
                        <a:pt x="103618" y="290172"/>
                        <a:pt x="104313" y="289793"/>
                        <a:pt x="105450" y="289478"/>
                      </a:cubicBezTo>
                      <a:moveTo>
                        <a:pt x="105260" y="258088"/>
                      </a:moveTo>
                      <a:cubicBezTo>
                        <a:pt x="105260" y="257141"/>
                        <a:pt x="105513" y="256446"/>
                        <a:pt x="105829" y="256446"/>
                      </a:cubicBezTo>
                      <a:cubicBezTo>
                        <a:pt x="106081" y="256446"/>
                        <a:pt x="106397" y="257141"/>
                        <a:pt x="106397" y="258088"/>
                      </a:cubicBezTo>
                      <a:cubicBezTo>
                        <a:pt x="106397" y="259035"/>
                        <a:pt x="106081" y="259920"/>
                        <a:pt x="105829" y="259920"/>
                      </a:cubicBezTo>
                      <a:cubicBezTo>
                        <a:pt x="105513" y="259920"/>
                        <a:pt x="105260" y="259099"/>
                        <a:pt x="105260" y="258088"/>
                      </a:cubicBezTo>
                      <a:moveTo>
                        <a:pt x="108165" y="274509"/>
                      </a:moveTo>
                      <a:cubicBezTo>
                        <a:pt x="108292" y="275709"/>
                        <a:pt x="108734" y="276593"/>
                        <a:pt x="109429" y="277225"/>
                      </a:cubicBezTo>
                      <a:cubicBezTo>
                        <a:pt x="110755" y="278362"/>
                        <a:pt x="111071" y="280067"/>
                        <a:pt x="109744" y="281141"/>
                      </a:cubicBezTo>
                      <a:lnTo>
                        <a:pt x="106776" y="278425"/>
                      </a:lnTo>
                      <a:cubicBezTo>
                        <a:pt x="105892" y="276720"/>
                        <a:pt x="106650" y="275520"/>
                        <a:pt x="108165" y="274509"/>
                      </a:cubicBezTo>
                      <a:moveTo>
                        <a:pt x="104565" y="291751"/>
                      </a:moveTo>
                      <a:cubicBezTo>
                        <a:pt x="104565" y="291751"/>
                        <a:pt x="105134" y="290867"/>
                        <a:pt x="106523" y="290614"/>
                      </a:cubicBezTo>
                      <a:cubicBezTo>
                        <a:pt x="107786" y="290299"/>
                        <a:pt x="108986" y="290172"/>
                        <a:pt x="109302" y="290488"/>
                      </a:cubicBezTo>
                      <a:cubicBezTo>
                        <a:pt x="109429" y="290741"/>
                        <a:pt x="108608" y="291309"/>
                        <a:pt x="107344" y="291625"/>
                      </a:cubicBezTo>
                      <a:cubicBezTo>
                        <a:pt x="105955" y="292004"/>
                        <a:pt x="104818" y="292004"/>
                        <a:pt x="104565" y="291751"/>
                      </a:cubicBezTo>
                      <a:moveTo>
                        <a:pt x="106776" y="292635"/>
                      </a:moveTo>
                      <a:cubicBezTo>
                        <a:pt x="106776" y="292635"/>
                        <a:pt x="107344" y="292067"/>
                        <a:pt x="108165" y="291941"/>
                      </a:cubicBezTo>
                      <a:cubicBezTo>
                        <a:pt x="108986" y="291688"/>
                        <a:pt x="109808" y="291688"/>
                        <a:pt x="109997" y="291941"/>
                      </a:cubicBezTo>
                      <a:cubicBezTo>
                        <a:pt x="110123" y="292067"/>
                        <a:pt x="109555" y="292509"/>
                        <a:pt x="108734" y="292762"/>
                      </a:cubicBezTo>
                      <a:cubicBezTo>
                        <a:pt x="107786" y="292888"/>
                        <a:pt x="106965" y="292888"/>
                        <a:pt x="106839" y="292635"/>
                      </a:cubicBezTo>
                      <a:moveTo>
                        <a:pt x="109555" y="294025"/>
                      </a:moveTo>
                      <a:cubicBezTo>
                        <a:pt x="108860" y="294025"/>
                        <a:pt x="108165" y="293899"/>
                        <a:pt x="108165" y="293583"/>
                      </a:cubicBezTo>
                      <a:cubicBezTo>
                        <a:pt x="108165" y="293267"/>
                        <a:pt x="108608" y="293014"/>
                        <a:pt x="109302" y="293014"/>
                      </a:cubicBezTo>
                      <a:cubicBezTo>
                        <a:pt x="110123" y="293014"/>
                        <a:pt x="110629" y="293267"/>
                        <a:pt x="110629" y="293583"/>
                      </a:cubicBezTo>
                      <a:cubicBezTo>
                        <a:pt x="110755" y="293835"/>
                        <a:pt x="110250" y="294025"/>
                        <a:pt x="109555" y="294025"/>
                      </a:cubicBezTo>
                      <a:moveTo>
                        <a:pt x="112081" y="250825"/>
                      </a:moveTo>
                      <a:cubicBezTo>
                        <a:pt x="111639" y="251646"/>
                        <a:pt x="111260" y="252214"/>
                        <a:pt x="110944" y="252088"/>
                      </a:cubicBezTo>
                      <a:cubicBezTo>
                        <a:pt x="110629" y="252088"/>
                        <a:pt x="110818" y="251267"/>
                        <a:pt x="111071" y="250572"/>
                      </a:cubicBezTo>
                      <a:cubicBezTo>
                        <a:pt x="111450" y="249751"/>
                        <a:pt x="111892" y="249183"/>
                        <a:pt x="112144" y="249309"/>
                      </a:cubicBezTo>
                      <a:cubicBezTo>
                        <a:pt x="112271" y="249499"/>
                        <a:pt x="112271" y="250193"/>
                        <a:pt x="112018" y="250825"/>
                      </a:cubicBezTo>
                      <a:moveTo>
                        <a:pt x="113344" y="247351"/>
                      </a:moveTo>
                      <a:cubicBezTo>
                        <a:pt x="112902" y="248046"/>
                        <a:pt x="112334" y="248488"/>
                        <a:pt x="112208" y="248299"/>
                      </a:cubicBezTo>
                      <a:cubicBezTo>
                        <a:pt x="112081" y="248172"/>
                        <a:pt x="112208" y="247414"/>
                        <a:pt x="112586" y="246909"/>
                      </a:cubicBezTo>
                      <a:cubicBezTo>
                        <a:pt x="112965" y="246214"/>
                        <a:pt x="113597" y="245899"/>
                        <a:pt x="113723" y="245899"/>
                      </a:cubicBezTo>
                      <a:cubicBezTo>
                        <a:pt x="113976" y="246214"/>
                        <a:pt x="113723" y="246783"/>
                        <a:pt x="113344" y="247288"/>
                      </a:cubicBezTo>
                      <a:moveTo>
                        <a:pt x="117071" y="240404"/>
                      </a:moveTo>
                      <a:cubicBezTo>
                        <a:pt x="112586" y="244572"/>
                        <a:pt x="109302" y="248867"/>
                        <a:pt x="108734" y="253099"/>
                      </a:cubicBezTo>
                      <a:cubicBezTo>
                        <a:pt x="107218" y="251014"/>
                        <a:pt x="110439" y="245709"/>
                        <a:pt x="115429" y="239141"/>
                      </a:cubicBezTo>
                      <a:cubicBezTo>
                        <a:pt x="112334" y="241541"/>
                        <a:pt x="109555" y="244572"/>
                        <a:pt x="106965" y="248046"/>
                      </a:cubicBezTo>
                      <a:cubicBezTo>
                        <a:pt x="107534" y="245835"/>
                        <a:pt x="109365" y="242804"/>
                        <a:pt x="111829" y="239456"/>
                      </a:cubicBezTo>
                      <a:cubicBezTo>
                        <a:pt x="106397" y="243499"/>
                        <a:pt x="102671" y="249499"/>
                        <a:pt x="103239" y="260614"/>
                      </a:cubicBezTo>
                      <a:cubicBezTo>
                        <a:pt x="101155" y="253920"/>
                        <a:pt x="102544" y="247478"/>
                        <a:pt x="106839" y="241225"/>
                      </a:cubicBezTo>
                      <a:lnTo>
                        <a:pt x="100839" y="247478"/>
                      </a:lnTo>
                      <a:lnTo>
                        <a:pt x="106271" y="239141"/>
                      </a:lnTo>
                      <a:lnTo>
                        <a:pt x="102923" y="240278"/>
                      </a:lnTo>
                      <a:lnTo>
                        <a:pt x="103239" y="239078"/>
                      </a:lnTo>
                      <a:lnTo>
                        <a:pt x="101155" y="240025"/>
                      </a:lnTo>
                      <a:lnTo>
                        <a:pt x="101155" y="238635"/>
                      </a:lnTo>
                      <a:lnTo>
                        <a:pt x="98376" y="240846"/>
                      </a:lnTo>
                      <a:lnTo>
                        <a:pt x="98944" y="238509"/>
                      </a:lnTo>
                      <a:cubicBezTo>
                        <a:pt x="97934" y="237941"/>
                        <a:pt x="97239" y="238825"/>
                        <a:pt x="96418" y="239899"/>
                      </a:cubicBezTo>
                      <a:cubicBezTo>
                        <a:pt x="95597" y="237120"/>
                        <a:pt x="98629" y="236172"/>
                        <a:pt x="101850" y="237562"/>
                      </a:cubicBezTo>
                      <a:cubicBezTo>
                        <a:pt x="104376" y="238509"/>
                        <a:pt x="107408" y="238951"/>
                        <a:pt x="111450" y="238130"/>
                      </a:cubicBezTo>
                      <a:cubicBezTo>
                        <a:pt x="113408" y="237688"/>
                        <a:pt x="115492" y="237688"/>
                        <a:pt x="117576" y="238004"/>
                      </a:cubicBezTo>
                      <a:cubicBezTo>
                        <a:pt x="119660" y="239141"/>
                        <a:pt x="119534" y="240088"/>
                        <a:pt x="117134" y="240530"/>
                      </a:cubicBezTo>
                      <a:moveTo>
                        <a:pt x="119408" y="284678"/>
                      </a:moveTo>
                      <a:cubicBezTo>
                        <a:pt x="119408" y="284678"/>
                        <a:pt x="119723" y="283983"/>
                        <a:pt x="120418" y="283667"/>
                      </a:cubicBezTo>
                      <a:cubicBezTo>
                        <a:pt x="121113" y="283414"/>
                        <a:pt x="121681" y="283604"/>
                        <a:pt x="121808" y="283667"/>
                      </a:cubicBezTo>
                      <a:cubicBezTo>
                        <a:pt x="121934" y="284109"/>
                        <a:pt x="121492" y="284551"/>
                        <a:pt x="120860" y="284678"/>
                      </a:cubicBezTo>
                      <a:cubicBezTo>
                        <a:pt x="120165" y="284993"/>
                        <a:pt x="119597" y="284993"/>
                        <a:pt x="119471" y="284678"/>
                      </a:cubicBezTo>
                      <a:moveTo>
                        <a:pt x="126544" y="287583"/>
                      </a:moveTo>
                      <a:cubicBezTo>
                        <a:pt x="126797" y="287962"/>
                        <a:pt x="125976" y="288846"/>
                        <a:pt x="124902" y="289225"/>
                      </a:cubicBezTo>
                      <a:cubicBezTo>
                        <a:pt x="123829" y="289604"/>
                        <a:pt x="122692" y="289604"/>
                        <a:pt x="122502" y="289099"/>
                      </a:cubicBezTo>
                      <a:cubicBezTo>
                        <a:pt x="122376" y="288720"/>
                        <a:pt x="123071" y="288025"/>
                        <a:pt x="124144" y="287456"/>
                      </a:cubicBezTo>
                      <a:cubicBezTo>
                        <a:pt x="125281" y="287078"/>
                        <a:pt x="126418" y="287078"/>
                        <a:pt x="126544" y="287583"/>
                      </a:cubicBezTo>
                      <a:moveTo>
                        <a:pt x="122250" y="286193"/>
                      </a:moveTo>
                      <a:cubicBezTo>
                        <a:pt x="123071" y="285814"/>
                        <a:pt x="123955" y="285814"/>
                        <a:pt x="124081" y="286193"/>
                      </a:cubicBezTo>
                      <a:cubicBezTo>
                        <a:pt x="124208" y="286572"/>
                        <a:pt x="123702" y="287204"/>
                        <a:pt x="122818" y="287456"/>
                      </a:cubicBezTo>
                      <a:cubicBezTo>
                        <a:pt x="121934" y="287899"/>
                        <a:pt x="121113" y="287709"/>
                        <a:pt x="120986" y="287456"/>
                      </a:cubicBezTo>
                      <a:cubicBezTo>
                        <a:pt x="120734" y="287078"/>
                        <a:pt x="121429" y="286509"/>
                        <a:pt x="122250" y="286193"/>
                      </a:cubicBezTo>
                      <a:moveTo>
                        <a:pt x="124839" y="241099"/>
                      </a:moveTo>
                      <a:cubicBezTo>
                        <a:pt x="124839" y="241099"/>
                        <a:pt x="124144" y="240404"/>
                        <a:pt x="124018" y="239709"/>
                      </a:cubicBezTo>
                      <a:cubicBezTo>
                        <a:pt x="123892" y="239014"/>
                        <a:pt x="124018" y="238635"/>
                        <a:pt x="124334" y="238635"/>
                      </a:cubicBezTo>
                      <a:cubicBezTo>
                        <a:pt x="124586" y="238762"/>
                        <a:pt x="125029" y="239456"/>
                        <a:pt x="125155" y="240151"/>
                      </a:cubicBezTo>
                      <a:cubicBezTo>
                        <a:pt x="125281" y="240846"/>
                        <a:pt x="125155" y="241225"/>
                        <a:pt x="124902" y="241162"/>
                      </a:cubicBezTo>
                      <a:moveTo>
                        <a:pt x="124460" y="227330"/>
                      </a:moveTo>
                      <a:cubicBezTo>
                        <a:pt x="124144" y="226825"/>
                        <a:pt x="123323" y="226951"/>
                        <a:pt x="122629" y="226635"/>
                      </a:cubicBezTo>
                      <a:cubicBezTo>
                        <a:pt x="121934" y="226383"/>
                        <a:pt x="122186" y="226193"/>
                        <a:pt x="120923" y="225941"/>
                      </a:cubicBezTo>
                      <a:cubicBezTo>
                        <a:pt x="122186" y="226067"/>
                        <a:pt x="123450" y="226193"/>
                        <a:pt x="124713" y="226383"/>
                      </a:cubicBezTo>
                      <a:lnTo>
                        <a:pt x="125534" y="227772"/>
                      </a:lnTo>
                      <a:lnTo>
                        <a:pt x="125408" y="227646"/>
                      </a:lnTo>
                      <a:cubicBezTo>
                        <a:pt x="124965" y="227646"/>
                        <a:pt x="126671" y="232130"/>
                        <a:pt x="124397" y="227393"/>
                      </a:cubicBezTo>
                      <a:moveTo>
                        <a:pt x="127302" y="240972"/>
                      </a:moveTo>
                      <a:cubicBezTo>
                        <a:pt x="127302" y="240972"/>
                        <a:pt x="126797" y="240530"/>
                        <a:pt x="126481" y="239835"/>
                      </a:cubicBezTo>
                      <a:cubicBezTo>
                        <a:pt x="126165" y="239014"/>
                        <a:pt x="126039" y="238446"/>
                        <a:pt x="126355" y="238446"/>
                      </a:cubicBezTo>
                      <a:cubicBezTo>
                        <a:pt x="126481" y="238320"/>
                        <a:pt x="126923" y="238888"/>
                        <a:pt x="127050" y="239583"/>
                      </a:cubicBezTo>
                      <a:cubicBezTo>
                        <a:pt x="127239" y="240278"/>
                        <a:pt x="127429" y="240846"/>
                        <a:pt x="127239" y="240972"/>
                      </a:cubicBezTo>
                      <a:moveTo>
                        <a:pt x="127492" y="228151"/>
                      </a:moveTo>
                      <a:lnTo>
                        <a:pt x="126544" y="226509"/>
                      </a:lnTo>
                      <a:cubicBezTo>
                        <a:pt x="126544" y="226509"/>
                        <a:pt x="127239" y="226509"/>
                        <a:pt x="127681" y="226635"/>
                      </a:cubicBezTo>
                      <a:lnTo>
                        <a:pt x="128755" y="228467"/>
                      </a:lnTo>
                      <a:cubicBezTo>
                        <a:pt x="128376" y="228467"/>
                        <a:pt x="127934" y="228341"/>
                        <a:pt x="127492" y="228151"/>
                      </a:cubicBezTo>
                      <a:moveTo>
                        <a:pt x="129450" y="241099"/>
                      </a:moveTo>
                      <a:cubicBezTo>
                        <a:pt x="128881" y="241225"/>
                        <a:pt x="129071" y="240783"/>
                        <a:pt x="128881" y="239835"/>
                      </a:cubicBezTo>
                      <a:cubicBezTo>
                        <a:pt x="128755" y="239014"/>
                        <a:pt x="128755" y="238004"/>
                        <a:pt x="128881" y="238004"/>
                      </a:cubicBezTo>
                      <a:cubicBezTo>
                        <a:pt x="129197" y="238004"/>
                        <a:pt x="129765" y="238888"/>
                        <a:pt x="129892" y="239835"/>
                      </a:cubicBezTo>
                      <a:cubicBezTo>
                        <a:pt x="130018" y="240656"/>
                        <a:pt x="130208" y="241099"/>
                        <a:pt x="129513" y="241099"/>
                      </a:cubicBezTo>
                      <a:moveTo>
                        <a:pt x="132544" y="240972"/>
                      </a:moveTo>
                      <a:cubicBezTo>
                        <a:pt x="132544" y="240972"/>
                        <a:pt x="131850" y="240404"/>
                        <a:pt x="131408" y="239267"/>
                      </a:cubicBezTo>
                      <a:cubicBezTo>
                        <a:pt x="131155" y="238130"/>
                        <a:pt x="131029" y="237309"/>
                        <a:pt x="131281" y="237183"/>
                      </a:cubicBezTo>
                      <a:cubicBezTo>
                        <a:pt x="131408" y="237183"/>
                        <a:pt x="131976" y="237878"/>
                        <a:pt x="132355" y="239014"/>
                      </a:cubicBezTo>
                      <a:cubicBezTo>
                        <a:pt x="132671" y="239962"/>
                        <a:pt x="132797" y="240972"/>
                        <a:pt x="132481" y="240972"/>
                      </a:cubicBezTo>
                      <a:moveTo>
                        <a:pt x="134755" y="241541"/>
                      </a:moveTo>
                      <a:cubicBezTo>
                        <a:pt x="134755" y="241541"/>
                        <a:pt x="133934" y="240530"/>
                        <a:pt x="133808" y="239456"/>
                      </a:cubicBezTo>
                      <a:cubicBezTo>
                        <a:pt x="133492" y="238193"/>
                        <a:pt x="133492" y="237183"/>
                        <a:pt x="133808" y="237183"/>
                      </a:cubicBezTo>
                      <a:cubicBezTo>
                        <a:pt x="134186" y="237056"/>
                        <a:pt x="134629" y="238067"/>
                        <a:pt x="134944" y="239141"/>
                      </a:cubicBezTo>
                      <a:cubicBezTo>
                        <a:pt x="135197" y="240404"/>
                        <a:pt x="135071" y="241351"/>
                        <a:pt x="134818" y="241541"/>
                      </a:cubicBezTo>
                      <a:moveTo>
                        <a:pt x="137344" y="241793"/>
                      </a:moveTo>
                      <a:cubicBezTo>
                        <a:pt x="136397" y="241920"/>
                        <a:pt x="136650" y="241351"/>
                        <a:pt x="136397" y="240088"/>
                      </a:cubicBezTo>
                      <a:cubicBezTo>
                        <a:pt x="136271" y="239014"/>
                        <a:pt x="136271" y="237562"/>
                        <a:pt x="136523" y="237562"/>
                      </a:cubicBezTo>
                      <a:cubicBezTo>
                        <a:pt x="136776" y="237435"/>
                        <a:pt x="137660" y="238825"/>
                        <a:pt x="137786" y="239962"/>
                      </a:cubicBezTo>
                      <a:cubicBezTo>
                        <a:pt x="138102" y="241099"/>
                        <a:pt x="138229" y="241604"/>
                        <a:pt x="137344" y="241793"/>
                      </a:cubicBezTo>
                      <a:moveTo>
                        <a:pt x="139618" y="241541"/>
                      </a:moveTo>
                      <a:cubicBezTo>
                        <a:pt x="139618" y="241541"/>
                        <a:pt x="138734" y="240656"/>
                        <a:pt x="138481" y="239456"/>
                      </a:cubicBezTo>
                      <a:cubicBezTo>
                        <a:pt x="138229" y="238193"/>
                        <a:pt x="138102" y="237056"/>
                        <a:pt x="138355" y="237056"/>
                      </a:cubicBezTo>
                      <a:cubicBezTo>
                        <a:pt x="138734" y="236930"/>
                        <a:pt x="139176" y="237878"/>
                        <a:pt x="139618" y="239141"/>
                      </a:cubicBezTo>
                      <a:cubicBezTo>
                        <a:pt x="139871" y="240404"/>
                        <a:pt x="139871" y="241541"/>
                        <a:pt x="139618" y="241541"/>
                      </a:cubicBezTo>
                      <a:moveTo>
                        <a:pt x="140629" y="251267"/>
                      </a:moveTo>
                      <a:cubicBezTo>
                        <a:pt x="140313" y="250572"/>
                        <a:pt x="140186" y="249878"/>
                        <a:pt x="140313" y="249878"/>
                      </a:cubicBezTo>
                      <a:cubicBezTo>
                        <a:pt x="140439" y="249751"/>
                        <a:pt x="140755" y="250320"/>
                        <a:pt x="141008" y="250888"/>
                      </a:cubicBezTo>
                      <a:cubicBezTo>
                        <a:pt x="141323" y="251583"/>
                        <a:pt x="141323" y="252278"/>
                        <a:pt x="141323" y="252278"/>
                      </a:cubicBezTo>
                      <a:cubicBezTo>
                        <a:pt x="141197" y="252404"/>
                        <a:pt x="140755" y="251835"/>
                        <a:pt x="140629" y="251330"/>
                      </a:cubicBezTo>
                      <a:moveTo>
                        <a:pt x="141323" y="241920"/>
                      </a:moveTo>
                      <a:cubicBezTo>
                        <a:pt x="141323" y="241920"/>
                        <a:pt x="140629" y="240656"/>
                        <a:pt x="140629" y="239141"/>
                      </a:cubicBezTo>
                      <a:cubicBezTo>
                        <a:pt x="140629" y="237625"/>
                        <a:pt x="140881" y="236362"/>
                        <a:pt x="141323" y="236362"/>
                      </a:cubicBezTo>
                      <a:cubicBezTo>
                        <a:pt x="141576" y="236362"/>
                        <a:pt x="142018" y="237625"/>
                        <a:pt x="142018" y="239141"/>
                      </a:cubicBezTo>
                      <a:cubicBezTo>
                        <a:pt x="142018" y="240656"/>
                        <a:pt x="141765" y="241920"/>
                        <a:pt x="141323" y="241920"/>
                      </a:cubicBezTo>
                      <a:moveTo>
                        <a:pt x="143092" y="252088"/>
                      </a:moveTo>
                      <a:cubicBezTo>
                        <a:pt x="142523" y="252341"/>
                        <a:pt x="142713" y="251835"/>
                        <a:pt x="142397" y="250951"/>
                      </a:cubicBezTo>
                      <a:cubicBezTo>
                        <a:pt x="142144" y="250256"/>
                        <a:pt x="142144" y="249309"/>
                        <a:pt x="142271" y="249183"/>
                      </a:cubicBezTo>
                      <a:cubicBezTo>
                        <a:pt x="142586" y="249183"/>
                        <a:pt x="142965" y="249878"/>
                        <a:pt x="143281" y="250699"/>
                      </a:cubicBezTo>
                      <a:cubicBezTo>
                        <a:pt x="143534" y="251520"/>
                        <a:pt x="143534" y="251962"/>
                        <a:pt x="143155" y="252088"/>
                      </a:cubicBezTo>
                      <a:moveTo>
                        <a:pt x="143660" y="241920"/>
                      </a:moveTo>
                      <a:cubicBezTo>
                        <a:pt x="143281" y="241920"/>
                        <a:pt x="143092" y="240972"/>
                        <a:pt x="143092" y="239583"/>
                      </a:cubicBezTo>
                      <a:cubicBezTo>
                        <a:pt x="143092" y="238383"/>
                        <a:pt x="143218" y="237183"/>
                        <a:pt x="143660" y="237183"/>
                      </a:cubicBezTo>
                      <a:cubicBezTo>
                        <a:pt x="143913" y="237183"/>
                        <a:pt x="144165" y="238320"/>
                        <a:pt x="144165" y="239583"/>
                      </a:cubicBezTo>
                      <a:cubicBezTo>
                        <a:pt x="144165" y="240972"/>
                        <a:pt x="143913" y="241920"/>
                        <a:pt x="143660" y="241920"/>
                      </a:cubicBezTo>
                      <a:moveTo>
                        <a:pt x="146565" y="256699"/>
                      </a:moveTo>
                      <a:cubicBezTo>
                        <a:pt x="145997" y="256572"/>
                        <a:pt x="146123" y="255878"/>
                        <a:pt x="146313" y="255183"/>
                      </a:cubicBezTo>
                      <a:lnTo>
                        <a:pt x="147197" y="255183"/>
                      </a:lnTo>
                      <a:cubicBezTo>
                        <a:pt x="147197" y="256004"/>
                        <a:pt x="147197" y="256699"/>
                        <a:pt x="146629" y="256699"/>
                      </a:cubicBezTo>
                      <a:moveTo>
                        <a:pt x="148397" y="256699"/>
                      </a:moveTo>
                      <a:cubicBezTo>
                        <a:pt x="147576" y="256572"/>
                        <a:pt x="147702" y="255751"/>
                        <a:pt x="148018" y="254930"/>
                      </a:cubicBezTo>
                      <a:cubicBezTo>
                        <a:pt x="148271" y="253920"/>
                        <a:pt x="148397" y="253667"/>
                        <a:pt x="148713" y="253667"/>
                      </a:cubicBezTo>
                      <a:cubicBezTo>
                        <a:pt x="148965" y="253793"/>
                        <a:pt x="149155" y="254046"/>
                        <a:pt x="149155" y="255056"/>
                      </a:cubicBezTo>
                      <a:cubicBezTo>
                        <a:pt x="149155" y="256067"/>
                        <a:pt x="149155" y="256699"/>
                        <a:pt x="148460" y="256699"/>
                      </a:cubicBezTo>
                      <a:moveTo>
                        <a:pt x="150039" y="256446"/>
                      </a:moveTo>
                      <a:cubicBezTo>
                        <a:pt x="149471" y="256320"/>
                        <a:pt x="149471" y="255183"/>
                        <a:pt x="149786" y="253920"/>
                      </a:cubicBezTo>
                      <a:lnTo>
                        <a:pt x="150608" y="253920"/>
                      </a:lnTo>
                      <a:cubicBezTo>
                        <a:pt x="150608" y="255499"/>
                        <a:pt x="150608" y="256572"/>
                        <a:pt x="150039" y="256446"/>
                      </a:cubicBezTo>
                      <a:moveTo>
                        <a:pt x="149913" y="252656"/>
                      </a:moveTo>
                      <a:cubicBezTo>
                        <a:pt x="150039" y="252214"/>
                        <a:pt x="150165" y="251962"/>
                        <a:pt x="150292" y="251962"/>
                      </a:cubicBezTo>
                      <a:cubicBezTo>
                        <a:pt x="150418" y="251962"/>
                        <a:pt x="150418" y="252214"/>
                        <a:pt x="150544" y="252656"/>
                      </a:cubicBezTo>
                      <a:lnTo>
                        <a:pt x="149850" y="252656"/>
                      </a:lnTo>
                      <a:close/>
                      <a:moveTo>
                        <a:pt x="151302" y="253225"/>
                      </a:moveTo>
                      <a:cubicBezTo>
                        <a:pt x="151744" y="252088"/>
                        <a:pt x="151871" y="251709"/>
                        <a:pt x="152250" y="251709"/>
                      </a:cubicBezTo>
                      <a:cubicBezTo>
                        <a:pt x="152502" y="251709"/>
                        <a:pt x="152629" y="252278"/>
                        <a:pt x="152629" y="253541"/>
                      </a:cubicBezTo>
                      <a:cubicBezTo>
                        <a:pt x="152629" y="254804"/>
                        <a:pt x="152629" y="255941"/>
                        <a:pt x="151681" y="255751"/>
                      </a:cubicBezTo>
                      <a:cubicBezTo>
                        <a:pt x="150671" y="255625"/>
                        <a:pt x="150986" y="254551"/>
                        <a:pt x="151239" y="253288"/>
                      </a:cubicBezTo>
                      <a:moveTo>
                        <a:pt x="169492" y="258783"/>
                      </a:moveTo>
                      <a:cubicBezTo>
                        <a:pt x="167155" y="264909"/>
                        <a:pt x="163808" y="268635"/>
                        <a:pt x="160902" y="272678"/>
                      </a:cubicBezTo>
                      <a:cubicBezTo>
                        <a:pt x="160902" y="272804"/>
                        <a:pt x="160586" y="272930"/>
                        <a:pt x="160586" y="273056"/>
                      </a:cubicBezTo>
                      <a:cubicBezTo>
                        <a:pt x="160460" y="273183"/>
                        <a:pt x="160334" y="273309"/>
                        <a:pt x="160208" y="273625"/>
                      </a:cubicBezTo>
                      <a:cubicBezTo>
                        <a:pt x="160334" y="273372"/>
                        <a:pt x="160460" y="273246"/>
                        <a:pt x="160586" y="272930"/>
                      </a:cubicBezTo>
                      <a:cubicBezTo>
                        <a:pt x="160460" y="272235"/>
                        <a:pt x="160334" y="271541"/>
                        <a:pt x="160208" y="270846"/>
                      </a:cubicBezTo>
                      <a:cubicBezTo>
                        <a:pt x="160586" y="271414"/>
                        <a:pt x="160776" y="271793"/>
                        <a:pt x="160902" y="272362"/>
                      </a:cubicBezTo>
                      <a:cubicBezTo>
                        <a:pt x="161281" y="271667"/>
                        <a:pt x="161723" y="270972"/>
                        <a:pt x="162165" y="270278"/>
                      </a:cubicBezTo>
                      <a:cubicBezTo>
                        <a:pt x="162039" y="269583"/>
                        <a:pt x="161913" y="268888"/>
                        <a:pt x="161786" y="268067"/>
                      </a:cubicBezTo>
                      <a:cubicBezTo>
                        <a:pt x="162039" y="268635"/>
                        <a:pt x="162355" y="269014"/>
                        <a:pt x="162608" y="269583"/>
                      </a:cubicBezTo>
                      <a:cubicBezTo>
                        <a:pt x="162860" y="269014"/>
                        <a:pt x="163302" y="268446"/>
                        <a:pt x="163618" y="267878"/>
                      </a:cubicBezTo>
                      <a:cubicBezTo>
                        <a:pt x="163302" y="267183"/>
                        <a:pt x="163176" y="266362"/>
                        <a:pt x="162923" y="265541"/>
                      </a:cubicBezTo>
                      <a:cubicBezTo>
                        <a:pt x="163365" y="266109"/>
                        <a:pt x="163618" y="266678"/>
                        <a:pt x="163934" y="267183"/>
                      </a:cubicBezTo>
                      <a:cubicBezTo>
                        <a:pt x="164376" y="266488"/>
                        <a:pt x="164755" y="265793"/>
                        <a:pt x="165071" y="265099"/>
                      </a:cubicBezTo>
                      <a:cubicBezTo>
                        <a:pt x="164881" y="264404"/>
                        <a:pt x="164629" y="263709"/>
                        <a:pt x="164502" y="263014"/>
                      </a:cubicBezTo>
                      <a:cubicBezTo>
                        <a:pt x="164755" y="263393"/>
                        <a:pt x="165071" y="263835"/>
                        <a:pt x="165323" y="264404"/>
                      </a:cubicBezTo>
                      <a:cubicBezTo>
                        <a:pt x="165765" y="263141"/>
                        <a:pt x="166018" y="262193"/>
                        <a:pt x="166144" y="261372"/>
                      </a:cubicBezTo>
                      <a:lnTo>
                        <a:pt x="151808" y="270278"/>
                      </a:lnTo>
                      <a:cubicBezTo>
                        <a:pt x="153008" y="269204"/>
                        <a:pt x="154334" y="268256"/>
                        <a:pt x="155534" y="267183"/>
                      </a:cubicBezTo>
                      <a:cubicBezTo>
                        <a:pt x="155408" y="266362"/>
                        <a:pt x="155281" y="265414"/>
                        <a:pt x="155155" y="264593"/>
                      </a:cubicBezTo>
                      <a:cubicBezTo>
                        <a:pt x="155534" y="265288"/>
                        <a:pt x="155850" y="266109"/>
                        <a:pt x="156165" y="266804"/>
                      </a:cubicBezTo>
                      <a:cubicBezTo>
                        <a:pt x="156418" y="266488"/>
                        <a:pt x="156860" y="266235"/>
                        <a:pt x="157113" y="265920"/>
                      </a:cubicBezTo>
                      <a:cubicBezTo>
                        <a:pt x="156986" y="264846"/>
                        <a:pt x="156860" y="263709"/>
                        <a:pt x="156671" y="262572"/>
                      </a:cubicBezTo>
                      <a:cubicBezTo>
                        <a:pt x="157239" y="263520"/>
                        <a:pt x="157492" y="264530"/>
                        <a:pt x="157744" y="265351"/>
                      </a:cubicBezTo>
                      <a:cubicBezTo>
                        <a:pt x="158186" y="265099"/>
                        <a:pt x="158629" y="264656"/>
                        <a:pt x="159008" y="264404"/>
                      </a:cubicBezTo>
                      <a:cubicBezTo>
                        <a:pt x="158881" y="263014"/>
                        <a:pt x="158692" y="261499"/>
                        <a:pt x="158439" y="259920"/>
                      </a:cubicBezTo>
                      <a:cubicBezTo>
                        <a:pt x="159134" y="261183"/>
                        <a:pt x="159576" y="262383"/>
                        <a:pt x="159829" y="263709"/>
                      </a:cubicBezTo>
                      <a:cubicBezTo>
                        <a:pt x="160271" y="263267"/>
                        <a:pt x="160523" y="263014"/>
                        <a:pt x="160965" y="262699"/>
                      </a:cubicBezTo>
                      <a:cubicBezTo>
                        <a:pt x="160839" y="260741"/>
                        <a:pt x="160523" y="258530"/>
                        <a:pt x="160271" y="256446"/>
                      </a:cubicBezTo>
                      <a:cubicBezTo>
                        <a:pt x="161218" y="258341"/>
                        <a:pt x="161913" y="260172"/>
                        <a:pt x="161913" y="261751"/>
                      </a:cubicBezTo>
                      <a:cubicBezTo>
                        <a:pt x="162165" y="261435"/>
                        <a:pt x="162481" y="261309"/>
                        <a:pt x="162734" y="261056"/>
                      </a:cubicBezTo>
                      <a:cubicBezTo>
                        <a:pt x="162608" y="258972"/>
                        <a:pt x="162292" y="256446"/>
                        <a:pt x="161913" y="254235"/>
                      </a:cubicBezTo>
                      <a:cubicBezTo>
                        <a:pt x="163050" y="256320"/>
                        <a:pt x="163744" y="258404"/>
                        <a:pt x="163871" y="260109"/>
                      </a:cubicBezTo>
                      <a:cubicBezTo>
                        <a:pt x="163871" y="259983"/>
                        <a:pt x="164123" y="259793"/>
                        <a:pt x="164313" y="259667"/>
                      </a:cubicBezTo>
                      <a:cubicBezTo>
                        <a:pt x="164313" y="257456"/>
                        <a:pt x="163871" y="254425"/>
                        <a:pt x="163492" y="251583"/>
                      </a:cubicBezTo>
                      <a:cubicBezTo>
                        <a:pt x="164881" y="254235"/>
                        <a:pt x="165576" y="256762"/>
                        <a:pt x="165260" y="258530"/>
                      </a:cubicBezTo>
                      <a:cubicBezTo>
                        <a:pt x="165513" y="258277"/>
                        <a:pt x="165829" y="257962"/>
                        <a:pt x="166081" y="257709"/>
                      </a:cubicBezTo>
                      <a:cubicBezTo>
                        <a:pt x="165955" y="253667"/>
                        <a:pt x="164565" y="250067"/>
                        <a:pt x="163302" y="246278"/>
                      </a:cubicBezTo>
                      <a:cubicBezTo>
                        <a:pt x="162734" y="248235"/>
                        <a:pt x="162734" y="248930"/>
                        <a:pt x="162165" y="248741"/>
                      </a:cubicBezTo>
                      <a:cubicBezTo>
                        <a:pt x="162481" y="246530"/>
                        <a:pt x="162292" y="245520"/>
                        <a:pt x="161913" y="245267"/>
                      </a:cubicBezTo>
                      <a:cubicBezTo>
                        <a:pt x="161660" y="248362"/>
                        <a:pt x="160965" y="250320"/>
                        <a:pt x="159955" y="251267"/>
                      </a:cubicBezTo>
                      <a:lnTo>
                        <a:pt x="160523" y="246278"/>
                      </a:lnTo>
                      <a:lnTo>
                        <a:pt x="159702" y="246278"/>
                      </a:lnTo>
                      <a:cubicBezTo>
                        <a:pt x="159008" y="249878"/>
                        <a:pt x="158881" y="251014"/>
                        <a:pt x="157492" y="252214"/>
                      </a:cubicBezTo>
                      <a:cubicBezTo>
                        <a:pt x="158060" y="250004"/>
                        <a:pt x="157744" y="248362"/>
                        <a:pt x="157744" y="247920"/>
                      </a:cubicBezTo>
                      <a:cubicBezTo>
                        <a:pt x="157365" y="248046"/>
                        <a:pt x="157050" y="248235"/>
                        <a:pt x="156797" y="248235"/>
                      </a:cubicBezTo>
                      <a:lnTo>
                        <a:pt x="156797" y="248677"/>
                      </a:lnTo>
                      <a:cubicBezTo>
                        <a:pt x="156923" y="250067"/>
                        <a:pt x="156923" y="251835"/>
                        <a:pt x="155281" y="254109"/>
                      </a:cubicBezTo>
                      <a:cubicBezTo>
                        <a:pt x="155155" y="252151"/>
                        <a:pt x="155976" y="250383"/>
                        <a:pt x="155976" y="248425"/>
                      </a:cubicBezTo>
                      <a:cubicBezTo>
                        <a:pt x="155534" y="248551"/>
                        <a:pt x="155281" y="248741"/>
                        <a:pt x="154839" y="248804"/>
                      </a:cubicBezTo>
                      <a:lnTo>
                        <a:pt x="154839" y="250762"/>
                      </a:lnTo>
                      <a:cubicBezTo>
                        <a:pt x="154713" y="251520"/>
                        <a:pt x="153955" y="253414"/>
                        <a:pt x="153765" y="253730"/>
                      </a:cubicBezTo>
                      <a:cubicBezTo>
                        <a:pt x="153955" y="253225"/>
                        <a:pt x="154397" y="249688"/>
                        <a:pt x="154018" y="248930"/>
                      </a:cubicBezTo>
                      <a:cubicBezTo>
                        <a:pt x="153702" y="249056"/>
                        <a:pt x="153323" y="249056"/>
                        <a:pt x="153071" y="249183"/>
                      </a:cubicBezTo>
                      <a:lnTo>
                        <a:pt x="153071" y="249625"/>
                      </a:lnTo>
                      <a:cubicBezTo>
                        <a:pt x="152881" y="250193"/>
                        <a:pt x="152881" y="250572"/>
                        <a:pt x="152629" y="250572"/>
                      </a:cubicBezTo>
                      <a:cubicBezTo>
                        <a:pt x="152502" y="250572"/>
                        <a:pt x="152376" y="250320"/>
                        <a:pt x="152376" y="249878"/>
                      </a:cubicBezTo>
                      <a:cubicBezTo>
                        <a:pt x="152250" y="249751"/>
                        <a:pt x="152250" y="249499"/>
                        <a:pt x="152123" y="249372"/>
                      </a:cubicBezTo>
                      <a:cubicBezTo>
                        <a:pt x="151997" y="249372"/>
                        <a:pt x="151681" y="249372"/>
                        <a:pt x="151429" y="249499"/>
                      </a:cubicBezTo>
                      <a:lnTo>
                        <a:pt x="151429" y="249625"/>
                      </a:lnTo>
                      <a:cubicBezTo>
                        <a:pt x="151555" y="250067"/>
                        <a:pt x="151555" y="250320"/>
                        <a:pt x="151429" y="250446"/>
                      </a:cubicBezTo>
                      <a:cubicBezTo>
                        <a:pt x="151302" y="250446"/>
                        <a:pt x="150986" y="250067"/>
                        <a:pt x="150734" y="249625"/>
                      </a:cubicBezTo>
                      <a:cubicBezTo>
                        <a:pt x="150481" y="249625"/>
                        <a:pt x="150165" y="249751"/>
                        <a:pt x="150039" y="249751"/>
                      </a:cubicBezTo>
                      <a:cubicBezTo>
                        <a:pt x="150165" y="250446"/>
                        <a:pt x="150165" y="250762"/>
                        <a:pt x="149597" y="251014"/>
                      </a:cubicBezTo>
                      <a:cubicBezTo>
                        <a:pt x="148902" y="251330"/>
                        <a:pt x="148902" y="250572"/>
                        <a:pt x="148776" y="249878"/>
                      </a:cubicBezTo>
                      <a:cubicBezTo>
                        <a:pt x="148334" y="250004"/>
                        <a:pt x="147892" y="250004"/>
                        <a:pt x="147513" y="250130"/>
                      </a:cubicBezTo>
                      <a:cubicBezTo>
                        <a:pt x="147702" y="250699"/>
                        <a:pt x="147513" y="251078"/>
                        <a:pt x="147386" y="251078"/>
                      </a:cubicBezTo>
                      <a:cubicBezTo>
                        <a:pt x="147260" y="251204"/>
                        <a:pt x="147008" y="250762"/>
                        <a:pt x="146692" y="250256"/>
                      </a:cubicBezTo>
                      <a:lnTo>
                        <a:pt x="145555" y="250256"/>
                      </a:lnTo>
                      <a:cubicBezTo>
                        <a:pt x="145681" y="250762"/>
                        <a:pt x="145681" y="251078"/>
                        <a:pt x="145555" y="251204"/>
                      </a:cubicBezTo>
                      <a:cubicBezTo>
                        <a:pt x="145429" y="251204"/>
                        <a:pt x="145113" y="250888"/>
                        <a:pt x="144860" y="250320"/>
                      </a:cubicBezTo>
                      <a:cubicBezTo>
                        <a:pt x="144734" y="250193"/>
                        <a:pt x="144734" y="249941"/>
                        <a:pt x="144608" y="249625"/>
                      </a:cubicBezTo>
                      <a:cubicBezTo>
                        <a:pt x="144165" y="248804"/>
                        <a:pt x="144039" y="247983"/>
                        <a:pt x="144165" y="247793"/>
                      </a:cubicBezTo>
                      <a:cubicBezTo>
                        <a:pt x="144418" y="247667"/>
                        <a:pt x="144860" y="248235"/>
                        <a:pt x="145302" y="249246"/>
                      </a:cubicBezTo>
                      <a:cubicBezTo>
                        <a:pt x="145429" y="249499"/>
                        <a:pt x="145555" y="249941"/>
                        <a:pt x="145555" y="250193"/>
                      </a:cubicBezTo>
                      <a:cubicBezTo>
                        <a:pt x="145808" y="250067"/>
                        <a:pt x="146250" y="249878"/>
                        <a:pt x="146565" y="249878"/>
                      </a:cubicBezTo>
                      <a:cubicBezTo>
                        <a:pt x="146565" y="249562"/>
                        <a:pt x="146565" y="249435"/>
                        <a:pt x="146439" y="249309"/>
                      </a:cubicBezTo>
                      <a:cubicBezTo>
                        <a:pt x="146186" y="248172"/>
                        <a:pt x="146186" y="247225"/>
                        <a:pt x="146439" y="247099"/>
                      </a:cubicBezTo>
                      <a:cubicBezTo>
                        <a:pt x="146692" y="246972"/>
                        <a:pt x="147134" y="247793"/>
                        <a:pt x="147386" y="248930"/>
                      </a:cubicBezTo>
                      <a:cubicBezTo>
                        <a:pt x="147386" y="249056"/>
                        <a:pt x="147513" y="249309"/>
                        <a:pt x="147513" y="249625"/>
                      </a:cubicBezTo>
                      <a:cubicBezTo>
                        <a:pt x="147892" y="249499"/>
                        <a:pt x="148208" y="249372"/>
                        <a:pt x="148650" y="249246"/>
                      </a:cubicBezTo>
                      <a:cubicBezTo>
                        <a:pt x="148523" y="248551"/>
                        <a:pt x="148523" y="248235"/>
                        <a:pt x="148523" y="247793"/>
                      </a:cubicBezTo>
                      <a:cubicBezTo>
                        <a:pt x="148523" y="247225"/>
                        <a:pt x="148523" y="246972"/>
                        <a:pt x="148650" y="246972"/>
                      </a:cubicBezTo>
                      <a:cubicBezTo>
                        <a:pt x="148776" y="246846"/>
                        <a:pt x="149471" y="247793"/>
                        <a:pt x="149786" y="248930"/>
                      </a:cubicBezTo>
                      <a:cubicBezTo>
                        <a:pt x="150102" y="248804"/>
                        <a:pt x="150165" y="248804"/>
                        <a:pt x="150481" y="248614"/>
                      </a:cubicBezTo>
                      <a:cubicBezTo>
                        <a:pt x="150481" y="248614"/>
                        <a:pt x="150439" y="248509"/>
                        <a:pt x="150355" y="248299"/>
                      </a:cubicBezTo>
                      <a:cubicBezTo>
                        <a:pt x="150102" y="247478"/>
                        <a:pt x="150102" y="247162"/>
                        <a:pt x="150102" y="246656"/>
                      </a:cubicBezTo>
                      <a:cubicBezTo>
                        <a:pt x="149913" y="246278"/>
                        <a:pt x="149913" y="246088"/>
                        <a:pt x="150102" y="245962"/>
                      </a:cubicBezTo>
                      <a:cubicBezTo>
                        <a:pt x="150229" y="245835"/>
                        <a:pt x="150923" y="246909"/>
                        <a:pt x="151239" y="247856"/>
                      </a:cubicBezTo>
                      <a:cubicBezTo>
                        <a:pt x="151239" y="247983"/>
                        <a:pt x="151239" y="248172"/>
                        <a:pt x="151365" y="248235"/>
                      </a:cubicBezTo>
                      <a:cubicBezTo>
                        <a:pt x="151618" y="248109"/>
                        <a:pt x="151744" y="248109"/>
                        <a:pt x="152060" y="247983"/>
                      </a:cubicBezTo>
                      <a:lnTo>
                        <a:pt x="152060" y="245772"/>
                      </a:lnTo>
                      <a:cubicBezTo>
                        <a:pt x="152060" y="245204"/>
                        <a:pt x="152186" y="244888"/>
                        <a:pt x="152313" y="244888"/>
                      </a:cubicBezTo>
                      <a:cubicBezTo>
                        <a:pt x="152439" y="244888"/>
                        <a:pt x="152565" y="245204"/>
                        <a:pt x="152755" y="245583"/>
                      </a:cubicBezTo>
                      <a:cubicBezTo>
                        <a:pt x="152881" y="246151"/>
                        <a:pt x="153008" y="246846"/>
                        <a:pt x="153197" y="247541"/>
                      </a:cubicBezTo>
                      <a:cubicBezTo>
                        <a:pt x="153450" y="247541"/>
                        <a:pt x="153765" y="247414"/>
                        <a:pt x="154018" y="247225"/>
                      </a:cubicBezTo>
                      <a:lnTo>
                        <a:pt x="154018" y="246151"/>
                      </a:lnTo>
                      <a:cubicBezTo>
                        <a:pt x="154144" y="245709"/>
                        <a:pt x="154144" y="245456"/>
                        <a:pt x="154271" y="245456"/>
                      </a:cubicBezTo>
                      <a:cubicBezTo>
                        <a:pt x="154397" y="245330"/>
                        <a:pt x="154650" y="246151"/>
                        <a:pt x="154776" y="246846"/>
                      </a:cubicBezTo>
                      <a:cubicBezTo>
                        <a:pt x="155218" y="246720"/>
                        <a:pt x="155471" y="246593"/>
                        <a:pt x="155913" y="246467"/>
                      </a:cubicBezTo>
                      <a:lnTo>
                        <a:pt x="155913" y="244888"/>
                      </a:lnTo>
                      <a:cubicBezTo>
                        <a:pt x="155913" y="244509"/>
                        <a:pt x="156039" y="244067"/>
                        <a:pt x="156229" y="244067"/>
                      </a:cubicBezTo>
                      <a:cubicBezTo>
                        <a:pt x="156355" y="243941"/>
                        <a:pt x="156481" y="244193"/>
                        <a:pt x="156481" y="244635"/>
                      </a:cubicBezTo>
                      <a:cubicBezTo>
                        <a:pt x="156608" y="245014"/>
                        <a:pt x="156797" y="245456"/>
                        <a:pt x="156797" y="246025"/>
                      </a:cubicBezTo>
                      <a:cubicBezTo>
                        <a:pt x="157050" y="245899"/>
                        <a:pt x="157365" y="245899"/>
                        <a:pt x="157618" y="245583"/>
                      </a:cubicBezTo>
                      <a:cubicBezTo>
                        <a:pt x="157618" y="244762"/>
                        <a:pt x="157808" y="243941"/>
                        <a:pt x="157808" y="243372"/>
                      </a:cubicBezTo>
                      <a:cubicBezTo>
                        <a:pt x="157934" y="242804"/>
                        <a:pt x="158060" y="242425"/>
                        <a:pt x="158186" y="242425"/>
                      </a:cubicBezTo>
                      <a:cubicBezTo>
                        <a:pt x="158376" y="242299"/>
                        <a:pt x="158439" y="242551"/>
                        <a:pt x="158439" y="243120"/>
                      </a:cubicBezTo>
                      <a:cubicBezTo>
                        <a:pt x="158565" y="243688"/>
                        <a:pt x="158565" y="244383"/>
                        <a:pt x="158565" y="245204"/>
                      </a:cubicBezTo>
                      <a:cubicBezTo>
                        <a:pt x="158818" y="245077"/>
                        <a:pt x="159134" y="244888"/>
                        <a:pt x="159386" y="244888"/>
                      </a:cubicBezTo>
                      <a:cubicBezTo>
                        <a:pt x="160334" y="240972"/>
                        <a:pt x="161597" y="235730"/>
                        <a:pt x="161597" y="230993"/>
                      </a:cubicBezTo>
                      <a:cubicBezTo>
                        <a:pt x="161344" y="230425"/>
                        <a:pt x="161029" y="229983"/>
                        <a:pt x="160776" y="229478"/>
                      </a:cubicBezTo>
                      <a:cubicBezTo>
                        <a:pt x="160523" y="234783"/>
                        <a:pt x="160081" y="239204"/>
                        <a:pt x="158439" y="242172"/>
                      </a:cubicBezTo>
                      <a:cubicBezTo>
                        <a:pt x="159323" y="237878"/>
                        <a:pt x="159450" y="233267"/>
                        <a:pt x="158313" y="228025"/>
                      </a:cubicBezTo>
                      <a:lnTo>
                        <a:pt x="157871" y="228025"/>
                      </a:lnTo>
                      <a:cubicBezTo>
                        <a:pt x="157997" y="233709"/>
                        <a:pt x="157997" y="238446"/>
                        <a:pt x="156481" y="241667"/>
                      </a:cubicBezTo>
                      <a:cubicBezTo>
                        <a:pt x="157050" y="237056"/>
                        <a:pt x="156923" y="232256"/>
                        <a:pt x="155092" y="226762"/>
                      </a:cubicBezTo>
                      <a:cubicBezTo>
                        <a:pt x="154776" y="226635"/>
                        <a:pt x="154523" y="226509"/>
                        <a:pt x="154271" y="226509"/>
                      </a:cubicBezTo>
                      <a:cubicBezTo>
                        <a:pt x="155534" y="227646"/>
                        <a:pt x="155218" y="232067"/>
                        <a:pt x="154650" y="232762"/>
                      </a:cubicBezTo>
                      <a:cubicBezTo>
                        <a:pt x="153765" y="230109"/>
                        <a:pt x="154523" y="229288"/>
                        <a:pt x="152123" y="227456"/>
                      </a:cubicBezTo>
                      <a:lnTo>
                        <a:pt x="151429" y="227456"/>
                      </a:lnTo>
                      <a:cubicBezTo>
                        <a:pt x="152692" y="228846"/>
                        <a:pt x="152818" y="230930"/>
                        <a:pt x="152502" y="232572"/>
                      </a:cubicBezTo>
                      <a:cubicBezTo>
                        <a:pt x="151808" y="231056"/>
                        <a:pt x="150671" y="229225"/>
                        <a:pt x="149597" y="228151"/>
                      </a:cubicBezTo>
                      <a:lnTo>
                        <a:pt x="148334" y="228151"/>
                      </a:lnTo>
                      <a:cubicBezTo>
                        <a:pt x="150165" y="230235"/>
                        <a:pt x="150165" y="230614"/>
                        <a:pt x="149850" y="232320"/>
                      </a:cubicBezTo>
                      <a:cubicBezTo>
                        <a:pt x="149155" y="230488"/>
                        <a:pt x="146376" y="229288"/>
                        <a:pt x="145239" y="228404"/>
                      </a:cubicBezTo>
                      <a:cubicBezTo>
                        <a:pt x="144671" y="228404"/>
                        <a:pt x="144544" y="228530"/>
                        <a:pt x="143976" y="228530"/>
                      </a:cubicBezTo>
                      <a:cubicBezTo>
                        <a:pt x="145365" y="229225"/>
                        <a:pt x="147323" y="231751"/>
                        <a:pt x="146629" y="232572"/>
                      </a:cubicBezTo>
                      <a:cubicBezTo>
                        <a:pt x="145681" y="231435"/>
                        <a:pt x="143534" y="230362"/>
                        <a:pt x="142713" y="228846"/>
                      </a:cubicBezTo>
                      <a:cubicBezTo>
                        <a:pt x="142144" y="228846"/>
                        <a:pt x="142397" y="229099"/>
                        <a:pt x="141829" y="229099"/>
                      </a:cubicBezTo>
                      <a:cubicBezTo>
                        <a:pt x="142081" y="229920"/>
                        <a:pt x="141829" y="230488"/>
                        <a:pt x="141955" y="231435"/>
                      </a:cubicBezTo>
                      <a:cubicBezTo>
                        <a:pt x="140692" y="231183"/>
                        <a:pt x="139997" y="231056"/>
                        <a:pt x="138481" y="229351"/>
                      </a:cubicBezTo>
                      <a:cubicBezTo>
                        <a:pt x="138229" y="229351"/>
                        <a:pt x="137660" y="229225"/>
                        <a:pt x="137660" y="229351"/>
                      </a:cubicBezTo>
                      <a:cubicBezTo>
                        <a:pt x="137786" y="229730"/>
                        <a:pt x="138355" y="230741"/>
                        <a:pt x="138481" y="231120"/>
                      </a:cubicBezTo>
                      <a:cubicBezTo>
                        <a:pt x="138229" y="230741"/>
                        <a:pt x="135323" y="229225"/>
                        <a:pt x="135008" y="228783"/>
                      </a:cubicBezTo>
                      <a:cubicBezTo>
                        <a:pt x="134881" y="228656"/>
                        <a:pt x="135576" y="228656"/>
                        <a:pt x="133871" y="228530"/>
                      </a:cubicBezTo>
                      <a:cubicBezTo>
                        <a:pt x="134060" y="228909"/>
                        <a:pt x="135008" y="231183"/>
                        <a:pt x="135134" y="231562"/>
                      </a:cubicBezTo>
                      <a:cubicBezTo>
                        <a:pt x="134881" y="231183"/>
                        <a:pt x="132797" y="228909"/>
                        <a:pt x="132481" y="228656"/>
                      </a:cubicBezTo>
                      <a:cubicBezTo>
                        <a:pt x="131786" y="228530"/>
                        <a:pt x="131218" y="228530"/>
                        <a:pt x="130523" y="228341"/>
                      </a:cubicBezTo>
                      <a:lnTo>
                        <a:pt x="129260" y="226256"/>
                      </a:lnTo>
                      <a:cubicBezTo>
                        <a:pt x="135513" y="226635"/>
                        <a:pt x="142460" y="226383"/>
                        <a:pt x="150797" y="224867"/>
                      </a:cubicBezTo>
                      <a:lnTo>
                        <a:pt x="158565" y="223351"/>
                      </a:lnTo>
                      <a:cubicBezTo>
                        <a:pt x="161218" y="222530"/>
                        <a:pt x="163050" y="223920"/>
                        <a:pt x="163555" y="227962"/>
                      </a:cubicBezTo>
                      <a:lnTo>
                        <a:pt x="163934" y="232383"/>
                      </a:lnTo>
                      <a:cubicBezTo>
                        <a:pt x="165639" y="234720"/>
                        <a:pt x="166334" y="237688"/>
                        <a:pt x="164629" y="241730"/>
                      </a:cubicBezTo>
                      <a:cubicBezTo>
                        <a:pt x="165323" y="244635"/>
                        <a:pt x="167029" y="247162"/>
                        <a:pt x="169492" y="249246"/>
                      </a:cubicBezTo>
                      <a:cubicBezTo>
                        <a:pt x="171702" y="251330"/>
                        <a:pt x="171955" y="254235"/>
                        <a:pt x="169302" y="258467"/>
                      </a:cubicBezTo>
                      <a:moveTo>
                        <a:pt x="153008" y="266425"/>
                      </a:moveTo>
                      <a:cubicBezTo>
                        <a:pt x="153386" y="267120"/>
                        <a:pt x="153702" y="267878"/>
                        <a:pt x="153829" y="268509"/>
                      </a:cubicBezTo>
                      <a:lnTo>
                        <a:pt x="153386" y="268888"/>
                      </a:lnTo>
                      <a:cubicBezTo>
                        <a:pt x="153260" y="268067"/>
                        <a:pt x="153134" y="267246"/>
                        <a:pt x="153008" y="266362"/>
                      </a:cubicBezTo>
                      <a:moveTo>
                        <a:pt x="145429" y="239267"/>
                      </a:moveTo>
                      <a:cubicBezTo>
                        <a:pt x="145429" y="237751"/>
                        <a:pt x="145681" y="236488"/>
                        <a:pt x="145997" y="236488"/>
                      </a:cubicBezTo>
                      <a:cubicBezTo>
                        <a:pt x="146313" y="236488"/>
                        <a:pt x="146565" y="237688"/>
                        <a:pt x="146565" y="239267"/>
                      </a:cubicBezTo>
                      <a:cubicBezTo>
                        <a:pt x="146565" y="240846"/>
                        <a:pt x="146313" y="242046"/>
                        <a:pt x="145997" y="242046"/>
                      </a:cubicBezTo>
                      <a:cubicBezTo>
                        <a:pt x="145681" y="242046"/>
                        <a:pt x="145429" y="240783"/>
                        <a:pt x="145429" y="239267"/>
                      </a:cubicBezTo>
                      <a:moveTo>
                        <a:pt x="147702" y="238888"/>
                      </a:moveTo>
                      <a:cubicBezTo>
                        <a:pt x="147829" y="237183"/>
                        <a:pt x="148144" y="235793"/>
                        <a:pt x="148523" y="235793"/>
                      </a:cubicBezTo>
                      <a:cubicBezTo>
                        <a:pt x="148902" y="235920"/>
                        <a:pt x="149092" y="237183"/>
                        <a:pt x="148902" y="239014"/>
                      </a:cubicBezTo>
                      <a:cubicBezTo>
                        <a:pt x="148650" y="240530"/>
                        <a:pt x="148334" y="241920"/>
                        <a:pt x="147955" y="241920"/>
                      </a:cubicBezTo>
                      <a:cubicBezTo>
                        <a:pt x="147702" y="241920"/>
                        <a:pt x="147513" y="240530"/>
                        <a:pt x="147702" y="238888"/>
                      </a:cubicBezTo>
                      <a:moveTo>
                        <a:pt x="150734" y="238572"/>
                      </a:moveTo>
                      <a:cubicBezTo>
                        <a:pt x="151050" y="236930"/>
                        <a:pt x="151555" y="235667"/>
                        <a:pt x="151871" y="235667"/>
                      </a:cubicBezTo>
                      <a:cubicBezTo>
                        <a:pt x="152250" y="235667"/>
                        <a:pt x="152250" y="237056"/>
                        <a:pt x="151997" y="238762"/>
                      </a:cubicBezTo>
                      <a:cubicBezTo>
                        <a:pt x="151744" y="240404"/>
                        <a:pt x="151302" y="241667"/>
                        <a:pt x="150860" y="241667"/>
                      </a:cubicBezTo>
                      <a:cubicBezTo>
                        <a:pt x="150608" y="241667"/>
                        <a:pt x="150481" y="240278"/>
                        <a:pt x="150734" y="238635"/>
                      </a:cubicBezTo>
                      <a:moveTo>
                        <a:pt x="154081" y="238067"/>
                      </a:moveTo>
                      <a:cubicBezTo>
                        <a:pt x="154334" y="235983"/>
                        <a:pt x="154208" y="234025"/>
                        <a:pt x="154460" y="234151"/>
                      </a:cubicBezTo>
                      <a:cubicBezTo>
                        <a:pt x="154902" y="234151"/>
                        <a:pt x="155597" y="236235"/>
                        <a:pt x="155281" y="238193"/>
                      </a:cubicBezTo>
                      <a:cubicBezTo>
                        <a:pt x="154902" y="240278"/>
                        <a:pt x="154271" y="241920"/>
                        <a:pt x="153892" y="241793"/>
                      </a:cubicBezTo>
                      <a:cubicBezTo>
                        <a:pt x="153513" y="241604"/>
                        <a:pt x="153765" y="239962"/>
                        <a:pt x="154018" y="238067"/>
                      </a:cubicBezTo>
                      <a:moveTo>
                        <a:pt x="142713" y="211730"/>
                      </a:moveTo>
                      <a:cubicBezTo>
                        <a:pt x="146186" y="212551"/>
                        <a:pt x="149786" y="215456"/>
                        <a:pt x="153386" y="218551"/>
                      </a:cubicBezTo>
                      <a:cubicBezTo>
                        <a:pt x="153955" y="219499"/>
                        <a:pt x="153639" y="219751"/>
                        <a:pt x="152818" y="219372"/>
                      </a:cubicBezTo>
                      <a:cubicBezTo>
                        <a:pt x="150355" y="218551"/>
                        <a:pt x="146692" y="214383"/>
                        <a:pt x="142713" y="211730"/>
                      </a:cubicBezTo>
                      <a:moveTo>
                        <a:pt x="154650" y="220383"/>
                      </a:moveTo>
                      <a:cubicBezTo>
                        <a:pt x="154650" y="220383"/>
                        <a:pt x="155344" y="220383"/>
                        <a:pt x="156102" y="220825"/>
                      </a:cubicBezTo>
                      <a:cubicBezTo>
                        <a:pt x="156797" y="221267"/>
                        <a:pt x="157050" y="221709"/>
                        <a:pt x="156923" y="221835"/>
                      </a:cubicBezTo>
                      <a:cubicBezTo>
                        <a:pt x="156797" y="222088"/>
                        <a:pt x="156229" y="221962"/>
                        <a:pt x="155534" y="221520"/>
                      </a:cubicBezTo>
                      <a:cubicBezTo>
                        <a:pt x="154965" y="221078"/>
                        <a:pt x="154586" y="220509"/>
                        <a:pt x="154713" y="220383"/>
                      </a:cubicBezTo>
                      <a:moveTo>
                        <a:pt x="173408" y="240151"/>
                      </a:moveTo>
                      <a:cubicBezTo>
                        <a:pt x="173155" y="239078"/>
                        <a:pt x="172018" y="237941"/>
                        <a:pt x="171765" y="236804"/>
                      </a:cubicBezTo>
                      <a:cubicBezTo>
                        <a:pt x="171639" y="236109"/>
                        <a:pt x="172081" y="236235"/>
                        <a:pt x="172586" y="236804"/>
                      </a:cubicBezTo>
                      <a:cubicBezTo>
                        <a:pt x="173850" y="238446"/>
                        <a:pt x="173597" y="238888"/>
                        <a:pt x="173408" y="240151"/>
                      </a:cubicBezTo>
                      <a:moveTo>
                        <a:pt x="174292" y="236235"/>
                      </a:moveTo>
                      <a:cubicBezTo>
                        <a:pt x="173155" y="234972"/>
                        <a:pt x="172586" y="232888"/>
                        <a:pt x="171197" y="231625"/>
                      </a:cubicBezTo>
                      <a:cubicBezTo>
                        <a:pt x="173029" y="232572"/>
                        <a:pt x="173850" y="232762"/>
                        <a:pt x="174797" y="235414"/>
                      </a:cubicBezTo>
                      <a:cubicBezTo>
                        <a:pt x="175113" y="236362"/>
                        <a:pt x="174923" y="237056"/>
                        <a:pt x="174229" y="236235"/>
                      </a:cubicBezTo>
                      <a:moveTo>
                        <a:pt x="174986" y="233141"/>
                      </a:moveTo>
                      <a:cubicBezTo>
                        <a:pt x="173597" y="231183"/>
                        <a:pt x="173155" y="228277"/>
                        <a:pt x="171513" y="226193"/>
                      </a:cubicBezTo>
                      <a:cubicBezTo>
                        <a:pt x="173913" y="227899"/>
                        <a:pt x="174860" y="228151"/>
                        <a:pt x="175934" y="232067"/>
                      </a:cubicBezTo>
                      <a:cubicBezTo>
                        <a:pt x="176250" y="233583"/>
                        <a:pt x="175808" y="234404"/>
                        <a:pt x="174986" y="233141"/>
                      </a:cubicBezTo>
                      <a:moveTo>
                        <a:pt x="177197" y="229162"/>
                      </a:moveTo>
                      <a:cubicBezTo>
                        <a:pt x="177197" y="230678"/>
                        <a:pt x="176502" y="231688"/>
                        <a:pt x="176123" y="230235"/>
                      </a:cubicBezTo>
                      <a:cubicBezTo>
                        <a:pt x="175555" y="228341"/>
                        <a:pt x="174544" y="224299"/>
                        <a:pt x="172650" y="222341"/>
                      </a:cubicBezTo>
                      <a:cubicBezTo>
                        <a:pt x="175302" y="223162"/>
                        <a:pt x="177260" y="226383"/>
                        <a:pt x="177260" y="229162"/>
                      </a:cubicBezTo>
                      <a:moveTo>
                        <a:pt x="173723" y="220256"/>
                      </a:moveTo>
                      <a:cubicBezTo>
                        <a:pt x="176123" y="221204"/>
                        <a:pt x="177639" y="222909"/>
                        <a:pt x="178460" y="225435"/>
                      </a:cubicBezTo>
                      <a:cubicBezTo>
                        <a:pt x="178586" y="226825"/>
                        <a:pt x="178460" y="227520"/>
                        <a:pt x="177513" y="226383"/>
                      </a:cubicBezTo>
                      <a:cubicBezTo>
                        <a:pt x="177008" y="224299"/>
                        <a:pt x="175555" y="222214"/>
                        <a:pt x="173786" y="220256"/>
                      </a:cubicBezTo>
                      <a:moveTo>
                        <a:pt x="177071" y="271414"/>
                      </a:moveTo>
                      <a:cubicBezTo>
                        <a:pt x="177071" y="271414"/>
                        <a:pt x="176944" y="270467"/>
                        <a:pt x="177450" y="269772"/>
                      </a:cubicBezTo>
                      <a:cubicBezTo>
                        <a:pt x="177576" y="269520"/>
                        <a:pt x="177892" y="269330"/>
                        <a:pt x="178018" y="269204"/>
                      </a:cubicBezTo>
                      <a:cubicBezTo>
                        <a:pt x="177892" y="269078"/>
                        <a:pt x="177892" y="268888"/>
                        <a:pt x="177765" y="268888"/>
                      </a:cubicBezTo>
                      <a:cubicBezTo>
                        <a:pt x="177197" y="269583"/>
                        <a:pt x="176502" y="269899"/>
                        <a:pt x="176250" y="269709"/>
                      </a:cubicBezTo>
                      <a:cubicBezTo>
                        <a:pt x="175934" y="269456"/>
                        <a:pt x="176123" y="268762"/>
                        <a:pt x="176629" y="268067"/>
                      </a:cubicBezTo>
                      <a:cubicBezTo>
                        <a:pt x="176629" y="267878"/>
                        <a:pt x="176755" y="267814"/>
                        <a:pt x="176944" y="267814"/>
                      </a:cubicBezTo>
                      <a:cubicBezTo>
                        <a:pt x="176629" y="267562"/>
                        <a:pt x="176629" y="267372"/>
                        <a:pt x="176502" y="267246"/>
                      </a:cubicBezTo>
                      <a:cubicBezTo>
                        <a:pt x="176123" y="267562"/>
                        <a:pt x="175808" y="267625"/>
                        <a:pt x="175555" y="267562"/>
                      </a:cubicBezTo>
                      <a:cubicBezTo>
                        <a:pt x="175429" y="267435"/>
                        <a:pt x="175555" y="266867"/>
                        <a:pt x="175997" y="266299"/>
                      </a:cubicBezTo>
                      <a:cubicBezTo>
                        <a:pt x="175744" y="265730"/>
                        <a:pt x="175555" y="265162"/>
                        <a:pt x="175997" y="264909"/>
                      </a:cubicBezTo>
                      <a:cubicBezTo>
                        <a:pt x="176818" y="264214"/>
                        <a:pt x="177260" y="265162"/>
                        <a:pt x="178081" y="266993"/>
                      </a:cubicBezTo>
                      <a:cubicBezTo>
                        <a:pt x="178397" y="267688"/>
                        <a:pt x="178081" y="268130"/>
                        <a:pt x="178460" y="268509"/>
                      </a:cubicBezTo>
                      <a:cubicBezTo>
                        <a:pt x="178776" y="269078"/>
                        <a:pt x="179597" y="269330"/>
                        <a:pt x="179850" y="269772"/>
                      </a:cubicBezTo>
                      <a:cubicBezTo>
                        <a:pt x="180860" y="271288"/>
                        <a:pt x="180671" y="272551"/>
                        <a:pt x="180544" y="272678"/>
                      </a:cubicBezTo>
                      <a:cubicBezTo>
                        <a:pt x="180292" y="272804"/>
                        <a:pt x="180418" y="272551"/>
                        <a:pt x="179850" y="271414"/>
                      </a:cubicBezTo>
                      <a:cubicBezTo>
                        <a:pt x="179723" y="271541"/>
                        <a:pt x="179534" y="271730"/>
                        <a:pt x="179534" y="271856"/>
                      </a:cubicBezTo>
                      <a:cubicBezTo>
                        <a:pt x="179029" y="272425"/>
                        <a:pt x="178397" y="272867"/>
                        <a:pt x="178334" y="272551"/>
                      </a:cubicBezTo>
                      <a:cubicBezTo>
                        <a:pt x="178018" y="272425"/>
                        <a:pt x="178208" y="271730"/>
                        <a:pt x="178586" y="271162"/>
                      </a:cubicBezTo>
                      <a:cubicBezTo>
                        <a:pt x="178902" y="270909"/>
                        <a:pt x="179029" y="270720"/>
                        <a:pt x="179155" y="270593"/>
                      </a:cubicBezTo>
                      <a:cubicBezTo>
                        <a:pt x="179029" y="270467"/>
                        <a:pt x="179029" y="270341"/>
                        <a:pt x="178902" y="270151"/>
                      </a:cubicBezTo>
                      <a:cubicBezTo>
                        <a:pt x="178776" y="270341"/>
                        <a:pt x="178776" y="270467"/>
                        <a:pt x="178586" y="270593"/>
                      </a:cubicBezTo>
                      <a:cubicBezTo>
                        <a:pt x="178018" y="271288"/>
                        <a:pt x="177323" y="271730"/>
                        <a:pt x="177071" y="271414"/>
                      </a:cubicBezTo>
                      <a:moveTo>
                        <a:pt x="178018" y="273814"/>
                      </a:moveTo>
                      <a:cubicBezTo>
                        <a:pt x="178713" y="272930"/>
                        <a:pt x="179534" y="272551"/>
                        <a:pt x="179850" y="272867"/>
                      </a:cubicBezTo>
                      <a:cubicBezTo>
                        <a:pt x="180229" y="273120"/>
                        <a:pt x="179976" y="273941"/>
                        <a:pt x="179281" y="274762"/>
                      </a:cubicBezTo>
                      <a:cubicBezTo>
                        <a:pt x="178586" y="275583"/>
                        <a:pt x="177892" y="276025"/>
                        <a:pt x="177576" y="275709"/>
                      </a:cubicBezTo>
                      <a:cubicBezTo>
                        <a:pt x="177134" y="275456"/>
                        <a:pt x="177450" y="274635"/>
                        <a:pt x="177955" y="273814"/>
                      </a:cubicBezTo>
                      <a:moveTo>
                        <a:pt x="178586" y="292193"/>
                      </a:moveTo>
                      <a:cubicBezTo>
                        <a:pt x="178586" y="292193"/>
                        <a:pt x="177892" y="291941"/>
                        <a:pt x="177639" y="291056"/>
                      </a:cubicBezTo>
                      <a:cubicBezTo>
                        <a:pt x="177513" y="290362"/>
                        <a:pt x="177513" y="289667"/>
                        <a:pt x="177765" y="289667"/>
                      </a:cubicBezTo>
                      <a:cubicBezTo>
                        <a:pt x="178018" y="289541"/>
                        <a:pt x="178460" y="290109"/>
                        <a:pt x="178776" y="290804"/>
                      </a:cubicBezTo>
                      <a:cubicBezTo>
                        <a:pt x="178902" y="291499"/>
                        <a:pt x="178902" y="292193"/>
                        <a:pt x="178650" y="292193"/>
                      </a:cubicBezTo>
                      <a:moveTo>
                        <a:pt x="179850" y="291183"/>
                      </a:moveTo>
                      <a:cubicBezTo>
                        <a:pt x="179850" y="291183"/>
                        <a:pt x="179408" y="290867"/>
                        <a:pt x="179281" y="290299"/>
                      </a:cubicBezTo>
                      <a:cubicBezTo>
                        <a:pt x="179092" y="289920"/>
                        <a:pt x="179092" y="289414"/>
                        <a:pt x="179408" y="289351"/>
                      </a:cubicBezTo>
                      <a:cubicBezTo>
                        <a:pt x="179534" y="289351"/>
                        <a:pt x="179850" y="289604"/>
                        <a:pt x="179976" y="290172"/>
                      </a:cubicBezTo>
                      <a:cubicBezTo>
                        <a:pt x="180102" y="290614"/>
                        <a:pt x="180102" y="290993"/>
                        <a:pt x="179850" y="291183"/>
                      </a:cubicBezTo>
                      <a:moveTo>
                        <a:pt x="182565" y="291183"/>
                      </a:moveTo>
                      <a:cubicBezTo>
                        <a:pt x="182186" y="291183"/>
                        <a:pt x="181744" y="290867"/>
                        <a:pt x="181744" y="290488"/>
                      </a:cubicBezTo>
                      <a:cubicBezTo>
                        <a:pt x="181744" y="289920"/>
                        <a:pt x="182186" y="289604"/>
                        <a:pt x="182565" y="289604"/>
                      </a:cubicBezTo>
                      <a:cubicBezTo>
                        <a:pt x="183134" y="289604"/>
                        <a:pt x="183576" y="289920"/>
                        <a:pt x="183576" y="290488"/>
                      </a:cubicBezTo>
                      <a:cubicBezTo>
                        <a:pt x="183576" y="290867"/>
                        <a:pt x="183197" y="291183"/>
                        <a:pt x="182565" y="291183"/>
                      </a:cubicBezTo>
                      <a:moveTo>
                        <a:pt x="182818" y="285056"/>
                      </a:moveTo>
                      <a:cubicBezTo>
                        <a:pt x="182565" y="285688"/>
                        <a:pt x="181744" y="285499"/>
                        <a:pt x="180229" y="284614"/>
                      </a:cubicBezTo>
                      <a:cubicBezTo>
                        <a:pt x="177955" y="283288"/>
                        <a:pt x="178523" y="281899"/>
                        <a:pt x="180923" y="280572"/>
                      </a:cubicBezTo>
                      <a:cubicBezTo>
                        <a:pt x="181744" y="282972"/>
                        <a:pt x="185660" y="284488"/>
                        <a:pt x="182818" y="285056"/>
                      </a:cubicBezTo>
                      <a:moveTo>
                        <a:pt x="189702" y="263899"/>
                      </a:moveTo>
                      <a:cubicBezTo>
                        <a:pt x="189323" y="264846"/>
                        <a:pt x="188755" y="265541"/>
                        <a:pt x="188439" y="265414"/>
                      </a:cubicBezTo>
                      <a:cubicBezTo>
                        <a:pt x="188186" y="265288"/>
                        <a:pt x="188313" y="264467"/>
                        <a:pt x="188755" y="263456"/>
                      </a:cubicBezTo>
                      <a:cubicBezTo>
                        <a:pt x="189197" y="262383"/>
                        <a:pt x="189702" y="261625"/>
                        <a:pt x="189955" y="261814"/>
                      </a:cubicBezTo>
                      <a:cubicBezTo>
                        <a:pt x="190271" y="261941"/>
                        <a:pt x="190144" y="262762"/>
                        <a:pt x="189702" y="263899"/>
                      </a:cubicBezTo>
                      <a:moveTo>
                        <a:pt x="195260" y="287456"/>
                      </a:moveTo>
                      <a:cubicBezTo>
                        <a:pt x="196334" y="287709"/>
                        <a:pt x="196208" y="289099"/>
                        <a:pt x="196208" y="290109"/>
                      </a:cubicBezTo>
                      <a:cubicBezTo>
                        <a:pt x="195513" y="289414"/>
                        <a:pt x="194818" y="288593"/>
                        <a:pt x="194123" y="289414"/>
                      </a:cubicBezTo>
                      <a:cubicBezTo>
                        <a:pt x="192165" y="287899"/>
                        <a:pt x="191471" y="288720"/>
                        <a:pt x="190081" y="289099"/>
                      </a:cubicBezTo>
                      <a:cubicBezTo>
                        <a:pt x="190650" y="287709"/>
                        <a:pt x="192671" y="286320"/>
                        <a:pt x="195197" y="287456"/>
                      </a:cubicBezTo>
                      <a:moveTo>
                        <a:pt x="194439" y="266299"/>
                      </a:moveTo>
                      <a:cubicBezTo>
                        <a:pt x="193744" y="267435"/>
                        <a:pt x="193050" y="268383"/>
                        <a:pt x="192608" y="268256"/>
                      </a:cubicBezTo>
                      <a:cubicBezTo>
                        <a:pt x="192165" y="268130"/>
                        <a:pt x="192355" y="266993"/>
                        <a:pt x="192986" y="265730"/>
                      </a:cubicBezTo>
                      <a:cubicBezTo>
                        <a:pt x="193555" y="264467"/>
                        <a:pt x="194376" y="263646"/>
                        <a:pt x="194818" y="263772"/>
                      </a:cubicBezTo>
                      <a:cubicBezTo>
                        <a:pt x="195134" y="263899"/>
                        <a:pt x="194944" y="265035"/>
                        <a:pt x="194376" y="266235"/>
                      </a:cubicBezTo>
                      <a:moveTo>
                        <a:pt x="196650" y="266299"/>
                      </a:moveTo>
                      <a:cubicBezTo>
                        <a:pt x="196334" y="267120"/>
                        <a:pt x="195765" y="267688"/>
                        <a:pt x="195513" y="267562"/>
                      </a:cubicBezTo>
                      <a:cubicBezTo>
                        <a:pt x="195386" y="267562"/>
                        <a:pt x="195513" y="266741"/>
                        <a:pt x="195765" y="265856"/>
                      </a:cubicBezTo>
                      <a:cubicBezTo>
                        <a:pt x="196208" y="265035"/>
                        <a:pt x="196650" y="264467"/>
                        <a:pt x="196902" y="264593"/>
                      </a:cubicBezTo>
                      <a:cubicBezTo>
                        <a:pt x="197029" y="264593"/>
                        <a:pt x="196902" y="265414"/>
                        <a:pt x="196650" y="266235"/>
                      </a:cubicBezTo>
                      <a:moveTo>
                        <a:pt x="206502" y="223162"/>
                      </a:moveTo>
                      <a:cubicBezTo>
                        <a:pt x="206755" y="222720"/>
                        <a:pt x="206755" y="222088"/>
                        <a:pt x="206123" y="221899"/>
                      </a:cubicBezTo>
                      <a:cubicBezTo>
                        <a:pt x="205429" y="221772"/>
                        <a:pt x="204986" y="221772"/>
                        <a:pt x="204608" y="221078"/>
                      </a:cubicBezTo>
                      <a:cubicBezTo>
                        <a:pt x="204039" y="219372"/>
                        <a:pt x="204860" y="218551"/>
                        <a:pt x="206250" y="218109"/>
                      </a:cubicBezTo>
                      <a:cubicBezTo>
                        <a:pt x="207386" y="218109"/>
                        <a:pt x="207765" y="218551"/>
                        <a:pt x="207513" y="219246"/>
                      </a:cubicBezTo>
                      <a:lnTo>
                        <a:pt x="206818" y="219751"/>
                      </a:lnTo>
                      <a:cubicBezTo>
                        <a:pt x="208081" y="220193"/>
                        <a:pt x="208902" y="220635"/>
                        <a:pt x="209281" y="221267"/>
                      </a:cubicBezTo>
                      <a:cubicBezTo>
                        <a:pt x="208586" y="221267"/>
                        <a:pt x="208208" y="221456"/>
                        <a:pt x="208081" y="221962"/>
                      </a:cubicBezTo>
                      <a:cubicBezTo>
                        <a:pt x="210481" y="221583"/>
                        <a:pt x="210292" y="225309"/>
                        <a:pt x="208208" y="224551"/>
                      </a:cubicBezTo>
                      <a:cubicBezTo>
                        <a:pt x="206818" y="224172"/>
                        <a:pt x="206123" y="224678"/>
                        <a:pt x="206818" y="227078"/>
                      </a:cubicBezTo>
                      <a:cubicBezTo>
                        <a:pt x="207386" y="229856"/>
                        <a:pt x="209281" y="230551"/>
                        <a:pt x="209218" y="227646"/>
                      </a:cubicBezTo>
                      <a:cubicBezTo>
                        <a:pt x="208902" y="226256"/>
                        <a:pt x="213639" y="226004"/>
                        <a:pt x="214208" y="229035"/>
                      </a:cubicBezTo>
                      <a:lnTo>
                        <a:pt x="212376" y="228341"/>
                      </a:lnTo>
                      <a:cubicBezTo>
                        <a:pt x="212755" y="230551"/>
                        <a:pt x="214586" y="229604"/>
                        <a:pt x="214902" y="231499"/>
                      </a:cubicBezTo>
                      <a:lnTo>
                        <a:pt x="213386" y="231625"/>
                      </a:lnTo>
                      <a:cubicBezTo>
                        <a:pt x="215218" y="232888"/>
                        <a:pt x="216544" y="234404"/>
                        <a:pt x="217239" y="236235"/>
                      </a:cubicBezTo>
                      <a:cubicBezTo>
                        <a:pt x="215281" y="235983"/>
                        <a:pt x="215155" y="233835"/>
                        <a:pt x="213386" y="233835"/>
                      </a:cubicBezTo>
                      <a:cubicBezTo>
                        <a:pt x="215723" y="236993"/>
                        <a:pt x="218565" y="236362"/>
                        <a:pt x="219955" y="239520"/>
                      </a:cubicBezTo>
                      <a:cubicBezTo>
                        <a:pt x="217997" y="239393"/>
                        <a:pt x="215660" y="237878"/>
                        <a:pt x="212944" y="235351"/>
                      </a:cubicBezTo>
                      <a:cubicBezTo>
                        <a:pt x="215344" y="238762"/>
                        <a:pt x="216860" y="241478"/>
                        <a:pt x="216292" y="242867"/>
                      </a:cubicBezTo>
                      <a:cubicBezTo>
                        <a:pt x="212818" y="241351"/>
                        <a:pt x="212123" y="236172"/>
                        <a:pt x="210734" y="234656"/>
                      </a:cubicBezTo>
                      <a:cubicBezTo>
                        <a:pt x="210734" y="237309"/>
                        <a:pt x="212692" y="238888"/>
                        <a:pt x="211997" y="241793"/>
                      </a:cubicBezTo>
                      <a:cubicBezTo>
                        <a:pt x="210608" y="240151"/>
                        <a:pt x="209913" y="237499"/>
                        <a:pt x="209913" y="233330"/>
                      </a:cubicBezTo>
                      <a:cubicBezTo>
                        <a:pt x="211302" y="233583"/>
                        <a:pt x="211871" y="232635"/>
                        <a:pt x="211871" y="230299"/>
                      </a:cubicBezTo>
                      <a:cubicBezTo>
                        <a:pt x="211618" y="227835"/>
                        <a:pt x="210355" y="227962"/>
                        <a:pt x="210608" y="230299"/>
                      </a:cubicBezTo>
                      <a:cubicBezTo>
                        <a:pt x="210608" y="232130"/>
                        <a:pt x="209344" y="232699"/>
                        <a:pt x="205618" y="230488"/>
                      </a:cubicBezTo>
                      <a:cubicBezTo>
                        <a:pt x="205050" y="231056"/>
                        <a:pt x="205871" y="231751"/>
                        <a:pt x="207955" y="232951"/>
                      </a:cubicBezTo>
                      <a:lnTo>
                        <a:pt x="207829" y="235035"/>
                      </a:lnTo>
                      <a:lnTo>
                        <a:pt x="208902" y="233204"/>
                      </a:lnTo>
                      <a:lnTo>
                        <a:pt x="209281" y="239014"/>
                      </a:lnTo>
                      <a:cubicBezTo>
                        <a:pt x="209155" y="240530"/>
                        <a:pt x="208713" y="240278"/>
                        <a:pt x="208334" y="238762"/>
                      </a:cubicBezTo>
                      <a:lnTo>
                        <a:pt x="207955" y="235793"/>
                      </a:lnTo>
                      <a:cubicBezTo>
                        <a:pt x="207955" y="237878"/>
                        <a:pt x="207639" y="238888"/>
                        <a:pt x="206944" y="238762"/>
                      </a:cubicBezTo>
                      <a:lnTo>
                        <a:pt x="206376" y="233330"/>
                      </a:lnTo>
                      <a:lnTo>
                        <a:pt x="204797" y="235288"/>
                      </a:lnTo>
                      <a:lnTo>
                        <a:pt x="204418" y="232193"/>
                      </a:lnTo>
                      <a:lnTo>
                        <a:pt x="203029" y="233267"/>
                      </a:lnTo>
                      <a:lnTo>
                        <a:pt x="203029" y="229541"/>
                      </a:lnTo>
                      <a:cubicBezTo>
                        <a:pt x="202081" y="230046"/>
                        <a:pt x="200944" y="229667"/>
                        <a:pt x="199808" y="227962"/>
                      </a:cubicBezTo>
                      <a:cubicBezTo>
                        <a:pt x="201323" y="228404"/>
                        <a:pt x="202271" y="228151"/>
                        <a:pt x="203597" y="227393"/>
                      </a:cubicBezTo>
                      <a:cubicBezTo>
                        <a:pt x="202902" y="224614"/>
                        <a:pt x="204165" y="223225"/>
                        <a:pt x="206502" y="222972"/>
                      </a:cubicBezTo>
                      <a:moveTo>
                        <a:pt x="195386" y="208699"/>
                      </a:moveTo>
                      <a:cubicBezTo>
                        <a:pt x="196650" y="207372"/>
                        <a:pt x="197218" y="208572"/>
                        <a:pt x="198608" y="209141"/>
                      </a:cubicBezTo>
                      <a:lnTo>
                        <a:pt x="196902" y="209962"/>
                      </a:lnTo>
                      <a:lnTo>
                        <a:pt x="198734" y="210530"/>
                      </a:lnTo>
                      <a:lnTo>
                        <a:pt x="197092" y="211414"/>
                      </a:lnTo>
                      <a:lnTo>
                        <a:pt x="200123" y="212930"/>
                      </a:lnTo>
                      <a:lnTo>
                        <a:pt x="198165" y="213499"/>
                      </a:lnTo>
                      <a:lnTo>
                        <a:pt x="200629" y="215014"/>
                      </a:lnTo>
                      <a:lnTo>
                        <a:pt x="198418" y="215583"/>
                      </a:lnTo>
                      <a:cubicBezTo>
                        <a:pt x="200629" y="216278"/>
                        <a:pt x="202081" y="216846"/>
                        <a:pt x="201892" y="217541"/>
                      </a:cubicBezTo>
                      <a:lnTo>
                        <a:pt x="199555" y="218109"/>
                      </a:lnTo>
                      <a:cubicBezTo>
                        <a:pt x="200565" y="218488"/>
                        <a:pt x="202460" y="218677"/>
                        <a:pt x="202586" y="219499"/>
                      </a:cubicBezTo>
                      <a:cubicBezTo>
                        <a:pt x="202713" y="220193"/>
                        <a:pt x="201071" y="219814"/>
                        <a:pt x="200376" y="219878"/>
                      </a:cubicBezTo>
                      <a:lnTo>
                        <a:pt x="202460" y="221267"/>
                      </a:lnTo>
                      <a:lnTo>
                        <a:pt x="200502" y="221267"/>
                      </a:lnTo>
                      <a:lnTo>
                        <a:pt x="201892" y="221962"/>
                      </a:lnTo>
                      <a:cubicBezTo>
                        <a:pt x="201765" y="223225"/>
                        <a:pt x="201197" y="223920"/>
                        <a:pt x="200376" y="224046"/>
                      </a:cubicBezTo>
                      <a:cubicBezTo>
                        <a:pt x="198165" y="223793"/>
                        <a:pt x="199997" y="222404"/>
                        <a:pt x="198418" y="220446"/>
                      </a:cubicBezTo>
                      <a:cubicBezTo>
                        <a:pt x="194250" y="214762"/>
                        <a:pt x="194565" y="210025"/>
                        <a:pt x="195386" y="208762"/>
                      </a:cubicBezTo>
                      <a:moveTo>
                        <a:pt x="195955" y="222846"/>
                      </a:moveTo>
                      <a:cubicBezTo>
                        <a:pt x="195386" y="223162"/>
                        <a:pt x="194565" y="222972"/>
                        <a:pt x="194123" y="222404"/>
                      </a:cubicBezTo>
                      <a:cubicBezTo>
                        <a:pt x="193808" y="222025"/>
                        <a:pt x="193997" y="221456"/>
                        <a:pt x="194692" y="221141"/>
                      </a:cubicBezTo>
                      <a:cubicBezTo>
                        <a:pt x="195386" y="220825"/>
                        <a:pt x="196081" y="221014"/>
                        <a:pt x="196523" y="221456"/>
                      </a:cubicBezTo>
                      <a:cubicBezTo>
                        <a:pt x="196902" y="222025"/>
                        <a:pt x="196650" y="222530"/>
                        <a:pt x="195955" y="222846"/>
                      </a:cubicBezTo>
                      <a:moveTo>
                        <a:pt x="194692" y="220067"/>
                      </a:moveTo>
                      <a:cubicBezTo>
                        <a:pt x="194250" y="220762"/>
                        <a:pt x="193302" y="221204"/>
                        <a:pt x="192608" y="221078"/>
                      </a:cubicBezTo>
                      <a:cubicBezTo>
                        <a:pt x="191913" y="220762"/>
                        <a:pt x="191786" y="219941"/>
                        <a:pt x="192165" y="219246"/>
                      </a:cubicBezTo>
                      <a:cubicBezTo>
                        <a:pt x="192608" y="218551"/>
                        <a:pt x="193555" y="217983"/>
                        <a:pt x="194376" y="218235"/>
                      </a:cubicBezTo>
                      <a:cubicBezTo>
                        <a:pt x="195071" y="218551"/>
                        <a:pt x="195197" y="219246"/>
                        <a:pt x="194692" y="220067"/>
                      </a:cubicBezTo>
                      <a:moveTo>
                        <a:pt x="191534" y="217730"/>
                      </a:moveTo>
                      <a:cubicBezTo>
                        <a:pt x="190965" y="217604"/>
                        <a:pt x="190839" y="216909"/>
                        <a:pt x="191281" y="216214"/>
                      </a:cubicBezTo>
                      <a:cubicBezTo>
                        <a:pt x="191534" y="215520"/>
                        <a:pt x="192102" y="215077"/>
                        <a:pt x="192544" y="215393"/>
                      </a:cubicBezTo>
                      <a:cubicBezTo>
                        <a:pt x="193050" y="215520"/>
                        <a:pt x="193239" y="216214"/>
                        <a:pt x="192797" y="216909"/>
                      </a:cubicBezTo>
                      <a:cubicBezTo>
                        <a:pt x="192544" y="217604"/>
                        <a:pt x="191976" y="218046"/>
                        <a:pt x="191534" y="217730"/>
                      </a:cubicBezTo>
                      <a:moveTo>
                        <a:pt x="192608" y="208699"/>
                      </a:moveTo>
                      <a:cubicBezTo>
                        <a:pt x="192165" y="208951"/>
                        <a:pt x="192039" y="209962"/>
                        <a:pt x="192039" y="212299"/>
                      </a:cubicBezTo>
                      <a:cubicBezTo>
                        <a:pt x="191218" y="210467"/>
                        <a:pt x="191092" y="208951"/>
                        <a:pt x="191471" y="207562"/>
                      </a:cubicBezTo>
                      <a:cubicBezTo>
                        <a:pt x="192481" y="205035"/>
                        <a:pt x="193429" y="204341"/>
                        <a:pt x="194250" y="204341"/>
                      </a:cubicBezTo>
                      <a:cubicBezTo>
                        <a:pt x="195955" y="206109"/>
                        <a:pt x="193176" y="207309"/>
                        <a:pt x="192608" y="208635"/>
                      </a:cubicBezTo>
                      <a:moveTo>
                        <a:pt x="191344" y="203709"/>
                      </a:moveTo>
                      <a:cubicBezTo>
                        <a:pt x="192039" y="203014"/>
                        <a:pt x="192860" y="202572"/>
                        <a:pt x="193176" y="202888"/>
                      </a:cubicBezTo>
                      <a:cubicBezTo>
                        <a:pt x="193429" y="203141"/>
                        <a:pt x="193050" y="203899"/>
                        <a:pt x="192355" y="204720"/>
                      </a:cubicBezTo>
                      <a:cubicBezTo>
                        <a:pt x="191660" y="205414"/>
                        <a:pt x="190839" y="205983"/>
                        <a:pt x="190523" y="205667"/>
                      </a:cubicBezTo>
                      <a:cubicBezTo>
                        <a:pt x="190208" y="205351"/>
                        <a:pt x="190650" y="204530"/>
                        <a:pt x="191344" y="203709"/>
                      </a:cubicBezTo>
                      <a:moveTo>
                        <a:pt x="190650" y="212551"/>
                      </a:moveTo>
                      <a:cubicBezTo>
                        <a:pt x="191092" y="212551"/>
                        <a:pt x="191471" y="212930"/>
                        <a:pt x="191471" y="213499"/>
                      </a:cubicBezTo>
                      <a:cubicBezTo>
                        <a:pt x="191471" y="213941"/>
                        <a:pt x="191092" y="214383"/>
                        <a:pt x="190650" y="214383"/>
                      </a:cubicBezTo>
                      <a:cubicBezTo>
                        <a:pt x="190081" y="214383"/>
                        <a:pt x="189702" y="214004"/>
                        <a:pt x="189702" y="213499"/>
                      </a:cubicBezTo>
                      <a:cubicBezTo>
                        <a:pt x="189702" y="212930"/>
                        <a:pt x="190144" y="212551"/>
                        <a:pt x="190650" y="212551"/>
                      </a:cubicBezTo>
                      <a:moveTo>
                        <a:pt x="190144" y="217730"/>
                      </a:moveTo>
                      <a:cubicBezTo>
                        <a:pt x="190713" y="219372"/>
                        <a:pt x="191976" y="221899"/>
                        <a:pt x="188313" y="218425"/>
                      </a:cubicBezTo>
                      <a:cubicBezTo>
                        <a:pt x="186102" y="217288"/>
                        <a:pt x="185786" y="218425"/>
                        <a:pt x="187618" y="221899"/>
                      </a:cubicBezTo>
                      <a:lnTo>
                        <a:pt x="191408" y="227330"/>
                      </a:lnTo>
                      <a:cubicBezTo>
                        <a:pt x="191660" y="229856"/>
                        <a:pt x="192671" y="231941"/>
                        <a:pt x="194629" y="233709"/>
                      </a:cubicBezTo>
                      <a:lnTo>
                        <a:pt x="197660" y="240025"/>
                      </a:lnTo>
                      <a:cubicBezTo>
                        <a:pt x="197660" y="240972"/>
                        <a:pt x="198229" y="241920"/>
                        <a:pt x="198481" y="242804"/>
                      </a:cubicBezTo>
                      <a:cubicBezTo>
                        <a:pt x="198860" y="245204"/>
                        <a:pt x="199429" y="246404"/>
                        <a:pt x="201386" y="246720"/>
                      </a:cubicBezTo>
                      <a:cubicBezTo>
                        <a:pt x="199429" y="250509"/>
                        <a:pt x="196902" y="253920"/>
                        <a:pt x="192734" y="256193"/>
                      </a:cubicBezTo>
                      <a:cubicBezTo>
                        <a:pt x="184523" y="260614"/>
                        <a:pt x="178018" y="258846"/>
                        <a:pt x="178713" y="247983"/>
                      </a:cubicBezTo>
                      <a:cubicBezTo>
                        <a:pt x="179092" y="242109"/>
                        <a:pt x="180229" y="237246"/>
                        <a:pt x="180355" y="231246"/>
                      </a:cubicBezTo>
                      <a:cubicBezTo>
                        <a:pt x="182692" y="221962"/>
                        <a:pt x="180481" y="217162"/>
                        <a:pt x="172397" y="216656"/>
                      </a:cubicBezTo>
                      <a:cubicBezTo>
                        <a:pt x="168229" y="216783"/>
                        <a:pt x="165008" y="216783"/>
                        <a:pt x="162671" y="218488"/>
                      </a:cubicBezTo>
                      <a:cubicBezTo>
                        <a:pt x="160460" y="220004"/>
                        <a:pt x="157239" y="219435"/>
                        <a:pt x="152944" y="216972"/>
                      </a:cubicBezTo>
                      <a:cubicBezTo>
                        <a:pt x="144608" y="210720"/>
                        <a:pt x="138355" y="207435"/>
                        <a:pt x="134123" y="207435"/>
                      </a:cubicBezTo>
                      <a:cubicBezTo>
                        <a:pt x="138165" y="211983"/>
                        <a:pt x="139302" y="216593"/>
                        <a:pt x="136081" y="221204"/>
                      </a:cubicBezTo>
                      <a:cubicBezTo>
                        <a:pt x="139429" y="222720"/>
                        <a:pt x="139302" y="224235"/>
                        <a:pt x="135955" y="225814"/>
                      </a:cubicBezTo>
                      <a:cubicBezTo>
                        <a:pt x="127871" y="226067"/>
                        <a:pt x="118839" y="224425"/>
                        <a:pt x="109365" y="221772"/>
                      </a:cubicBezTo>
                      <a:cubicBezTo>
                        <a:pt x="106334" y="221204"/>
                        <a:pt x="105765" y="221772"/>
                        <a:pt x="107850" y="223414"/>
                      </a:cubicBezTo>
                      <a:cubicBezTo>
                        <a:pt x="114797" y="226193"/>
                        <a:pt x="118586" y="230362"/>
                        <a:pt x="118586" y="236235"/>
                      </a:cubicBezTo>
                      <a:cubicBezTo>
                        <a:pt x="114102" y="236362"/>
                        <a:pt x="110376" y="236614"/>
                        <a:pt x="108292" y="237056"/>
                      </a:cubicBezTo>
                      <a:cubicBezTo>
                        <a:pt x="106334" y="238320"/>
                        <a:pt x="104250" y="238193"/>
                        <a:pt x="102292" y="235793"/>
                      </a:cubicBezTo>
                      <a:cubicBezTo>
                        <a:pt x="97302" y="230678"/>
                        <a:pt x="96734" y="226067"/>
                        <a:pt x="102418" y="222151"/>
                      </a:cubicBezTo>
                      <a:cubicBezTo>
                        <a:pt x="105576" y="219878"/>
                        <a:pt x="110376" y="214762"/>
                        <a:pt x="116186" y="206993"/>
                      </a:cubicBezTo>
                      <a:cubicBezTo>
                        <a:pt x="120102" y="206741"/>
                        <a:pt x="123576" y="205856"/>
                        <a:pt x="127429" y="205351"/>
                      </a:cubicBezTo>
                      <a:cubicBezTo>
                        <a:pt x="143029" y="203393"/>
                        <a:pt x="157744" y="200046"/>
                        <a:pt x="169618" y="193541"/>
                      </a:cubicBezTo>
                      <a:cubicBezTo>
                        <a:pt x="171829" y="192846"/>
                        <a:pt x="173534" y="193288"/>
                        <a:pt x="174481" y="194930"/>
                      </a:cubicBezTo>
                      <a:lnTo>
                        <a:pt x="183702" y="207056"/>
                      </a:lnTo>
                      <a:lnTo>
                        <a:pt x="181050" y="208004"/>
                      </a:lnTo>
                      <a:lnTo>
                        <a:pt x="187997" y="213309"/>
                      </a:lnTo>
                      <a:cubicBezTo>
                        <a:pt x="186734" y="214320"/>
                        <a:pt x="187618" y="214951"/>
                        <a:pt x="189134" y="215520"/>
                      </a:cubicBezTo>
                      <a:cubicBezTo>
                        <a:pt x="188313" y="216783"/>
                        <a:pt x="188818" y="218046"/>
                        <a:pt x="190081" y="217856"/>
                      </a:cubicBezTo>
                      <a:moveTo>
                        <a:pt x="187365" y="205604"/>
                      </a:moveTo>
                      <a:lnTo>
                        <a:pt x="188186" y="205035"/>
                      </a:lnTo>
                      <a:lnTo>
                        <a:pt x="189576" y="210656"/>
                      </a:lnTo>
                      <a:lnTo>
                        <a:pt x="185408" y="208256"/>
                      </a:lnTo>
                      <a:lnTo>
                        <a:pt x="185723" y="207309"/>
                      </a:lnTo>
                      <a:cubicBezTo>
                        <a:pt x="136081" y="139667"/>
                        <a:pt x="93892" y="82320"/>
                        <a:pt x="66039" y="43099"/>
                      </a:cubicBezTo>
                      <a:cubicBezTo>
                        <a:pt x="65660" y="41014"/>
                        <a:pt x="66165" y="40193"/>
                        <a:pt x="68123" y="40888"/>
                      </a:cubicBezTo>
                      <a:cubicBezTo>
                        <a:pt x="104692" y="89267"/>
                        <a:pt x="149155" y="152172"/>
                        <a:pt x="187429" y="205604"/>
                      </a:cubicBezTo>
                      <a:moveTo>
                        <a:pt x="223365" y="165309"/>
                      </a:moveTo>
                      <a:cubicBezTo>
                        <a:pt x="224755" y="165309"/>
                        <a:pt x="226018" y="166004"/>
                        <a:pt x="226586" y="167078"/>
                      </a:cubicBezTo>
                      <a:cubicBezTo>
                        <a:pt x="227344" y="168214"/>
                        <a:pt x="228292" y="169288"/>
                        <a:pt x="229492" y="170299"/>
                      </a:cubicBezTo>
                      <a:cubicBezTo>
                        <a:pt x="226334" y="165309"/>
                        <a:pt x="226144" y="163225"/>
                        <a:pt x="228986" y="164993"/>
                      </a:cubicBezTo>
                      <a:cubicBezTo>
                        <a:pt x="231513" y="166509"/>
                        <a:pt x="232839" y="169035"/>
                        <a:pt x="232460" y="172762"/>
                      </a:cubicBezTo>
                      <a:cubicBezTo>
                        <a:pt x="233155" y="174720"/>
                        <a:pt x="232839" y="175099"/>
                        <a:pt x="229239" y="172762"/>
                      </a:cubicBezTo>
                      <a:cubicBezTo>
                        <a:pt x="227850" y="171941"/>
                        <a:pt x="227723" y="171499"/>
                        <a:pt x="229239" y="170804"/>
                      </a:cubicBezTo>
                      <a:lnTo>
                        <a:pt x="224944" y="167456"/>
                      </a:lnTo>
                      <a:cubicBezTo>
                        <a:pt x="228671" y="173267"/>
                        <a:pt x="225892" y="171751"/>
                        <a:pt x="223113" y="167709"/>
                      </a:cubicBezTo>
                      <a:cubicBezTo>
                        <a:pt x="225197" y="172320"/>
                        <a:pt x="223681" y="170614"/>
                        <a:pt x="220902" y="168404"/>
                      </a:cubicBezTo>
                      <a:lnTo>
                        <a:pt x="220208" y="168404"/>
                      </a:lnTo>
                      <a:cubicBezTo>
                        <a:pt x="225071" y="172320"/>
                        <a:pt x="221092" y="171309"/>
                        <a:pt x="217871" y="168972"/>
                      </a:cubicBezTo>
                      <a:lnTo>
                        <a:pt x="217302" y="169225"/>
                      </a:lnTo>
                      <a:cubicBezTo>
                        <a:pt x="225829" y="175225"/>
                        <a:pt x="216923" y="172067"/>
                        <a:pt x="213134" y="169667"/>
                      </a:cubicBezTo>
                      <a:cubicBezTo>
                        <a:pt x="215786" y="172067"/>
                        <a:pt x="218818" y="173709"/>
                        <a:pt x="218123" y="173835"/>
                      </a:cubicBezTo>
                      <a:cubicBezTo>
                        <a:pt x="216229" y="174341"/>
                        <a:pt x="212565" y="172699"/>
                        <a:pt x="208397" y="170867"/>
                      </a:cubicBezTo>
                      <a:cubicBezTo>
                        <a:pt x="211744" y="172951"/>
                        <a:pt x="214650" y="174214"/>
                        <a:pt x="212818" y="174783"/>
                      </a:cubicBezTo>
                      <a:cubicBezTo>
                        <a:pt x="212123" y="175162"/>
                        <a:pt x="208902" y="173646"/>
                        <a:pt x="203344" y="171435"/>
                      </a:cubicBezTo>
                      <a:cubicBezTo>
                        <a:pt x="201955" y="171183"/>
                        <a:pt x="201513" y="171309"/>
                        <a:pt x="202081" y="171878"/>
                      </a:cubicBezTo>
                      <a:cubicBezTo>
                        <a:pt x="206944" y="173646"/>
                        <a:pt x="209723" y="175225"/>
                        <a:pt x="209155" y="175920"/>
                      </a:cubicBezTo>
                      <a:cubicBezTo>
                        <a:pt x="208334" y="176867"/>
                        <a:pt x="204608" y="175035"/>
                        <a:pt x="199239" y="172446"/>
                      </a:cubicBezTo>
                      <a:cubicBezTo>
                        <a:pt x="197723" y="171751"/>
                        <a:pt x="195955" y="171056"/>
                        <a:pt x="194123" y="170109"/>
                      </a:cubicBezTo>
                      <a:cubicBezTo>
                        <a:pt x="197155" y="173267"/>
                        <a:pt x="209281" y="177625"/>
                        <a:pt x="206755" y="178888"/>
                      </a:cubicBezTo>
                      <a:cubicBezTo>
                        <a:pt x="205808" y="179267"/>
                        <a:pt x="203723" y="178446"/>
                        <a:pt x="201071" y="177056"/>
                      </a:cubicBezTo>
                      <a:cubicBezTo>
                        <a:pt x="198165" y="175351"/>
                        <a:pt x="194565" y="173141"/>
                        <a:pt x="191092" y="170678"/>
                      </a:cubicBezTo>
                      <a:cubicBezTo>
                        <a:pt x="188186" y="168278"/>
                        <a:pt x="185534" y="165941"/>
                        <a:pt x="183450" y="164109"/>
                      </a:cubicBezTo>
                      <a:lnTo>
                        <a:pt x="183323" y="164804"/>
                      </a:lnTo>
                      <a:cubicBezTo>
                        <a:pt x="190586" y="172699"/>
                        <a:pt x="204481" y="179835"/>
                        <a:pt x="200186" y="179583"/>
                      </a:cubicBezTo>
                      <a:cubicBezTo>
                        <a:pt x="198481" y="179583"/>
                        <a:pt x="199050" y="179709"/>
                        <a:pt x="197660" y="179014"/>
                      </a:cubicBezTo>
                      <a:cubicBezTo>
                        <a:pt x="187934" y="174025"/>
                        <a:pt x="181239" y="166067"/>
                        <a:pt x="176502" y="159562"/>
                      </a:cubicBezTo>
                      <a:lnTo>
                        <a:pt x="176250" y="159878"/>
                      </a:lnTo>
                      <a:cubicBezTo>
                        <a:pt x="182250" y="169225"/>
                        <a:pt x="193365" y="176804"/>
                        <a:pt x="192229" y="177814"/>
                      </a:cubicBezTo>
                      <a:cubicBezTo>
                        <a:pt x="191155" y="178699"/>
                        <a:pt x="184144" y="172951"/>
                        <a:pt x="179723" y="168088"/>
                      </a:cubicBezTo>
                      <a:cubicBezTo>
                        <a:pt x="176502" y="164741"/>
                        <a:pt x="175934" y="163351"/>
                        <a:pt x="172460" y="158678"/>
                      </a:cubicBezTo>
                      <a:lnTo>
                        <a:pt x="172334" y="159814"/>
                      </a:lnTo>
                      <a:cubicBezTo>
                        <a:pt x="181681" y="175541"/>
                        <a:pt x="193744" y="178446"/>
                        <a:pt x="191281" y="180404"/>
                      </a:cubicBezTo>
                      <a:cubicBezTo>
                        <a:pt x="190586" y="180972"/>
                        <a:pt x="190208" y="180278"/>
                        <a:pt x="189450" y="179835"/>
                      </a:cubicBezTo>
                      <a:cubicBezTo>
                        <a:pt x="178334" y="173141"/>
                        <a:pt x="175239" y="165246"/>
                        <a:pt x="169429" y="158299"/>
                      </a:cubicBezTo>
                      <a:lnTo>
                        <a:pt x="169113" y="158867"/>
                      </a:lnTo>
                      <a:cubicBezTo>
                        <a:pt x="173029" y="165120"/>
                        <a:pt x="179408" y="172067"/>
                        <a:pt x="184839" y="178446"/>
                      </a:cubicBezTo>
                      <a:cubicBezTo>
                        <a:pt x="185534" y="179330"/>
                        <a:pt x="184965" y="180151"/>
                        <a:pt x="184271" y="179772"/>
                      </a:cubicBezTo>
                      <a:cubicBezTo>
                        <a:pt x="178271" y="175856"/>
                        <a:pt x="172839" y="167393"/>
                        <a:pt x="166713" y="158046"/>
                      </a:cubicBezTo>
                      <a:lnTo>
                        <a:pt x="166586" y="158614"/>
                      </a:lnTo>
                      <a:cubicBezTo>
                        <a:pt x="171702" y="168467"/>
                        <a:pt x="183008" y="180341"/>
                        <a:pt x="179660" y="179456"/>
                      </a:cubicBezTo>
                      <a:cubicBezTo>
                        <a:pt x="178965" y="179141"/>
                        <a:pt x="176565" y="175856"/>
                        <a:pt x="173976" y="172130"/>
                      </a:cubicBezTo>
                      <a:cubicBezTo>
                        <a:pt x="172144" y="169478"/>
                        <a:pt x="169934" y="166256"/>
                        <a:pt x="168229" y="164172"/>
                      </a:cubicBezTo>
                      <a:lnTo>
                        <a:pt x="167913" y="165183"/>
                      </a:lnTo>
                      <a:cubicBezTo>
                        <a:pt x="170755" y="169478"/>
                        <a:pt x="174923" y="174214"/>
                        <a:pt x="176250" y="178130"/>
                      </a:cubicBezTo>
                      <a:lnTo>
                        <a:pt x="175808" y="178256"/>
                      </a:lnTo>
                      <a:lnTo>
                        <a:pt x="166776" y="166446"/>
                      </a:lnTo>
                      <a:lnTo>
                        <a:pt x="166208" y="166951"/>
                      </a:lnTo>
                      <a:cubicBezTo>
                        <a:pt x="169934" y="171688"/>
                        <a:pt x="174544" y="177120"/>
                        <a:pt x="173850" y="178383"/>
                      </a:cubicBezTo>
                      <a:lnTo>
                        <a:pt x="165892" y="169225"/>
                      </a:lnTo>
                      <a:cubicBezTo>
                        <a:pt x="166334" y="172004"/>
                        <a:pt x="168923" y="174341"/>
                        <a:pt x="168102" y="175035"/>
                      </a:cubicBezTo>
                      <a:cubicBezTo>
                        <a:pt x="167281" y="174214"/>
                        <a:pt x="165323" y="171688"/>
                        <a:pt x="164060" y="169035"/>
                      </a:cubicBezTo>
                      <a:cubicBezTo>
                        <a:pt x="163492" y="168088"/>
                        <a:pt x="164060" y="170551"/>
                        <a:pt x="163365" y="169730"/>
                      </a:cubicBezTo>
                      <a:cubicBezTo>
                        <a:pt x="157492" y="163035"/>
                        <a:pt x="152376" y="155962"/>
                        <a:pt x="147892" y="148572"/>
                      </a:cubicBezTo>
                      <a:cubicBezTo>
                        <a:pt x="147008" y="147183"/>
                        <a:pt x="147323" y="146993"/>
                        <a:pt x="148902" y="148004"/>
                      </a:cubicBezTo>
                      <a:lnTo>
                        <a:pt x="160018" y="159688"/>
                      </a:lnTo>
                      <a:cubicBezTo>
                        <a:pt x="152944" y="151920"/>
                        <a:pt x="148018" y="145793"/>
                        <a:pt x="149155" y="144783"/>
                      </a:cubicBezTo>
                      <a:cubicBezTo>
                        <a:pt x="152944" y="149393"/>
                        <a:pt x="156986" y="153688"/>
                        <a:pt x="161408" y="157730"/>
                      </a:cubicBezTo>
                      <a:cubicBezTo>
                        <a:pt x="152502" y="147562"/>
                        <a:pt x="148586" y="142699"/>
                        <a:pt x="149723" y="142825"/>
                      </a:cubicBezTo>
                      <a:cubicBezTo>
                        <a:pt x="152060" y="144214"/>
                        <a:pt x="157618" y="150909"/>
                        <a:pt x="162229" y="155899"/>
                      </a:cubicBezTo>
                      <a:cubicBezTo>
                        <a:pt x="155976" y="147246"/>
                        <a:pt x="148144" y="140172"/>
                        <a:pt x="148144" y="138783"/>
                      </a:cubicBezTo>
                      <a:cubicBezTo>
                        <a:pt x="148144" y="138088"/>
                        <a:pt x="149786" y="138088"/>
                        <a:pt x="150355" y="138783"/>
                      </a:cubicBezTo>
                      <a:cubicBezTo>
                        <a:pt x="154081" y="143962"/>
                        <a:pt x="158692" y="148635"/>
                        <a:pt x="163429" y="153625"/>
                      </a:cubicBezTo>
                      <a:cubicBezTo>
                        <a:pt x="159955" y="148193"/>
                        <a:pt x="150923" y="139541"/>
                        <a:pt x="151302" y="138783"/>
                      </a:cubicBezTo>
                      <a:cubicBezTo>
                        <a:pt x="151744" y="138088"/>
                        <a:pt x="152692" y="138088"/>
                        <a:pt x="154081" y="138783"/>
                      </a:cubicBezTo>
                      <a:cubicBezTo>
                        <a:pt x="157176" y="143393"/>
                        <a:pt x="160523" y="147246"/>
                        <a:pt x="164818" y="151288"/>
                      </a:cubicBezTo>
                      <a:cubicBezTo>
                        <a:pt x="161786" y="146930"/>
                        <a:pt x="154713" y="139730"/>
                        <a:pt x="155408" y="138783"/>
                      </a:cubicBezTo>
                      <a:cubicBezTo>
                        <a:pt x="155534" y="138530"/>
                        <a:pt x="156671" y="138214"/>
                        <a:pt x="157239" y="138909"/>
                      </a:cubicBezTo>
                      <a:cubicBezTo>
                        <a:pt x="158629" y="141120"/>
                        <a:pt x="160271" y="142825"/>
                        <a:pt x="162102" y="145288"/>
                      </a:cubicBezTo>
                      <a:cubicBezTo>
                        <a:pt x="163365" y="146804"/>
                        <a:pt x="165008" y="148509"/>
                        <a:pt x="166713" y="150025"/>
                      </a:cubicBezTo>
                      <a:lnTo>
                        <a:pt x="158250" y="139035"/>
                      </a:lnTo>
                      <a:cubicBezTo>
                        <a:pt x="158250" y="139035"/>
                        <a:pt x="158818" y="138656"/>
                        <a:pt x="159071" y="138783"/>
                      </a:cubicBezTo>
                      <a:cubicBezTo>
                        <a:pt x="159450" y="138783"/>
                        <a:pt x="159892" y="138783"/>
                        <a:pt x="160334" y="139162"/>
                      </a:cubicBezTo>
                      <a:cubicBezTo>
                        <a:pt x="162165" y="142635"/>
                        <a:pt x="165323" y="145667"/>
                        <a:pt x="168544" y="149330"/>
                      </a:cubicBezTo>
                      <a:lnTo>
                        <a:pt x="161597" y="139288"/>
                      </a:lnTo>
                      <a:cubicBezTo>
                        <a:pt x="161723" y="138467"/>
                        <a:pt x="164123" y="138909"/>
                        <a:pt x="164629" y="139288"/>
                      </a:cubicBezTo>
                      <a:lnTo>
                        <a:pt x="170629" y="147941"/>
                      </a:lnTo>
                      <a:cubicBezTo>
                        <a:pt x="168102" y="141941"/>
                        <a:pt x="164502" y="139035"/>
                        <a:pt x="166334" y="139162"/>
                      </a:cubicBezTo>
                      <a:cubicBezTo>
                        <a:pt x="168102" y="139414"/>
                        <a:pt x="169365" y="140993"/>
                        <a:pt x="170881" y="143078"/>
                      </a:cubicBezTo>
                      <a:cubicBezTo>
                        <a:pt x="171892" y="144467"/>
                        <a:pt x="172965" y="145478"/>
                        <a:pt x="173660" y="146425"/>
                      </a:cubicBezTo>
                      <a:lnTo>
                        <a:pt x="169808" y="139983"/>
                      </a:lnTo>
                      <a:cubicBezTo>
                        <a:pt x="169808" y="139414"/>
                        <a:pt x="171197" y="139730"/>
                        <a:pt x="172397" y="140425"/>
                      </a:cubicBezTo>
                      <a:lnTo>
                        <a:pt x="175050" y="143330"/>
                      </a:lnTo>
                      <a:lnTo>
                        <a:pt x="173850" y="140804"/>
                      </a:lnTo>
                      <a:cubicBezTo>
                        <a:pt x="173976" y="139920"/>
                        <a:pt x="174923" y="140425"/>
                        <a:pt x="175681" y="140804"/>
                      </a:cubicBezTo>
                      <a:lnTo>
                        <a:pt x="178018" y="144530"/>
                      </a:lnTo>
                      <a:lnTo>
                        <a:pt x="178397" y="144278"/>
                      </a:lnTo>
                      <a:cubicBezTo>
                        <a:pt x="177008" y="141941"/>
                        <a:pt x="176060" y="140804"/>
                        <a:pt x="176755" y="140551"/>
                      </a:cubicBezTo>
                      <a:lnTo>
                        <a:pt x="178839" y="140804"/>
                      </a:lnTo>
                      <a:lnTo>
                        <a:pt x="180797" y="143014"/>
                      </a:lnTo>
                      <a:cubicBezTo>
                        <a:pt x="180229" y="140551"/>
                        <a:pt x="182629" y="141056"/>
                        <a:pt x="186481" y="142446"/>
                      </a:cubicBezTo>
                      <a:cubicBezTo>
                        <a:pt x="189008" y="143330"/>
                        <a:pt x="191344" y="146235"/>
                        <a:pt x="193555" y="150783"/>
                      </a:cubicBezTo>
                      <a:cubicBezTo>
                        <a:pt x="192986" y="151035"/>
                        <a:pt x="192039" y="149772"/>
                        <a:pt x="190902" y="148446"/>
                      </a:cubicBezTo>
                      <a:cubicBezTo>
                        <a:pt x="190334" y="147751"/>
                        <a:pt x="190081" y="147435"/>
                        <a:pt x="189260" y="146614"/>
                      </a:cubicBezTo>
                      <a:cubicBezTo>
                        <a:pt x="192039" y="151351"/>
                        <a:pt x="194818" y="155962"/>
                        <a:pt x="195260" y="158299"/>
                      </a:cubicBezTo>
                      <a:cubicBezTo>
                        <a:pt x="194439" y="158993"/>
                        <a:pt x="191344" y="153688"/>
                        <a:pt x="187871" y="147562"/>
                      </a:cubicBezTo>
                      <a:cubicBezTo>
                        <a:pt x="189702" y="152425"/>
                        <a:pt x="192039" y="156720"/>
                        <a:pt x="192734" y="158678"/>
                      </a:cubicBezTo>
                      <a:cubicBezTo>
                        <a:pt x="192355" y="158804"/>
                        <a:pt x="191092" y="156467"/>
                        <a:pt x="189260" y="153499"/>
                      </a:cubicBezTo>
                      <a:cubicBezTo>
                        <a:pt x="188692" y="152678"/>
                        <a:pt x="187997" y="152235"/>
                        <a:pt x="187429" y="151288"/>
                      </a:cubicBezTo>
                      <a:lnTo>
                        <a:pt x="191913" y="160193"/>
                      </a:lnTo>
                      <a:cubicBezTo>
                        <a:pt x="192734" y="160572"/>
                        <a:pt x="193302" y="161583"/>
                        <a:pt x="192734" y="162846"/>
                      </a:cubicBezTo>
                      <a:cubicBezTo>
                        <a:pt x="191913" y="164362"/>
                        <a:pt x="192481" y="164930"/>
                        <a:pt x="194123" y="166320"/>
                      </a:cubicBezTo>
                      <a:cubicBezTo>
                        <a:pt x="195829" y="167456"/>
                        <a:pt x="199429" y="168151"/>
                        <a:pt x="204102" y="167456"/>
                      </a:cubicBezTo>
                      <a:cubicBezTo>
                        <a:pt x="210292" y="166572"/>
                        <a:pt x="216671" y="165372"/>
                        <a:pt x="223176" y="165246"/>
                      </a:cubicBezTo>
                      <a:moveTo>
                        <a:pt x="220713" y="149709"/>
                      </a:moveTo>
                      <a:lnTo>
                        <a:pt x="220460" y="155709"/>
                      </a:lnTo>
                      <a:cubicBezTo>
                        <a:pt x="219892" y="156593"/>
                        <a:pt x="219513" y="158046"/>
                        <a:pt x="218944" y="155709"/>
                      </a:cubicBezTo>
                      <a:lnTo>
                        <a:pt x="219765" y="150278"/>
                      </a:lnTo>
                      <a:lnTo>
                        <a:pt x="218818" y="152172"/>
                      </a:lnTo>
                      <a:cubicBezTo>
                        <a:pt x="217997" y="152172"/>
                        <a:pt x="217808" y="151351"/>
                        <a:pt x="217681" y="149646"/>
                      </a:cubicBezTo>
                      <a:cubicBezTo>
                        <a:pt x="217555" y="147688"/>
                        <a:pt x="217681" y="147056"/>
                        <a:pt x="218818" y="147435"/>
                      </a:cubicBezTo>
                      <a:lnTo>
                        <a:pt x="219513" y="149267"/>
                      </a:lnTo>
                      <a:lnTo>
                        <a:pt x="220081" y="148004"/>
                      </a:lnTo>
                      <a:cubicBezTo>
                        <a:pt x="221029" y="147435"/>
                        <a:pt x="221155" y="148004"/>
                        <a:pt x="220776" y="149646"/>
                      </a:cubicBezTo>
                      <a:moveTo>
                        <a:pt x="228797" y="148193"/>
                      </a:moveTo>
                      <a:cubicBezTo>
                        <a:pt x="226523" y="150972"/>
                        <a:pt x="225008" y="151541"/>
                        <a:pt x="224313" y="149583"/>
                      </a:cubicBezTo>
                      <a:lnTo>
                        <a:pt x="223618" y="153183"/>
                      </a:lnTo>
                      <a:cubicBezTo>
                        <a:pt x="223050" y="154888"/>
                        <a:pt x="222671" y="155141"/>
                        <a:pt x="222355" y="153878"/>
                      </a:cubicBezTo>
                      <a:cubicBezTo>
                        <a:pt x="222544" y="151225"/>
                        <a:pt x="223050" y="148446"/>
                        <a:pt x="223997" y="145793"/>
                      </a:cubicBezTo>
                      <a:cubicBezTo>
                        <a:pt x="224376" y="144530"/>
                        <a:pt x="225008" y="144467"/>
                        <a:pt x="225702" y="145099"/>
                      </a:cubicBezTo>
                      <a:cubicBezTo>
                        <a:pt x="228165" y="141056"/>
                        <a:pt x="227660" y="143330"/>
                        <a:pt x="226523" y="146362"/>
                      </a:cubicBezTo>
                      <a:lnTo>
                        <a:pt x="227281" y="146741"/>
                      </a:lnTo>
                      <a:cubicBezTo>
                        <a:pt x="230313" y="141056"/>
                        <a:pt x="229050" y="145604"/>
                        <a:pt x="228797" y="148130"/>
                      </a:cubicBezTo>
                      <a:moveTo>
                        <a:pt x="237450" y="138404"/>
                      </a:moveTo>
                      <a:cubicBezTo>
                        <a:pt x="236629" y="137520"/>
                        <a:pt x="235618" y="137456"/>
                        <a:pt x="234671" y="138025"/>
                      </a:cubicBezTo>
                      <a:cubicBezTo>
                        <a:pt x="234671" y="139225"/>
                        <a:pt x="234418" y="139541"/>
                        <a:pt x="233660" y="138593"/>
                      </a:cubicBezTo>
                      <a:cubicBezTo>
                        <a:pt x="232839" y="137456"/>
                        <a:pt x="232713" y="136067"/>
                        <a:pt x="233660" y="135120"/>
                      </a:cubicBezTo>
                      <a:cubicBezTo>
                        <a:pt x="234481" y="134109"/>
                        <a:pt x="235744" y="133983"/>
                        <a:pt x="236755" y="134678"/>
                      </a:cubicBezTo>
                      <a:cubicBezTo>
                        <a:pt x="237576" y="135120"/>
                        <a:pt x="237829" y="135688"/>
                        <a:pt x="237829" y="136067"/>
                      </a:cubicBezTo>
                      <a:lnTo>
                        <a:pt x="236186" y="136635"/>
                      </a:lnTo>
                      <a:lnTo>
                        <a:pt x="238271" y="137204"/>
                      </a:lnTo>
                      <a:cubicBezTo>
                        <a:pt x="239407" y="138151"/>
                        <a:pt x="238460" y="139983"/>
                        <a:pt x="237450" y="138467"/>
                      </a:cubicBezTo>
                      <a:moveTo>
                        <a:pt x="252734" y="162783"/>
                      </a:moveTo>
                      <a:cubicBezTo>
                        <a:pt x="251344" y="161078"/>
                        <a:pt x="251597" y="160130"/>
                        <a:pt x="253429" y="160256"/>
                      </a:cubicBezTo>
                      <a:cubicBezTo>
                        <a:pt x="251786" y="157604"/>
                        <a:pt x="253555" y="157099"/>
                        <a:pt x="255260" y="159878"/>
                      </a:cubicBezTo>
                      <a:cubicBezTo>
                        <a:pt x="256081" y="161078"/>
                        <a:pt x="256207" y="163604"/>
                        <a:pt x="255955" y="166572"/>
                      </a:cubicBezTo>
                      <a:cubicBezTo>
                        <a:pt x="255829" y="167456"/>
                        <a:pt x="254881" y="167709"/>
                        <a:pt x="254565" y="166572"/>
                      </a:cubicBezTo>
                      <a:cubicBezTo>
                        <a:pt x="253997" y="164930"/>
                        <a:pt x="253429" y="163793"/>
                        <a:pt x="252734" y="162846"/>
                      </a:cubicBezTo>
                      <a:moveTo>
                        <a:pt x="255892" y="181730"/>
                      </a:moveTo>
                      <a:cubicBezTo>
                        <a:pt x="255197" y="181730"/>
                        <a:pt x="254629" y="181035"/>
                        <a:pt x="253934" y="180720"/>
                      </a:cubicBezTo>
                      <a:lnTo>
                        <a:pt x="255007" y="182235"/>
                      </a:lnTo>
                      <a:cubicBezTo>
                        <a:pt x="255576" y="183056"/>
                        <a:pt x="254439" y="183499"/>
                        <a:pt x="253492" y="182678"/>
                      </a:cubicBezTo>
                      <a:lnTo>
                        <a:pt x="250460" y="180278"/>
                      </a:lnTo>
                      <a:cubicBezTo>
                        <a:pt x="249639" y="179014"/>
                        <a:pt x="249892" y="177625"/>
                        <a:pt x="251408" y="175856"/>
                      </a:cubicBezTo>
                      <a:cubicBezTo>
                        <a:pt x="251786" y="175414"/>
                        <a:pt x="252229" y="175288"/>
                        <a:pt x="252671" y="175667"/>
                      </a:cubicBezTo>
                      <a:lnTo>
                        <a:pt x="255007" y="177183"/>
                      </a:lnTo>
                      <a:cubicBezTo>
                        <a:pt x="255450" y="177499"/>
                        <a:pt x="255450" y="177751"/>
                        <a:pt x="255197" y="178067"/>
                      </a:cubicBezTo>
                      <a:cubicBezTo>
                        <a:pt x="254502" y="178762"/>
                        <a:pt x="254755" y="179141"/>
                        <a:pt x="255892" y="180278"/>
                      </a:cubicBezTo>
                      <a:cubicBezTo>
                        <a:pt x="256586" y="180846"/>
                        <a:pt x="256460" y="181667"/>
                        <a:pt x="255892" y="181667"/>
                      </a:cubicBezTo>
                      <a:moveTo>
                        <a:pt x="257155" y="177372"/>
                      </a:moveTo>
                      <a:cubicBezTo>
                        <a:pt x="256334" y="177499"/>
                        <a:pt x="255639" y="177120"/>
                        <a:pt x="254944" y="176425"/>
                      </a:cubicBezTo>
                      <a:cubicBezTo>
                        <a:pt x="253997" y="175288"/>
                        <a:pt x="253681" y="174593"/>
                        <a:pt x="253808" y="173772"/>
                      </a:cubicBezTo>
                      <a:lnTo>
                        <a:pt x="254502" y="170551"/>
                      </a:lnTo>
                      <a:cubicBezTo>
                        <a:pt x="254629" y="169730"/>
                        <a:pt x="254881" y="169856"/>
                        <a:pt x="255323" y="170551"/>
                      </a:cubicBezTo>
                      <a:cubicBezTo>
                        <a:pt x="256460" y="171941"/>
                        <a:pt x="257408" y="173330"/>
                        <a:pt x="257660" y="175667"/>
                      </a:cubicBezTo>
                      <a:cubicBezTo>
                        <a:pt x="257976" y="176614"/>
                        <a:pt x="257850" y="177183"/>
                        <a:pt x="257092" y="177309"/>
                      </a:cubicBezTo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sz="2209"/>
                </a:p>
              </p:txBody>
            </p:sp>
            <p:sp>
              <p:nvSpPr>
                <p:cNvPr id="153" name="Полилиния: фигура 152">
                  <a:extLst>
                    <a:ext uri="{FF2B5EF4-FFF2-40B4-BE49-F238E27FC236}">
                      <a16:creationId xmlns:a16="http://schemas.microsoft.com/office/drawing/2014/main" id="{5F8BB8CC-84E6-F4F8-4891-DCAE9BCA82E8}"/>
                    </a:ext>
                  </a:extLst>
                </p:cNvPr>
                <p:cNvSpPr/>
                <p:nvPr/>
              </p:nvSpPr>
              <p:spPr>
                <a:xfrm>
                  <a:off x="1048030" y="778457"/>
                  <a:ext cx="5712" cy="2826"/>
                </a:xfrm>
                <a:custGeom>
                  <a:avLst/>
                  <a:gdLst>
                    <a:gd name="connsiteX0" fmla="*/ 189 w 5712"/>
                    <a:gd name="connsiteY0" fmla="*/ 2447 h 2826"/>
                    <a:gd name="connsiteX1" fmla="*/ 4232 w 5712"/>
                    <a:gd name="connsiteY1" fmla="*/ 2826 h 2826"/>
                    <a:gd name="connsiteX2" fmla="*/ 3916 w 5712"/>
                    <a:gd name="connsiteY2" fmla="*/ 237 h 2826"/>
                    <a:gd name="connsiteX3" fmla="*/ 0 w 5712"/>
                    <a:gd name="connsiteY3" fmla="*/ 237 h 2826"/>
                    <a:gd name="connsiteX4" fmla="*/ 126 w 5712"/>
                    <a:gd name="connsiteY4" fmla="*/ 2447 h 2826"/>
                    <a:gd name="connsiteX5" fmla="*/ 3979 w 5712"/>
                    <a:gd name="connsiteY5" fmla="*/ 1184 h 2826"/>
                    <a:gd name="connsiteX6" fmla="*/ 3853 w 5712"/>
                    <a:gd name="connsiteY6" fmla="*/ 2132 h 2826"/>
                    <a:gd name="connsiteX7" fmla="*/ 2337 w 5712"/>
                    <a:gd name="connsiteY7" fmla="*/ 2132 h 2826"/>
                    <a:gd name="connsiteX8" fmla="*/ 1768 w 5712"/>
                    <a:gd name="connsiteY8" fmla="*/ 1184 h 2826"/>
                    <a:gd name="connsiteX9" fmla="*/ 3979 w 5712"/>
                    <a:gd name="connsiteY9" fmla="*/ 1184 h 2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712" h="2826">
                      <a:moveTo>
                        <a:pt x="189" y="2447"/>
                      </a:moveTo>
                      <a:cubicBezTo>
                        <a:pt x="1579" y="2826"/>
                        <a:pt x="2968" y="2826"/>
                        <a:pt x="4232" y="2826"/>
                      </a:cubicBezTo>
                      <a:cubicBezTo>
                        <a:pt x="6316" y="1563"/>
                        <a:pt x="6189" y="742"/>
                        <a:pt x="3916" y="237"/>
                      </a:cubicBezTo>
                      <a:cubicBezTo>
                        <a:pt x="2653" y="-79"/>
                        <a:pt x="1263" y="-79"/>
                        <a:pt x="0" y="237"/>
                      </a:cubicBezTo>
                      <a:cubicBezTo>
                        <a:pt x="1011" y="1437"/>
                        <a:pt x="568" y="1753"/>
                        <a:pt x="126" y="2447"/>
                      </a:cubicBezTo>
                      <a:moveTo>
                        <a:pt x="3979" y="1184"/>
                      </a:moveTo>
                      <a:cubicBezTo>
                        <a:pt x="4421" y="1437"/>
                        <a:pt x="4295" y="1879"/>
                        <a:pt x="3853" y="2132"/>
                      </a:cubicBezTo>
                      <a:cubicBezTo>
                        <a:pt x="3284" y="2258"/>
                        <a:pt x="2842" y="2258"/>
                        <a:pt x="2337" y="2132"/>
                      </a:cubicBezTo>
                      <a:cubicBezTo>
                        <a:pt x="1895" y="1753"/>
                        <a:pt x="2211" y="1437"/>
                        <a:pt x="1768" y="1184"/>
                      </a:cubicBezTo>
                      <a:cubicBezTo>
                        <a:pt x="2337" y="805"/>
                        <a:pt x="3158" y="805"/>
                        <a:pt x="3979" y="1184"/>
                      </a:cubicBezTo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 sz="2209"/>
                </a:p>
              </p:txBody>
            </p:sp>
          </p:grpSp>
          <p:sp>
            <p:nvSpPr>
              <p:cNvPr id="120" name="Полилиния: фигура 119">
                <a:extLst>
                  <a:ext uri="{FF2B5EF4-FFF2-40B4-BE49-F238E27FC236}">
                    <a16:creationId xmlns:a16="http://schemas.microsoft.com/office/drawing/2014/main" id="{06FFED99-F98F-317A-08B6-E1391D0AD1C1}"/>
                  </a:ext>
                </a:extLst>
              </p:cNvPr>
              <p:cNvSpPr/>
              <p:nvPr/>
            </p:nvSpPr>
            <p:spPr>
              <a:xfrm>
                <a:off x="1098493" y="854799"/>
                <a:ext cx="3347" cy="4863"/>
              </a:xfrm>
              <a:custGeom>
                <a:avLst/>
                <a:gdLst>
                  <a:gd name="connsiteX0" fmla="*/ 3347 w 3347"/>
                  <a:gd name="connsiteY0" fmla="*/ 4863 h 4863"/>
                  <a:gd name="connsiteX1" fmla="*/ 0 w 3347"/>
                  <a:gd name="connsiteY1" fmla="*/ 0 h 4863"/>
                  <a:gd name="connsiteX2" fmla="*/ 2084 w 3347"/>
                  <a:gd name="connsiteY2" fmla="*/ 2779 h 4863"/>
                  <a:gd name="connsiteX3" fmla="*/ 3347 w 3347"/>
                  <a:gd name="connsiteY3" fmla="*/ 4863 h 4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47" h="4863">
                    <a:moveTo>
                      <a:pt x="3347" y="4863"/>
                    </a:moveTo>
                    <a:cubicBezTo>
                      <a:pt x="3347" y="3032"/>
                      <a:pt x="1958" y="1137"/>
                      <a:pt x="0" y="0"/>
                    </a:cubicBezTo>
                    <a:cubicBezTo>
                      <a:pt x="126" y="379"/>
                      <a:pt x="1263" y="1516"/>
                      <a:pt x="2084" y="2779"/>
                    </a:cubicBezTo>
                    <a:cubicBezTo>
                      <a:pt x="2779" y="3916"/>
                      <a:pt x="3095" y="4611"/>
                      <a:pt x="3347" y="4863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21" name="Полилиния: фигура 120">
                <a:extLst>
                  <a:ext uri="{FF2B5EF4-FFF2-40B4-BE49-F238E27FC236}">
                    <a16:creationId xmlns:a16="http://schemas.microsoft.com/office/drawing/2014/main" id="{64E12996-2AA6-D5B4-5B33-DAE8B94AE7F5}"/>
                  </a:ext>
                </a:extLst>
              </p:cNvPr>
              <p:cNvSpPr/>
              <p:nvPr/>
            </p:nvSpPr>
            <p:spPr>
              <a:xfrm>
                <a:off x="1097546" y="857641"/>
                <a:ext cx="4863" cy="7389"/>
              </a:xfrm>
              <a:custGeom>
                <a:avLst/>
                <a:gdLst>
                  <a:gd name="connsiteX0" fmla="*/ 0 w 4863"/>
                  <a:gd name="connsiteY0" fmla="*/ 63 h 7389"/>
                  <a:gd name="connsiteX1" fmla="*/ 3032 w 4863"/>
                  <a:gd name="connsiteY1" fmla="*/ 4232 h 7389"/>
                  <a:gd name="connsiteX2" fmla="*/ 4863 w 4863"/>
                  <a:gd name="connsiteY2" fmla="*/ 7389 h 7389"/>
                  <a:gd name="connsiteX3" fmla="*/ 0 w 4863"/>
                  <a:gd name="connsiteY3" fmla="*/ 0 h 7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63" h="7389">
                    <a:moveTo>
                      <a:pt x="0" y="63"/>
                    </a:moveTo>
                    <a:cubicBezTo>
                      <a:pt x="126" y="632"/>
                      <a:pt x="1958" y="2400"/>
                      <a:pt x="3032" y="4232"/>
                    </a:cubicBezTo>
                    <a:cubicBezTo>
                      <a:pt x="3979" y="5874"/>
                      <a:pt x="4421" y="7011"/>
                      <a:pt x="4863" y="7389"/>
                    </a:cubicBezTo>
                    <a:cubicBezTo>
                      <a:pt x="4737" y="4737"/>
                      <a:pt x="2905" y="1958"/>
                      <a:pt x="0" y="0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22" name="Полилиния: фигура 121">
                <a:extLst>
                  <a:ext uri="{FF2B5EF4-FFF2-40B4-BE49-F238E27FC236}">
                    <a16:creationId xmlns:a16="http://schemas.microsoft.com/office/drawing/2014/main" id="{5468A764-A07B-2D93-54DD-5913E7BA9837}"/>
                  </a:ext>
                </a:extLst>
              </p:cNvPr>
              <p:cNvSpPr/>
              <p:nvPr/>
            </p:nvSpPr>
            <p:spPr>
              <a:xfrm>
                <a:off x="1096157" y="864210"/>
                <a:ext cx="6947" cy="10294"/>
              </a:xfrm>
              <a:custGeom>
                <a:avLst/>
                <a:gdLst>
                  <a:gd name="connsiteX0" fmla="*/ 0 w 6947"/>
                  <a:gd name="connsiteY0" fmla="*/ 0 h 10294"/>
                  <a:gd name="connsiteX1" fmla="*/ 4547 w 6947"/>
                  <a:gd name="connsiteY1" fmla="*/ 6253 h 10294"/>
                  <a:gd name="connsiteX2" fmla="*/ 6947 w 6947"/>
                  <a:gd name="connsiteY2" fmla="*/ 10295 h 10294"/>
                  <a:gd name="connsiteX3" fmla="*/ 0 w 6947"/>
                  <a:gd name="connsiteY3" fmla="*/ 0 h 1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947" h="10294">
                    <a:moveTo>
                      <a:pt x="0" y="0"/>
                    </a:moveTo>
                    <a:cubicBezTo>
                      <a:pt x="126" y="947"/>
                      <a:pt x="2905" y="3347"/>
                      <a:pt x="4547" y="6253"/>
                    </a:cubicBezTo>
                    <a:cubicBezTo>
                      <a:pt x="6253" y="9032"/>
                      <a:pt x="6253" y="9726"/>
                      <a:pt x="6947" y="10295"/>
                    </a:cubicBezTo>
                    <a:cubicBezTo>
                      <a:pt x="6632" y="6253"/>
                      <a:pt x="4484" y="3347"/>
                      <a:pt x="0" y="0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23" name="Полилиния: фигура 122">
                <a:extLst>
                  <a:ext uri="{FF2B5EF4-FFF2-40B4-BE49-F238E27FC236}">
                    <a16:creationId xmlns:a16="http://schemas.microsoft.com/office/drawing/2014/main" id="{3E68D6B2-0D14-8665-48DE-86FDA2210A5C}"/>
                  </a:ext>
                </a:extLst>
              </p:cNvPr>
              <p:cNvSpPr/>
              <p:nvPr/>
            </p:nvSpPr>
            <p:spPr>
              <a:xfrm>
                <a:off x="1096662" y="860736"/>
                <a:ext cx="6315" cy="9600"/>
              </a:xfrm>
              <a:custGeom>
                <a:avLst/>
                <a:gdLst>
                  <a:gd name="connsiteX0" fmla="*/ 0 w 6315"/>
                  <a:gd name="connsiteY0" fmla="*/ 0 h 9600"/>
                  <a:gd name="connsiteX1" fmla="*/ 3916 w 6315"/>
                  <a:gd name="connsiteY1" fmla="*/ 5432 h 9600"/>
                  <a:gd name="connsiteX2" fmla="*/ 6316 w 6315"/>
                  <a:gd name="connsiteY2" fmla="*/ 9600 h 9600"/>
                  <a:gd name="connsiteX3" fmla="*/ 63 w 6315"/>
                  <a:gd name="connsiteY3" fmla="*/ 0 h 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15" h="9600">
                    <a:moveTo>
                      <a:pt x="0" y="0"/>
                    </a:moveTo>
                    <a:cubicBezTo>
                      <a:pt x="126" y="695"/>
                      <a:pt x="2463" y="3095"/>
                      <a:pt x="3916" y="5432"/>
                    </a:cubicBezTo>
                    <a:cubicBezTo>
                      <a:pt x="5305" y="7642"/>
                      <a:pt x="5747" y="9158"/>
                      <a:pt x="6316" y="9600"/>
                    </a:cubicBezTo>
                    <a:cubicBezTo>
                      <a:pt x="6000" y="6379"/>
                      <a:pt x="3663" y="2653"/>
                      <a:pt x="63" y="0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24" name="Полилиния: фигура 123">
                <a:extLst>
                  <a:ext uri="{FF2B5EF4-FFF2-40B4-BE49-F238E27FC236}">
                    <a16:creationId xmlns:a16="http://schemas.microsoft.com/office/drawing/2014/main" id="{94734FEC-4DDB-E144-8146-569056919FF2}"/>
                  </a:ext>
                </a:extLst>
              </p:cNvPr>
              <p:cNvSpPr/>
              <p:nvPr/>
            </p:nvSpPr>
            <p:spPr>
              <a:xfrm>
                <a:off x="1071399" y="909494"/>
                <a:ext cx="1074" cy="2084"/>
              </a:xfrm>
              <a:custGeom>
                <a:avLst/>
                <a:gdLst>
                  <a:gd name="connsiteX0" fmla="*/ 253 w 1074"/>
                  <a:gd name="connsiteY0" fmla="*/ 0 h 2084"/>
                  <a:gd name="connsiteX1" fmla="*/ 0 w 1074"/>
                  <a:gd name="connsiteY1" fmla="*/ 0 h 2084"/>
                  <a:gd name="connsiteX2" fmla="*/ 0 w 1074"/>
                  <a:gd name="connsiteY2" fmla="*/ 2084 h 2084"/>
                  <a:gd name="connsiteX3" fmla="*/ 379 w 1074"/>
                  <a:gd name="connsiteY3" fmla="*/ 1958 h 2084"/>
                  <a:gd name="connsiteX4" fmla="*/ 253 w 1074"/>
                  <a:gd name="connsiteY4" fmla="*/ 63 h 2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4" h="2084">
                    <a:moveTo>
                      <a:pt x="253" y="0"/>
                    </a:moveTo>
                    <a:lnTo>
                      <a:pt x="0" y="0"/>
                    </a:lnTo>
                    <a:lnTo>
                      <a:pt x="0" y="2084"/>
                    </a:lnTo>
                    <a:cubicBezTo>
                      <a:pt x="0" y="2084"/>
                      <a:pt x="253" y="2084"/>
                      <a:pt x="379" y="1958"/>
                    </a:cubicBezTo>
                    <a:cubicBezTo>
                      <a:pt x="1326" y="821"/>
                      <a:pt x="1326" y="316"/>
                      <a:pt x="253" y="63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25" name="Полилиния: фигура 124">
                <a:extLst>
                  <a:ext uri="{FF2B5EF4-FFF2-40B4-BE49-F238E27FC236}">
                    <a16:creationId xmlns:a16="http://schemas.microsoft.com/office/drawing/2014/main" id="{6811B6CE-EE56-AB0A-FC6A-3D72D58D6140}"/>
                  </a:ext>
                </a:extLst>
              </p:cNvPr>
              <p:cNvSpPr/>
              <p:nvPr/>
            </p:nvSpPr>
            <p:spPr>
              <a:xfrm>
                <a:off x="1069946" y="909620"/>
                <a:ext cx="568" cy="2526"/>
              </a:xfrm>
              <a:custGeom>
                <a:avLst/>
                <a:gdLst>
                  <a:gd name="connsiteX0" fmla="*/ 568 w 568"/>
                  <a:gd name="connsiteY0" fmla="*/ 2211 h 2526"/>
                  <a:gd name="connsiteX1" fmla="*/ 568 w 568"/>
                  <a:gd name="connsiteY1" fmla="*/ 0 h 2526"/>
                  <a:gd name="connsiteX2" fmla="*/ 0 w 568"/>
                  <a:gd name="connsiteY2" fmla="*/ 126 h 2526"/>
                  <a:gd name="connsiteX3" fmla="*/ 126 w 568"/>
                  <a:gd name="connsiteY3" fmla="*/ 2526 h 2526"/>
                  <a:gd name="connsiteX4" fmla="*/ 505 w 568"/>
                  <a:gd name="connsiteY4" fmla="*/ 2211 h 2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8" h="2526">
                    <a:moveTo>
                      <a:pt x="568" y="2211"/>
                    </a:moveTo>
                    <a:lnTo>
                      <a:pt x="568" y="0"/>
                    </a:lnTo>
                    <a:lnTo>
                      <a:pt x="0" y="126"/>
                    </a:lnTo>
                    <a:lnTo>
                      <a:pt x="126" y="2526"/>
                    </a:lnTo>
                    <a:cubicBezTo>
                      <a:pt x="126" y="2526"/>
                      <a:pt x="379" y="2400"/>
                      <a:pt x="505" y="2211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26" name="Полилиния: фигура 125">
                <a:extLst>
                  <a:ext uri="{FF2B5EF4-FFF2-40B4-BE49-F238E27FC236}">
                    <a16:creationId xmlns:a16="http://schemas.microsoft.com/office/drawing/2014/main" id="{861B3A30-6E8A-148B-06A6-3953EDE21A14}"/>
                  </a:ext>
                </a:extLst>
              </p:cNvPr>
              <p:cNvSpPr/>
              <p:nvPr/>
            </p:nvSpPr>
            <p:spPr>
              <a:xfrm>
                <a:off x="1072448" y="907009"/>
                <a:ext cx="2006" cy="1222"/>
              </a:xfrm>
              <a:custGeom>
                <a:avLst/>
                <a:gdLst>
                  <a:gd name="connsiteX0" fmla="*/ 1161 w 2006"/>
                  <a:gd name="connsiteY0" fmla="*/ 1222 h 1222"/>
                  <a:gd name="connsiteX1" fmla="*/ 1982 w 2006"/>
                  <a:gd name="connsiteY1" fmla="*/ 338 h 1222"/>
                  <a:gd name="connsiteX2" fmla="*/ 845 w 2006"/>
                  <a:gd name="connsiteY2" fmla="*/ 22 h 1222"/>
                  <a:gd name="connsiteX3" fmla="*/ 24 w 2006"/>
                  <a:gd name="connsiteY3" fmla="*/ 717 h 1222"/>
                  <a:gd name="connsiteX4" fmla="*/ 1161 w 2006"/>
                  <a:gd name="connsiteY4" fmla="*/ 1159 h 1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06" h="1222">
                    <a:moveTo>
                      <a:pt x="1161" y="1222"/>
                    </a:moveTo>
                    <a:cubicBezTo>
                      <a:pt x="1730" y="1096"/>
                      <a:pt x="2109" y="780"/>
                      <a:pt x="1982" y="338"/>
                    </a:cubicBezTo>
                    <a:cubicBezTo>
                      <a:pt x="1856" y="22"/>
                      <a:pt x="1414" y="-41"/>
                      <a:pt x="845" y="22"/>
                    </a:cubicBezTo>
                    <a:cubicBezTo>
                      <a:pt x="277" y="148"/>
                      <a:pt x="-102" y="590"/>
                      <a:pt x="24" y="717"/>
                    </a:cubicBezTo>
                    <a:cubicBezTo>
                      <a:pt x="151" y="1159"/>
                      <a:pt x="593" y="1285"/>
                      <a:pt x="1161" y="1159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27" name="Полилиния: фигура 126">
                <a:extLst>
                  <a:ext uri="{FF2B5EF4-FFF2-40B4-BE49-F238E27FC236}">
                    <a16:creationId xmlns:a16="http://schemas.microsoft.com/office/drawing/2014/main" id="{00945F0A-E795-4880-6119-7F1627574D09}"/>
                  </a:ext>
                </a:extLst>
              </p:cNvPr>
              <p:cNvSpPr/>
              <p:nvPr/>
            </p:nvSpPr>
            <p:spPr>
              <a:xfrm>
                <a:off x="1067862" y="909873"/>
                <a:ext cx="1263" cy="2778"/>
              </a:xfrm>
              <a:custGeom>
                <a:avLst/>
                <a:gdLst>
                  <a:gd name="connsiteX0" fmla="*/ 1263 w 1263"/>
                  <a:gd name="connsiteY0" fmla="*/ 2653 h 2778"/>
                  <a:gd name="connsiteX1" fmla="*/ 1263 w 1263"/>
                  <a:gd name="connsiteY1" fmla="*/ 0 h 2778"/>
                  <a:gd name="connsiteX2" fmla="*/ 0 w 1263"/>
                  <a:gd name="connsiteY2" fmla="*/ 253 h 2778"/>
                  <a:gd name="connsiteX3" fmla="*/ 568 w 1263"/>
                  <a:gd name="connsiteY3" fmla="*/ 2779 h 2778"/>
                  <a:gd name="connsiteX4" fmla="*/ 1263 w 1263"/>
                  <a:gd name="connsiteY4" fmla="*/ 2653 h 2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3" h="2778">
                    <a:moveTo>
                      <a:pt x="1263" y="2653"/>
                    </a:moveTo>
                    <a:lnTo>
                      <a:pt x="1263" y="0"/>
                    </a:lnTo>
                    <a:lnTo>
                      <a:pt x="0" y="253"/>
                    </a:lnTo>
                    <a:lnTo>
                      <a:pt x="568" y="2779"/>
                    </a:lnTo>
                    <a:cubicBezTo>
                      <a:pt x="568" y="2779"/>
                      <a:pt x="1011" y="2653"/>
                      <a:pt x="1263" y="2653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28" name="Полилиния: фигура 127">
                <a:extLst>
                  <a:ext uri="{FF2B5EF4-FFF2-40B4-BE49-F238E27FC236}">
                    <a16:creationId xmlns:a16="http://schemas.microsoft.com/office/drawing/2014/main" id="{E2D82347-10F2-C941-8656-B77A7B4C9CD6}"/>
                  </a:ext>
                </a:extLst>
              </p:cNvPr>
              <p:cNvSpPr/>
              <p:nvPr/>
            </p:nvSpPr>
            <p:spPr>
              <a:xfrm>
                <a:off x="1066472" y="910315"/>
                <a:ext cx="694" cy="2778"/>
              </a:xfrm>
              <a:custGeom>
                <a:avLst/>
                <a:gdLst>
                  <a:gd name="connsiteX0" fmla="*/ 0 w 694"/>
                  <a:gd name="connsiteY0" fmla="*/ 253 h 2778"/>
                  <a:gd name="connsiteX1" fmla="*/ 442 w 694"/>
                  <a:gd name="connsiteY1" fmla="*/ 2779 h 2778"/>
                  <a:gd name="connsiteX2" fmla="*/ 695 w 694"/>
                  <a:gd name="connsiteY2" fmla="*/ 2779 h 2778"/>
                  <a:gd name="connsiteX3" fmla="*/ 695 w 694"/>
                  <a:gd name="connsiteY3" fmla="*/ 0 h 2778"/>
                  <a:gd name="connsiteX4" fmla="*/ 0 w 694"/>
                  <a:gd name="connsiteY4" fmla="*/ 253 h 2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4" h="2778">
                    <a:moveTo>
                      <a:pt x="0" y="253"/>
                    </a:moveTo>
                    <a:lnTo>
                      <a:pt x="442" y="2779"/>
                    </a:lnTo>
                    <a:lnTo>
                      <a:pt x="695" y="2779"/>
                    </a:lnTo>
                    <a:lnTo>
                      <a:pt x="695" y="0"/>
                    </a:lnTo>
                    <a:lnTo>
                      <a:pt x="0" y="253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29" name="Полилиния: фигура 128">
                <a:extLst>
                  <a:ext uri="{FF2B5EF4-FFF2-40B4-BE49-F238E27FC236}">
                    <a16:creationId xmlns:a16="http://schemas.microsoft.com/office/drawing/2014/main" id="{D709666C-E7FE-E521-8921-5A5DE222FC46}"/>
                  </a:ext>
                </a:extLst>
              </p:cNvPr>
              <p:cNvSpPr/>
              <p:nvPr/>
            </p:nvSpPr>
            <p:spPr>
              <a:xfrm>
                <a:off x="1073609" y="908862"/>
                <a:ext cx="505" cy="694"/>
              </a:xfrm>
              <a:custGeom>
                <a:avLst/>
                <a:gdLst>
                  <a:gd name="connsiteX0" fmla="*/ 253 w 505"/>
                  <a:gd name="connsiteY0" fmla="*/ 0 h 694"/>
                  <a:gd name="connsiteX1" fmla="*/ 0 w 505"/>
                  <a:gd name="connsiteY1" fmla="*/ 316 h 694"/>
                  <a:gd name="connsiteX2" fmla="*/ 253 w 505"/>
                  <a:gd name="connsiteY2" fmla="*/ 695 h 694"/>
                  <a:gd name="connsiteX3" fmla="*/ 505 w 505"/>
                  <a:gd name="connsiteY3" fmla="*/ 316 h 694"/>
                  <a:gd name="connsiteX4" fmla="*/ 253 w 505"/>
                  <a:gd name="connsiteY4" fmla="*/ 0 h 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5" h="694">
                    <a:moveTo>
                      <a:pt x="253" y="0"/>
                    </a:moveTo>
                    <a:cubicBezTo>
                      <a:pt x="253" y="0"/>
                      <a:pt x="0" y="126"/>
                      <a:pt x="0" y="316"/>
                    </a:cubicBezTo>
                    <a:cubicBezTo>
                      <a:pt x="0" y="632"/>
                      <a:pt x="126" y="695"/>
                      <a:pt x="253" y="695"/>
                    </a:cubicBezTo>
                    <a:cubicBezTo>
                      <a:pt x="379" y="695"/>
                      <a:pt x="505" y="568"/>
                      <a:pt x="505" y="316"/>
                    </a:cubicBezTo>
                    <a:cubicBezTo>
                      <a:pt x="505" y="189"/>
                      <a:pt x="379" y="0"/>
                      <a:pt x="253" y="0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30" name="Полилиния: фигура 129">
                <a:extLst>
                  <a:ext uri="{FF2B5EF4-FFF2-40B4-BE49-F238E27FC236}">
                    <a16:creationId xmlns:a16="http://schemas.microsoft.com/office/drawing/2014/main" id="{BBE7CC3D-0E98-86E8-2931-B30E7E593D30}"/>
                  </a:ext>
                </a:extLst>
              </p:cNvPr>
              <p:cNvSpPr/>
              <p:nvPr/>
            </p:nvSpPr>
            <p:spPr>
              <a:xfrm>
                <a:off x="1083399" y="802378"/>
                <a:ext cx="10042" cy="16042"/>
              </a:xfrm>
              <a:custGeom>
                <a:avLst/>
                <a:gdLst>
                  <a:gd name="connsiteX0" fmla="*/ 63 w 10042"/>
                  <a:gd name="connsiteY0" fmla="*/ 63 h 16042"/>
                  <a:gd name="connsiteX1" fmla="*/ 10042 w 10042"/>
                  <a:gd name="connsiteY1" fmla="*/ 16042 h 16042"/>
                  <a:gd name="connsiteX2" fmla="*/ 3474 w 10042"/>
                  <a:gd name="connsiteY2" fmla="*/ 7137 h 16042"/>
                  <a:gd name="connsiteX3" fmla="*/ 0 w 10042"/>
                  <a:gd name="connsiteY3" fmla="*/ 0 h 16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42" h="16042">
                    <a:moveTo>
                      <a:pt x="63" y="63"/>
                    </a:moveTo>
                    <a:cubicBezTo>
                      <a:pt x="442" y="5179"/>
                      <a:pt x="4232" y="11495"/>
                      <a:pt x="10042" y="16042"/>
                    </a:cubicBezTo>
                    <a:cubicBezTo>
                      <a:pt x="9789" y="14842"/>
                      <a:pt x="5558" y="11053"/>
                      <a:pt x="3474" y="7137"/>
                    </a:cubicBezTo>
                    <a:cubicBezTo>
                      <a:pt x="1263" y="3347"/>
                      <a:pt x="884" y="884"/>
                      <a:pt x="0" y="0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31" name="Полилиния: фигура 130">
                <a:extLst>
                  <a:ext uri="{FF2B5EF4-FFF2-40B4-BE49-F238E27FC236}">
                    <a16:creationId xmlns:a16="http://schemas.microsoft.com/office/drawing/2014/main" id="{DA580B02-1CED-9138-182A-859A5690AA0C}"/>
                  </a:ext>
                </a:extLst>
              </p:cNvPr>
              <p:cNvSpPr/>
              <p:nvPr/>
            </p:nvSpPr>
            <p:spPr>
              <a:xfrm>
                <a:off x="1097174" y="785768"/>
                <a:ext cx="2961" cy="6568"/>
              </a:xfrm>
              <a:custGeom>
                <a:avLst/>
                <a:gdLst>
                  <a:gd name="connsiteX0" fmla="*/ 2962 w 2961"/>
                  <a:gd name="connsiteY0" fmla="*/ 6568 h 6568"/>
                  <a:gd name="connsiteX1" fmla="*/ 1572 w 2961"/>
                  <a:gd name="connsiteY1" fmla="*/ 3221 h 6568"/>
                  <a:gd name="connsiteX2" fmla="*/ 57 w 2961"/>
                  <a:gd name="connsiteY2" fmla="*/ 0 h 6568"/>
                  <a:gd name="connsiteX3" fmla="*/ 2962 w 2961"/>
                  <a:gd name="connsiteY3" fmla="*/ 6568 h 6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61" h="6568">
                    <a:moveTo>
                      <a:pt x="2962" y="6568"/>
                    </a:moveTo>
                    <a:cubicBezTo>
                      <a:pt x="2962" y="6189"/>
                      <a:pt x="2078" y="4611"/>
                      <a:pt x="1572" y="3221"/>
                    </a:cubicBezTo>
                    <a:cubicBezTo>
                      <a:pt x="1067" y="1642"/>
                      <a:pt x="499" y="126"/>
                      <a:pt x="57" y="0"/>
                    </a:cubicBezTo>
                    <a:cubicBezTo>
                      <a:pt x="-259" y="2084"/>
                      <a:pt x="751" y="4737"/>
                      <a:pt x="2962" y="6568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32" name="Полилиния: фигура 131">
                <a:extLst>
                  <a:ext uri="{FF2B5EF4-FFF2-40B4-BE49-F238E27FC236}">
                    <a16:creationId xmlns:a16="http://schemas.microsoft.com/office/drawing/2014/main" id="{67282ED0-533D-1A0D-0E3B-F954F8DFFD3C}"/>
                  </a:ext>
                </a:extLst>
              </p:cNvPr>
              <p:cNvSpPr/>
              <p:nvPr/>
            </p:nvSpPr>
            <p:spPr>
              <a:xfrm>
                <a:off x="1084851" y="799852"/>
                <a:ext cx="9031" cy="14715"/>
              </a:xfrm>
              <a:custGeom>
                <a:avLst/>
                <a:gdLst>
                  <a:gd name="connsiteX0" fmla="*/ 0 w 9031"/>
                  <a:gd name="connsiteY0" fmla="*/ 0 h 14715"/>
                  <a:gd name="connsiteX1" fmla="*/ 9032 w 9031"/>
                  <a:gd name="connsiteY1" fmla="*/ 14716 h 14715"/>
                  <a:gd name="connsiteX2" fmla="*/ 3221 w 9031"/>
                  <a:gd name="connsiteY2" fmla="*/ 6505 h 14715"/>
                  <a:gd name="connsiteX3" fmla="*/ 0 w 9031"/>
                  <a:gd name="connsiteY3" fmla="*/ 0 h 14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031" h="14715">
                    <a:moveTo>
                      <a:pt x="0" y="0"/>
                    </a:moveTo>
                    <a:cubicBezTo>
                      <a:pt x="253" y="4737"/>
                      <a:pt x="3600" y="10421"/>
                      <a:pt x="9032" y="14716"/>
                    </a:cubicBezTo>
                    <a:cubicBezTo>
                      <a:pt x="8779" y="13579"/>
                      <a:pt x="5116" y="9979"/>
                      <a:pt x="3221" y="6505"/>
                    </a:cubicBezTo>
                    <a:cubicBezTo>
                      <a:pt x="1263" y="3032"/>
                      <a:pt x="758" y="695"/>
                      <a:pt x="0" y="0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33" name="Полилиния: фигура 132">
                <a:extLst>
                  <a:ext uri="{FF2B5EF4-FFF2-40B4-BE49-F238E27FC236}">
                    <a16:creationId xmlns:a16="http://schemas.microsoft.com/office/drawing/2014/main" id="{2CBA0F56-A41E-99BD-FDE8-880C50D065A9}"/>
                  </a:ext>
                </a:extLst>
              </p:cNvPr>
              <p:cNvSpPr/>
              <p:nvPr/>
            </p:nvSpPr>
            <p:spPr>
              <a:xfrm>
                <a:off x="1078851" y="813178"/>
                <a:ext cx="14589" cy="22105"/>
              </a:xfrm>
              <a:custGeom>
                <a:avLst/>
                <a:gdLst>
                  <a:gd name="connsiteX0" fmla="*/ 0 w 14589"/>
                  <a:gd name="connsiteY0" fmla="*/ 0 h 22105"/>
                  <a:gd name="connsiteX1" fmla="*/ 14589 w 14589"/>
                  <a:gd name="connsiteY1" fmla="*/ 22105 h 22105"/>
                  <a:gd name="connsiteX2" fmla="*/ 4611 w 14589"/>
                  <a:gd name="connsiteY2" fmla="*/ 9411 h 22105"/>
                  <a:gd name="connsiteX3" fmla="*/ 0 w 14589"/>
                  <a:gd name="connsiteY3" fmla="*/ 0 h 22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589" h="22105">
                    <a:moveTo>
                      <a:pt x="0" y="0"/>
                    </a:moveTo>
                    <a:cubicBezTo>
                      <a:pt x="947" y="6947"/>
                      <a:pt x="6821" y="15853"/>
                      <a:pt x="14589" y="22105"/>
                    </a:cubicBezTo>
                    <a:cubicBezTo>
                      <a:pt x="14084" y="20274"/>
                      <a:pt x="7642" y="14589"/>
                      <a:pt x="4611" y="9411"/>
                    </a:cubicBezTo>
                    <a:cubicBezTo>
                      <a:pt x="1705" y="4295"/>
                      <a:pt x="1137" y="1326"/>
                      <a:pt x="0" y="0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34" name="Полилиния: фигура 133">
                <a:extLst>
                  <a:ext uri="{FF2B5EF4-FFF2-40B4-BE49-F238E27FC236}">
                    <a16:creationId xmlns:a16="http://schemas.microsoft.com/office/drawing/2014/main" id="{EC415D7C-DB9A-6092-F582-7EC04B6F298F}"/>
                  </a:ext>
                </a:extLst>
              </p:cNvPr>
              <p:cNvSpPr/>
              <p:nvPr/>
            </p:nvSpPr>
            <p:spPr>
              <a:xfrm>
                <a:off x="1088009" y="794673"/>
                <a:ext cx="6947" cy="11936"/>
              </a:xfrm>
              <a:custGeom>
                <a:avLst/>
                <a:gdLst>
                  <a:gd name="connsiteX0" fmla="*/ 0 w 6947"/>
                  <a:gd name="connsiteY0" fmla="*/ 0 h 11936"/>
                  <a:gd name="connsiteX1" fmla="*/ 6947 w 6947"/>
                  <a:gd name="connsiteY1" fmla="*/ 11937 h 11936"/>
                  <a:gd name="connsiteX2" fmla="*/ 2653 w 6947"/>
                  <a:gd name="connsiteY2" fmla="*/ 5432 h 11936"/>
                  <a:gd name="connsiteX3" fmla="*/ 0 w 6947"/>
                  <a:gd name="connsiteY3" fmla="*/ 0 h 11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947" h="11936">
                    <a:moveTo>
                      <a:pt x="0" y="0"/>
                    </a:moveTo>
                    <a:cubicBezTo>
                      <a:pt x="0" y="3916"/>
                      <a:pt x="2653" y="8653"/>
                      <a:pt x="6947" y="11937"/>
                    </a:cubicBezTo>
                    <a:cubicBezTo>
                      <a:pt x="6821" y="11116"/>
                      <a:pt x="4168" y="8211"/>
                      <a:pt x="2653" y="5432"/>
                    </a:cubicBezTo>
                    <a:cubicBezTo>
                      <a:pt x="1137" y="2653"/>
                      <a:pt x="695" y="568"/>
                      <a:pt x="0" y="0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35" name="Полилиния: фигура 134">
                <a:extLst>
                  <a:ext uri="{FF2B5EF4-FFF2-40B4-BE49-F238E27FC236}">
                    <a16:creationId xmlns:a16="http://schemas.microsoft.com/office/drawing/2014/main" id="{8CF6EF40-044C-5F68-22F6-1E48A4D50329}"/>
                  </a:ext>
                </a:extLst>
              </p:cNvPr>
              <p:cNvSpPr/>
              <p:nvPr/>
            </p:nvSpPr>
            <p:spPr>
              <a:xfrm>
                <a:off x="1086304" y="797136"/>
                <a:ext cx="7957" cy="13389"/>
              </a:xfrm>
              <a:custGeom>
                <a:avLst/>
                <a:gdLst>
                  <a:gd name="connsiteX0" fmla="*/ 63 w 7957"/>
                  <a:gd name="connsiteY0" fmla="*/ 0 h 13389"/>
                  <a:gd name="connsiteX1" fmla="*/ 7958 w 7957"/>
                  <a:gd name="connsiteY1" fmla="*/ 13389 h 13389"/>
                  <a:gd name="connsiteX2" fmla="*/ 2968 w 7957"/>
                  <a:gd name="connsiteY2" fmla="*/ 6000 h 13389"/>
                  <a:gd name="connsiteX3" fmla="*/ 0 w 7957"/>
                  <a:gd name="connsiteY3" fmla="*/ 0 h 13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57" h="13389">
                    <a:moveTo>
                      <a:pt x="63" y="0"/>
                    </a:moveTo>
                    <a:cubicBezTo>
                      <a:pt x="189" y="4358"/>
                      <a:pt x="3284" y="9600"/>
                      <a:pt x="7958" y="13389"/>
                    </a:cubicBezTo>
                    <a:cubicBezTo>
                      <a:pt x="7832" y="12442"/>
                      <a:pt x="4611" y="9221"/>
                      <a:pt x="2968" y="6000"/>
                    </a:cubicBezTo>
                    <a:cubicBezTo>
                      <a:pt x="1137" y="2968"/>
                      <a:pt x="758" y="695"/>
                      <a:pt x="0" y="0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36" name="Полилиния: фигура 135">
                <a:extLst>
                  <a:ext uri="{FF2B5EF4-FFF2-40B4-BE49-F238E27FC236}">
                    <a16:creationId xmlns:a16="http://schemas.microsoft.com/office/drawing/2014/main" id="{B4E3DA0D-13D9-22AA-D88F-2AF5443A8303}"/>
                  </a:ext>
                </a:extLst>
              </p:cNvPr>
              <p:cNvSpPr/>
              <p:nvPr/>
            </p:nvSpPr>
            <p:spPr>
              <a:xfrm>
                <a:off x="1099436" y="783368"/>
                <a:ext cx="2544" cy="8463"/>
              </a:xfrm>
              <a:custGeom>
                <a:avLst/>
                <a:gdLst>
                  <a:gd name="connsiteX0" fmla="*/ 1268 w 2544"/>
                  <a:gd name="connsiteY0" fmla="*/ 3916 h 8463"/>
                  <a:gd name="connsiteX1" fmla="*/ 258 w 2544"/>
                  <a:gd name="connsiteY1" fmla="*/ 0 h 8463"/>
                  <a:gd name="connsiteX2" fmla="*/ 2531 w 2544"/>
                  <a:gd name="connsiteY2" fmla="*/ 8463 h 8463"/>
                  <a:gd name="connsiteX3" fmla="*/ 1268 w 2544"/>
                  <a:gd name="connsiteY3" fmla="*/ 3853 h 8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4" h="8463">
                    <a:moveTo>
                      <a:pt x="1268" y="3916"/>
                    </a:moveTo>
                    <a:cubicBezTo>
                      <a:pt x="889" y="2084"/>
                      <a:pt x="700" y="316"/>
                      <a:pt x="258" y="0"/>
                    </a:cubicBezTo>
                    <a:cubicBezTo>
                      <a:pt x="-437" y="2337"/>
                      <a:pt x="258" y="5684"/>
                      <a:pt x="2531" y="8463"/>
                    </a:cubicBezTo>
                    <a:cubicBezTo>
                      <a:pt x="2658" y="7895"/>
                      <a:pt x="1837" y="5811"/>
                      <a:pt x="1268" y="3853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37" name="Полилиния: фигура 136">
                <a:extLst>
                  <a:ext uri="{FF2B5EF4-FFF2-40B4-BE49-F238E27FC236}">
                    <a16:creationId xmlns:a16="http://schemas.microsoft.com/office/drawing/2014/main" id="{47F27553-3887-1332-EDA0-0E80B898676B}"/>
                  </a:ext>
                </a:extLst>
              </p:cNvPr>
              <p:cNvSpPr/>
              <p:nvPr/>
            </p:nvSpPr>
            <p:spPr>
              <a:xfrm>
                <a:off x="1094443" y="787726"/>
                <a:ext cx="3923" cy="7831"/>
              </a:xfrm>
              <a:custGeom>
                <a:avLst/>
                <a:gdLst>
                  <a:gd name="connsiteX0" fmla="*/ 3924 w 3923"/>
                  <a:gd name="connsiteY0" fmla="*/ 7768 h 7831"/>
                  <a:gd name="connsiteX1" fmla="*/ 1839 w 3923"/>
                  <a:gd name="connsiteY1" fmla="*/ 3726 h 7831"/>
                  <a:gd name="connsiteX2" fmla="*/ 8 w 3923"/>
                  <a:gd name="connsiteY2" fmla="*/ 0 h 7831"/>
                  <a:gd name="connsiteX3" fmla="*/ 3924 w 3923"/>
                  <a:gd name="connsiteY3" fmla="*/ 7832 h 7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23" h="7831">
                    <a:moveTo>
                      <a:pt x="3924" y="7768"/>
                    </a:moveTo>
                    <a:cubicBezTo>
                      <a:pt x="3924" y="7326"/>
                      <a:pt x="2661" y="5368"/>
                      <a:pt x="1839" y="3726"/>
                    </a:cubicBezTo>
                    <a:cubicBezTo>
                      <a:pt x="1018" y="1768"/>
                      <a:pt x="576" y="253"/>
                      <a:pt x="8" y="0"/>
                    </a:cubicBezTo>
                    <a:cubicBezTo>
                      <a:pt x="-118" y="2463"/>
                      <a:pt x="1271" y="5684"/>
                      <a:pt x="3924" y="783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38" name="Полилиния: фигура 137">
                <a:extLst>
                  <a:ext uri="{FF2B5EF4-FFF2-40B4-BE49-F238E27FC236}">
                    <a16:creationId xmlns:a16="http://schemas.microsoft.com/office/drawing/2014/main" id="{960E0B9F-C263-3609-2691-AA7B9A52A3E7}"/>
                  </a:ext>
                </a:extLst>
              </p:cNvPr>
              <p:cNvSpPr/>
              <p:nvPr/>
            </p:nvSpPr>
            <p:spPr>
              <a:xfrm>
                <a:off x="1090030" y="792147"/>
                <a:ext cx="5873" cy="10736"/>
              </a:xfrm>
              <a:custGeom>
                <a:avLst/>
                <a:gdLst>
                  <a:gd name="connsiteX0" fmla="*/ 5811 w 5873"/>
                  <a:gd name="connsiteY0" fmla="*/ 10737 h 10736"/>
                  <a:gd name="connsiteX1" fmla="*/ 2211 w 5873"/>
                  <a:gd name="connsiteY1" fmla="*/ 4863 h 10736"/>
                  <a:gd name="connsiteX2" fmla="*/ 0 w 5873"/>
                  <a:gd name="connsiteY2" fmla="*/ 0 h 10736"/>
                  <a:gd name="connsiteX3" fmla="*/ 5874 w 5873"/>
                  <a:gd name="connsiteY3" fmla="*/ 10737 h 10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3" h="10736">
                    <a:moveTo>
                      <a:pt x="5811" y="10737"/>
                    </a:moveTo>
                    <a:cubicBezTo>
                      <a:pt x="5811" y="9853"/>
                      <a:pt x="3600" y="7389"/>
                      <a:pt x="2211" y="4863"/>
                    </a:cubicBezTo>
                    <a:cubicBezTo>
                      <a:pt x="947" y="2337"/>
                      <a:pt x="568" y="505"/>
                      <a:pt x="0" y="0"/>
                    </a:cubicBezTo>
                    <a:cubicBezTo>
                      <a:pt x="0" y="3474"/>
                      <a:pt x="2211" y="7642"/>
                      <a:pt x="5874" y="10737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39" name="Полилиния: фигура 138">
                <a:extLst>
                  <a:ext uri="{FF2B5EF4-FFF2-40B4-BE49-F238E27FC236}">
                    <a16:creationId xmlns:a16="http://schemas.microsoft.com/office/drawing/2014/main" id="{FDA22D87-2B76-2784-B5D2-D3211E905EDC}"/>
                  </a:ext>
                </a:extLst>
              </p:cNvPr>
              <p:cNvSpPr/>
              <p:nvPr/>
            </p:nvSpPr>
            <p:spPr>
              <a:xfrm>
                <a:off x="1092108" y="789936"/>
                <a:ext cx="4995" cy="9157"/>
              </a:xfrm>
              <a:custGeom>
                <a:avLst/>
                <a:gdLst>
                  <a:gd name="connsiteX0" fmla="*/ 4996 w 4995"/>
                  <a:gd name="connsiteY0" fmla="*/ 9158 h 9157"/>
                  <a:gd name="connsiteX1" fmla="*/ 2091 w 4995"/>
                  <a:gd name="connsiteY1" fmla="*/ 4168 h 9157"/>
                  <a:gd name="connsiteX2" fmla="*/ 6 w 4995"/>
                  <a:gd name="connsiteY2" fmla="*/ 0 h 9157"/>
                  <a:gd name="connsiteX3" fmla="*/ 4996 w 4995"/>
                  <a:gd name="connsiteY3" fmla="*/ 9158 h 9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95" h="9157">
                    <a:moveTo>
                      <a:pt x="4996" y="9158"/>
                    </a:moveTo>
                    <a:cubicBezTo>
                      <a:pt x="4869" y="8463"/>
                      <a:pt x="3164" y="6379"/>
                      <a:pt x="2091" y="4168"/>
                    </a:cubicBezTo>
                    <a:cubicBezTo>
                      <a:pt x="954" y="2084"/>
                      <a:pt x="448" y="253"/>
                      <a:pt x="6" y="0"/>
                    </a:cubicBezTo>
                    <a:cubicBezTo>
                      <a:pt x="-120" y="2968"/>
                      <a:pt x="1648" y="6568"/>
                      <a:pt x="4996" y="9158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40" name="Полилиния: фигура 139">
                <a:extLst>
                  <a:ext uri="{FF2B5EF4-FFF2-40B4-BE49-F238E27FC236}">
                    <a16:creationId xmlns:a16="http://schemas.microsoft.com/office/drawing/2014/main" id="{1D409E60-C258-733C-34A9-BB9B07E8532B}"/>
                  </a:ext>
                </a:extLst>
              </p:cNvPr>
              <p:cNvSpPr/>
              <p:nvPr/>
            </p:nvSpPr>
            <p:spPr>
              <a:xfrm>
                <a:off x="1120169" y="803136"/>
                <a:ext cx="1850" cy="6249"/>
              </a:xfrm>
              <a:custGeom>
                <a:avLst/>
                <a:gdLst>
                  <a:gd name="connsiteX0" fmla="*/ 1124 w 1850"/>
                  <a:gd name="connsiteY0" fmla="*/ 5432 h 6249"/>
                  <a:gd name="connsiteX1" fmla="*/ 1819 w 1850"/>
                  <a:gd name="connsiteY1" fmla="*/ 6126 h 6249"/>
                  <a:gd name="connsiteX2" fmla="*/ 682 w 1850"/>
                  <a:gd name="connsiteY2" fmla="*/ 1137 h 6249"/>
                  <a:gd name="connsiteX3" fmla="*/ 114 w 1850"/>
                  <a:gd name="connsiteY3" fmla="*/ 0 h 6249"/>
                  <a:gd name="connsiteX4" fmla="*/ 240 w 1850"/>
                  <a:gd name="connsiteY4" fmla="*/ 2905 h 6249"/>
                  <a:gd name="connsiteX5" fmla="*/ 1061 w 1850"/>
                  <a:gd name="connsiteY5" fmla="*/ 5432 h 6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50" h="6249">
                    <a:moveTo>
                      <a:pt x="1124" y="5432"/>
                    </a:moveTo>
                    <a:cubicBezTo>
                      <a:pt x="1693" y="6126"/>
                      <a:pt x="1945" y="6442"/>
                      <a:pt x="1819" y="6126"/>
                    </a:cubicBezTo>
                    <a:cubicBezTo>
                      <a:pt x="1251" y="4232"/>
                      <a:pt x="682" y="2653"/>
                      <a:pt x="682" y="1137"/>
                    </a:cubicBezTo>
                    <a:cubicBezTo>
                      <a:pt x="556" y="442"/>
                      <a:pt x="240" y="189"/>
                      <a:pt x="114" y="0"/>
                    </a:cubicBezTo>
                    <a:cubicBezTo>
                      <a:pt x="-202" y="0"/>
                      <a:pt x="240" y="1958"/>
                      <a:pt x="240" y="2905"/>
                    </a:cubicBezTo>
                    <a:cubicBezTo>
                      <a:pt x="240" y="3789"/>
                      <a:pt x="493" y="4611"/>
                      <a:pt x="1061" y="543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41" name="Полилиния: фигура 140">
                <a:extLst>
                  <a:ext uri="{FF2B5EF4-FFF2-40B4-BE49-F238E27FC236}">
                    <a16:creationId xmlns:a16="http://schemas.microsoft.com/office/drawing/2014/main" id="{34203053-2716-8CB6-CE4E-DEDBFE05C221}"/>
                  </a:ext>
                </a:extLst>
              </p:cNvPr>
              <p:cNvSpPr/>
              <p:nvPr/>
            </p:nvSpPr>
            <p:spPr>
              <a:xfrm>
                <a:off x="1116227" y="798950"/>
                <a:ext cx="1683" cy="8142"/>
              </a:xfrm>
              <a:custGeom>
                <a:avLst/>
                <a:gdLst>
                  <a:gd name="connsiteX0" fmla="*/ 772 w 1683"/>
                  <a:gd name="connsiteY0" fmla="*/ 7091 h 8142"/>
                  <a:gd name="connsiteX1" fmla="*/ 1656 w 1683"/>
                  <a:gd name="connsiteY1" fmla="*/ 7975 h 8142"/>
                  <a:gd name="connsiteX2" fmla="*/ 709 w 1683"/>
                  <a:gd name="connsiteY2" fmla="*/ 1407 h 8142"/>
                  <a:gd name="connsiteX3" fmla="*/ 140 w 1683"/>
                  <a:gd name="connsiteY3" fmla="*/ 17 h 8142"/>
                  <a:gd name="connsiteX4" fmla="*/ 140 w 1683"/>
                  <a:gd name="connsiteY4" fmla="*/ 3617 h 8142"/>
                  <a:gd name="connsiteX5" fmla="*/ 835 w 1683"/>
                  <a:gd name="connsiteY5" fmla="*/ 7091 h 8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83" h="8142">
                    <a:moveTo>
                      <a:pt x="772" y="7091"/>
                    </a:moveTo>
                    <a:cubicBezTo>
                      <a:pt x="1467" y="8101"/>
                      <a:pt x="1782" y="8354"/>
                      <a:pt x="1656" y="7975"/>
                    </a:cubicBezTo>
                    <a:cubicBezTo>
                      <a:pt x="1214" y="5449"/>
                      <a:pt x="709" y="3365"/>
                      <a:pt x="709" y="1407"/>
                    </a:cubicBezTo>
                    <a:cubicBezTo>
                      <a:pt x="709" y="459"/>
                      <a:pt x="393" y="144"/>
                      <a:pt x="140" y="17"/>
                    </a:cubicBezTo>
                    <a:cubicBezTo>
                      <a:pt x="-175" y="-235"/>
                      <a:pt x="140" y="2354"/>
                      <a:pt x="140" y="3617"/>
                    </a:cubicBezTo>
                    <a:cubicBezTo>
                      <a:pt x="14" y="4880"/>
                      <a:pt x="330" y="5828"/>
                      <a:pt x="835" y="7091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42" name="Полилиния: фигура 141">
                <a:extLst>
                  <a:ext uri="{FF2B5EF4-FFF2-40B4-BE49-F238E27FC236}">
                    <a16:creationId xmlns:a16="http://schemas.microsoft.com/office/drawing/2014/main" id="{91E4E78D-42E5-C159-7722-A36084DECDD4}"/>
                  </a:ext>
                </a:extLst>
              </p:cNvPr>
              <p:cNvSpPr/>
              <p:nvPr/>
            </p:nvSpPr>
            <p:spPr>
              <a:xfrm>
                <a:off x="1118121" y="801047"/>
                <a:ext cx="1815" cy="7215"/>
              </a:xfrm>
              <a:custGeom>
                <a:avLst/>
                <a:gdLst>
                  <a:gd name="connsiteX0" fmla="*/ 1089 w 1815"/>
                  <a:gd name="connsiteY0" fmla="*/ 6321 h 7215"/>
                  <a:gd name="connsiteX1" fmla="*/ 1783 w 1815"/>
                  <a:gd name="connsiteY1" fmla="*/ 7016 h 7215"/>
                  <a:gd name="connsiteX2" fmla="*/ 646 w 1815"/>
                  <a:gd name="connsiteY2" fmla="*/ 1268 h 7215"/>
                  <a:gd name="connsiteX3" fmla="*/ 78 w 1815"/>
                  <a:gd name="connsiteY3" fmla="*/ 5 h 7215"/>
                  <a:gd name="connsiteX4" fmla="*/ 267 w 1815"/>
                  <a:gd name="connsiteY4" fmla="*/ 3226 h 7215"/>
                  <a:gd name="connsiteX5" fmla="*/ 1089 w 1815"/>
                  <a:gd name="connsiteY5" fmla="*/ 6321 h 72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" h="7215">
                    <a:moveTo>
                      <a:pt x="1089" y="6321"/>
                    </a:moveTo>
                    <a:cubicBezTo>
                      <a:pt x="1657" y="7142"/>
                      <a:pt x="1910" y="7458"/>
                      <a:pt x="1783" y="7016"/>
                    </a:cubicBezTo>
                    <a:cubicBezTo>
                      <a:pt x="1341" y="4932"/>
                      <a:pt x="646" y="3100"/>
                      <a:pt x="646" y="1268"/>
                    </a:cubicBezTo>
                    <a:cubicBezTo>
                      <a:pt x="646" y="447"/>
                      <a:pt x="457" y="132"/>
                      <a:pt x="78" y="5"/>
                    </a:cubicBezTo>
                    <a:cubicBezTo>
                      <a:pt x="-175" y="-121"/>
                      <a:pt x="267" y="2089"/>
                      <a:pt x="267" y="3226"/>
                    </a:cubicBezTo>
                    <a:cubicBezTo>
                      <a:pt x="267" y="4363"/>
                      <a:pt x="394" y="5310"/>
                      <a:pt x="1089" y="6321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43" name="Полилиния: фигура 142">
                <a:extLst>
                  <a:ext uri="{FF2B5EF4-FFF2-40B4-BE49-F238E27FC236}">
                    <a16:creationId xmlns:a16="http://schemas.microsoft.com/office/drawing/2014/main" id="{61530BE5-0F0A-AE6C-3B38-FBFAC43211A1}"/>
                  </a:ext>
                </a:extLst>
              </p:cNvPr>
              <p:cNvSpPr/>
              <p:nvPr/>
            </p:nvSpPr>
            <p:spPr>
              <a:xfrm>
                <a:off x="1114125" y="796753"/>
                <a:ext cx="1632" cy="9197"/>
              </a:xfrm>
              <a:custGeom>
                <a:avLst/>
                <a:gdLst>
                  <a:gd name="connsiteX0" fmla="*/ 1611 w 1632"/>
                  <a:gd name="connsiteY0" fmla="*/ 9036 h 9197"/>
                  <a:gd name="connsiteX1" fmla="*/ 727 w 1632"/>
                  <a:gd name="connsiteY1" fmla="*/ 1646 h 9197"/>
                  <a:gd name="connsiteX2" fmla="*/ 158 w 1632"/>
                  <a:gd name="connsiteY2" fmla="*/ 4 h 9197"/>
                  <a:gd name="connsiteX3" fmla="*/ 32 w 1632"/>
                  <a:gd name="connsiteY3" fmla="*/ 4172 h 9197"/>
                  <a:gd name="connsiteX4" fmla="*/ 727 w 1632"/>
                  <a:gd name="connsiteY4" fmla="*/ 7899 h 9197"/>
                  <a:gd name="connsiteX5" fmla="*/ 1611 w 1632"/>
                  <a:gd name="connsiteY5" fmla="*/ 9036 h 9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32" h="9197">
                    <a:moveTo>
                      <a:pt x="1611" y="9036"/>
                    </a:moveTo>
                    <a:cubicBezTo>
                      <a:pt x="1169" y="6257"/>
                      <a:pt x="600" y="3857"/>
                      <a:pt x="727" y="1646"/>
                    </a:cubicBezTo>
                    <a:cubicBezTo>
                      <a:pt x="727" y="699"/>
                      <a:pt x="474" y="257"/>
                      <a:pt x="158" y="4"/>
                    </a:cubicBezTo>
                    <a:cubicBezTo>
                      <a:pt x="-94" y="-122"/>
                      <a:pt x="158" y="2783"/>
                      <a:pt x="32" y="4172"/>
                    </a:cubicBezTo>
                    <a:cubicBezTo>
                      <a:pt x="-94" y="5562"/>
                      <a:pt x="158" y="6699"/>
                      <a:pt x="727" y="7899"/>
                    </a:cubicBezTo>
                    <a:cubicBezTo>
                      <a:pt x="1295" y="9162"/>
                      <a:pt x="1737" y="9415"/>
                      <a:pt x="1611" y="903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44" name="Полилиния: фигура 143">
                <a:extLst>
                  <a:ext uri="{FF2B5EF4-FFF2-40B4-BE49-F238E27FC236}">
                    <a16:creationId xmlns:a16="http://schemas.microsoft.com/office/drawing/2014/main" id="{14A5ED7F-B1FB-0797-5FA2-5BEAACF36916}"/>
                  </a:ext>
                </a:extLst>
              </p:cNvPr>
              <p:cNvSpPr/>
              <p:nvPr/>
            </p:nvSpPr>
            <p:spPr>
              <a:xfrm>
                <a:off x="1122129" y="805283"/>
                <a:ext cx="1974" cy="5235"/>
              </a:xfrm>
              <a:custGeom>
                <a:avLst/>
                <a:gdLst>
                  <a:gd name="connsiteX0" fmla="*/ 1248 w 1974"/>
                  <a:gd name="connsiteY0" fmla="*/ 4547 h 5235"/>
                  <a:gd name="connsiteX1" fmla="*/ 1943 w 1974"/>
                  <a:gd name="connsiteY1" fmla="*/ 5116 h 5235"/>
                  <a:gd name="connsiteX2" fmla="*/ 680 w 1974"/>
                  <a:gd name="connsiteY2" fmla="*/ 947 h 5235"/>
                  <a:gd name="connsiteX3" fmla="*/ 112 w 1974"/>
                  <a:gd name="connsiteY3" fmla="*/ 0 h 5235"/>
                  <a:gd name="connsiteX4" fmla="*/ 364 w 1974"/>
                  <a:gd name="connsiteY4" fmla="*/ 2463 h 5235"/>
                  <a:gd name="connsiteX5" fmla="*/ 1248 w 1974"/>
                  <a:gd name="connsiteY5" fmla="*/ 4547 h 5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74" h="5235">
                    <a:moveTo>
                      <a:pt x="1248" y="4547"/>
                    </a:moveTo>
                    <a:cubicBezTo>
                      <a:pt x="1817" y="5242"/>
                      <a:pt x="2069" y="5368"/>
                      <a:pt x="1943" y="5116"/>
                    </a:cubicBezTo>
                    <a:cubicBezTo>
                      <a:pt x="1438" y="3600"/>
                      <a:pt x="806" y="2147"/>
                      <a:pt x="680" y="947"/>
                    </a:cubicBezTo>
                    <a:cubicBezTo>
                      <a:pt x="680" y="379"/>
                      <a:pt x="364" y="63"/>
                      <a:pt x="112" y="0"/>
                    </a:cubicBezTo>
                    <a:cubicBezTo>
                      <a:pt x="-204" y="0"/>
                      <a:pt x="238" y="1642"/>
                      <a:pt x="364" y="2463"/>
                    </a:cubicBezTo>
                    <a:cubicBezTo>
                      <a:pt x="364" y="3284"/>
                      <a:pt x="680" y="3853"/>
                      <a:pt x="1248" y="4547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45" name="Полилиния: фигура 144">
                <a:extLst>
                  <a:ext uri="{FF2B5EF4-FFF2-40B4-BE49-F238E27FC236}">
                    <a16:creationId xmlns:a16="http://schemas.microsoft.com/office/drawing/2014/main" id="{AD962AFA-224E-7EE5-C561-BC42AFA33493}"/>
                  </a:ext>
                </a:extLst>
              </p:cNvPr>
              <p:cNvSpPr/>
              <p:nvPr/>
            </p:nvSpPr>
            <p:spPr>
              <a:xfrm>
                <a:off x="1108463" y="794850"/>
                <a:ext cx="956" cy="6468"/>
              </a:xfrm>
              <a:custGeom>
                <a:avLst/>
                <a:gdLst>
                  <a:gd name="connsiteX0" fmla="*/ 894 w 956"/>
                  <a:gd name="connsiteY0" fmla="*/ 6328 h 6468"/>
                  <a:gd name="connsiteX1" fmla="*/ 767 w 956"/>
                  <a:gd name="connsiteY1" fmla="*/ 1212 h 6468"/>
                  <a:gd name="connsiteX2" fmla="*/ 515 w 956"/>
                  <a:gd name="connsiteY2" fmla="*/ 12 h 6468"/>
                  <a:gd name="connsiteX3" fmla="*/ 73 w 956"/>
                  <a:gd name="connsiteY3" fmla="*/ 2854 h 6468"/>
                  <a:gd name="connsiteX4" fmla="*/ 388 w 956"/>
                  <a:gd name="connsiteY4" fmla="*/ 5507 h 6468"/>
                  <a:gd name="connsiteX5" fmla="*/ 957 w 956"/>
                  <a:gd name="connsiteY5" fmla="*/ 6328 h 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56" h="6468">
                    <a:moveTo>
                      <a:pt x="894" y="6328"/>
                    </a:moveTo>
                    <a:cubicBezTo>
                      <a:pt x="767" y="4433"/>
                      <a:pt x="515" y="2728"/>
                      <a:pt x="767" y="1212"/>
                    </a:cubicBezTo>
                    <a:cubicBezTo>
                      <a:pt x="894" y="517"/>
                      <a:pt x="641" y="265"/>
                      <a:pt x="515" y="12"/>
                    </a:cubicBezTo>
                    <a:cubicBezTo>
                      <a:pt x="199" y="-177"/>
                      <a:pt x="199" y="1907"/>
                      <a:pt x="73" y="2854"/>
                    </a:cubicBezTo>
                    <a:cubicBezTo>
                      <a:pt x="-54" y="3738"/>
                      <a:pt x="-54" y="4559"/>
                      <a:pt x="388" y="5507"/>
                    </a:cubicBezTo>
                    <a:cubicBezTo>
                      <a:pt x="767" y="6454"/>
                      <a:pt x="957" y="6644"/>
                      <a:pt x="957" y="6328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46" name="Полилиния: фигура 145">
                <a:extLst>
                  <a:ext uri="{FF2B5EF4-FFF2-40B4-BE49-F238E27FC236}">
                    <a16:creationId xmlns:a16="http://schemas.microsoft.com/office/drawing/2014/main" id="{9F4A39CB-621A-B97E-4C6F-EA02FBA16358}"/>
                  </a:ext>
                </a:extLst>
              </p:cNvPr>
              <p:cNvSpPr/>
              <p:nvPr/>
            </p:nvSpPr>
            <p:spPr>
              <a:xfrm>
                <a:off x="1082072" y="805094"/>
                <a:ext cx="11178" cy="17368"/>
              </a:xfrm>
              <a:custGeom>
                <a:avLst/>
                <a:gdLst>
                  <a:gd name="connsiteX0" fmla="*/ 11116 w 11178"/>
                  <a:gd name="connsiteY0" fmla="*/ 17368 h 17368"/>
                  <a:gd name="connsiteX1" fmla="*/ 3726 w 11178"/>
                  <a:gd name="connsiteY1" fmla="*/ 7642 h 17368"/>
                  <a:gd name="connsiteX2" fmla="*/ 0 w 11178"/>
                  <a:gd name="connsiteY2" fmla="*/ 0 h 17368"/>
                  <a:gd name="connsiteX3" fmla="*/ 11179 w 11178"/>
                  <a:gd name="connsiteY3" fmla="*/ 17368 h 17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78" h="17368">
                    <a:moveTo>
                      <a:pt x="11116" y="17368"/>
                    </a:moveTo>
                    <a:cubicBezTo>
                      <a:pt x="10800" y="15979"/>
                      <a:pt x="6253" y="11811"/>
                      <a:pt x="3726" y="7642"/>
                    </a:cubicBezTo>
                    <a:cubicBezTo>
                      <a:pt x="1516" y="3600"/>
                      <a:pt x="947" y="884"/>
                      <a:pt x="0" y="0"/>
                    </a:cubicBezTo>
                    <a:cubicBezTo>
                      <a:pt x="568" y="5747"/>
                      <a:pt x="4863" y="12379"/>
                      <a:pt x="11179" y="17368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47" name="Полилиния: фигура 146">
                <a:extLst>
                  <a:ext uri="{FF2B5EF4-FFF2-40B4-BE49-F238E27FC236}">
                    <a16:creationId xmlns:a16="http://schemas.microsoft.com/office/drawing/2014/main" id="{820A1B22-4515-E510-29CD-E409C05AD466}"/>
                  </a:ext>
                </a:extLst>
              </p:cNvPr>
              <p:cNvSpPr/>
              <p:nvPr/>
            </p:nvSpPr>
            <p:spPr>
              <a:xfrm>
                <a:off x="1080936" y="807747"/>
                <a:ext cx="12126" cy="18757"/>
              </a:xfrm>
              <a:custGeom>
                <a:avLst/>
                <a:gdLst>
                  <a:gd name="connsiteX0" fmla="*/ 12126 w 12126"/>
                  <a:gd name="connsiteY0" fmla="*/ 18758 h 18757"/>
                  <a:gd name="connsiteX1" fmla="*/ 4042 w 12126"/>
                  <a:gd name="connsiteY1" fmla="*/ 8337 h 18757"/>
                  <a:gd name="connsiteX2" fmla="*/ 0 w 12126"/>
                  <a:gd name="connsiteY2" fmla="*/ 0 h 18757"/>
                  <a:gd name="connsiteX3" fmla="*/ 12126 w 12126"/>
                  <a:gd name="connsiteY3" fmla="*/ 18758 h 18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26" h="18757">
                    <a:moveTo>
                      <a:pt x="12126" y="18758"/>
                    </a:moveTo>
                    <a:cubicBezTo>
                      <a:pt x="11747" y="17242"/>
                      <a:pt x="6695" y="12821"/>
                      <a:pt x="4042" y="8337"/>
                    </a:cubicBezTo>
                    <a:cubicBezTo>
                      <a:pt x="1579" y="3853"/>
                      <a:pt x="947" y="1137"/>
                      <a:pt x="0" y="0"/>
                    </a:cubicBezTo>
                    <a:cubicBezTo>
                      <a:pt x="568" y="6126"/>
                      <a:pt x="5305" y="13389"/>
                      <a:pt x="12126" y="18758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48" name="Полилиния: фигура 147">
                <a:extLst>
                  <a:ext uri="{FF2B5EF4-FFF2-40B4-BE49-F238E27FC236}">
                    <a16:creationId xmlns:a16="http://schemas.microsoft.com/office/drawing/2014/main" id="{226D108C-3E9A-7520-11B2-D22B5BE8EA0F}"/>
                  </a:ext>
                </a:extLst>
              </p:cNvPr>
              <p:cNvSpPr/>
              <p:nvPr/>
            </p:nvSpPr>
            <p:spPr>
              <a:xfrm>
                <a:off x="1112092" y="794596"/>
                <a:ext cx="1559" cy="10215"/>
              </a:xfrm>
              <a:custGeom>
                <a:avLst/>
                <a:gdLst>
                  <a:gd name="connsiteX0" fmla="*/ 1559 w 1559"/>
                  <a:gd name="connsiteY0" fmla="*/ 10056 h 10215"/>
                  <a:gd name="connsiteX1" fmla="*/ 738 w 1559"/>
                  <a:gd name="connsiteY1" fmla="*/ 1846 h 10215"/>
                  <a:gd name="connsiteX2" fmla="*/ 170 w 1559"/>
                  <a:gd name="connsiteY2" fmla="*/ 14 h 10215"/>
                  <a:gd name="connsiteX3" fmla="*/ 43 w 1559"/>
                  <a:gd name="connsiteY3" fmla="*/ 4625 h 10215"/>
                  <a:gd name="connsiteX4" fmla="*/ 738 w 1559"/>
                  <a:gd name="connsiteY4" fmla="*/ 8793 h 10215"/>
                  <a:gd name="connsiteX5" fmla="*/ 1559 w 1559"/>
                  <a:gd name="connsiteY5" fmla="*/ 10056 h 102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59" h="10215">
                    <a:moveTo>
                      <a:pt x="1559" y="10056"/>
                    </a:moveTo>
                    <a:cubicBezTo>
                      <a:pt x="1117" y="7025"/>
                      <a:pt x="612" y="4372"/>
                      <a:pt x="738" y="1846"/>
                    </a:cubicBezTo>
                    <a:cubicBezTo>
                      <a:pt x="864" y="709"/>
                      <a:pt x="612" y="267"/>
                      <a:pt x="170" y="14"/>
                    </a:cubicBezTo>
                    <a:cubicBezTo>
                      <a:pt x="-83" y="-239"/>
                      <a:pt x="170" y="2982"/>
                      <a:pt x="43" y="4625"/>
                    </a:cubicBezTo>
                    <a:cubicBezTo>
                      <a:pt x="-83" y="6014"/>
                      <a:pt x="43" y="7404"/>
                      <a:pt x="738" y="8793"/>
                    </a:cubicBezTo>
                    <a:cubicBezTo>
                      <a:pt x="1306" y="10182"/>
                      <a:pt x="1559" y="10435"/>
                      <a:pt x="1559" y="1005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49" name="Полилиния: фигура 148">
                <a:extLst>
                  <a:ext uri="{FF2B5EF4-FFF2-40B4-BE49-F238E27FC236}">
                    <a16:creationId xmlns:a16="http://schemas.microsoft.com/office/drawing/2014/main" id="{85494C46-FC19-630F-3A6E-E32825078558}"/>
                  </a:ext>
                </a:extLst>
              </p:cNvPr>
              <p:cNvSpPr/>
              <p:nvPr/>
            </p:nvSpPr>
            <p:spPr>
              <a:xfrm>
                <a:off x="1110070" y="794782"/>
                <a:ext cx="1371" cy="8265"/>
              </a:xfrm>
              <a:custGeom>
                <a:avLst/>
                <a:gdLst>
                  <a:gd name="connsiteX0" fmla="*/ 1371 w 1371"/>
                  <a:gd name="connsiteY0" fmla="*/ 8101 h 8265"/>
                  <a:gd name="connsiteX1" fmla="*/ 803 w 1371"/>
                  <a:gd name="connsiteY1" fmla="*/ 1533 h 8265"/>
                  <a:gd name="connsiteX2" fmla="*/ 361 w 1371"/>
                  <a:gd name="connsiteY2" fmla="*/ 17 h 8265"/>
                  <a:gd name="connsiteX3" fmla="*/ 45 w 1371"/>
                  <a:gd name="connsiteY3" fmla="*/ 3617 h 8265"/>
                  <a:gd name="connsiteX4" fmla="*/ 613 w 1371"/>
                  <a:gd name="connsiteY4" fmla="*/ 7091 h 8265"/>
                  <a:gd name="connsiteX5" fmla="*/ 1308 w 1371"/>
                  <a:gd name="connsiteY5" fmla="*/ 8101 h 8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71" h="8265">
                    <a:moveTo>
                      <a:pt x="1371" y="8101"/>
                    </a:moveTo>
                    <a:cubicBezTo>
                      <a:pt x="1055" y="5575"/>
                      <a:pt x="676" y="3491"/>
                      <a:pt x="803" y="1533"/>
                    </a:cubicBezTo>
                    <a:cubicBezTo>
                      <a:pt x="929" y="586"/>
                      <a:pt x="676" y="270"/>
                      <a:pt x="361" y="17"/>
                    </a:cubicBezTo>
                    <a:cubicBezTo>
                      <a:pt x="234" y="-235"/>
                      <a:pt x="234" y="2354"/>
                      <a:pt x="45" y="3617"/>
                    </a:cubicBezTo>
                    <a:cubicBezTo>
                      <a:pt x="-82" y="4880"/>
                      <a:pt x="45" y="6017"/>
                      <a:pt x="613" y="7091"/>
                    </a:cubicBezTo>
                    <a:cubicBezTo>
                      <a:pt x="1055" y="8228"/>
                      <a:pt x="1308" y="8480"/>
                      <a:pt x="1308" y="8101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  <p:sp>
            <p:nvSpPr>
              <p:cNvPr id="150" name="Полилиния: фигура 149">
                <a:extLst>
                  <a:ext uri="{FF2B5EF4-FFF2-40B4-BE49-F238E27FC236}">
                    <a16:creationId xmlns:a16="http://schemas.microsoft.com/office/drawing/2014/main" id="{A32D5A98-391B-3B9A-1698-62A4A99E4351}"/>
                  </a:ext>
                </a:extLst>
              </p:cNvPr>
              <p:cNvSpPr/>
              <p:nvPr/>
            </p:nvSpPr>
            <p:spPr>
              <a:xfrm>
                <a:off x="1079988" y="810526"/>
                <a:ext cx="13073" cy="20210"/>
              </a:xfrm>
              <a:custGeom>
                <a:avLst/>
                <a:gdLst>
                  <a:gd name="connsiteX0" fmla="*/ 13074 w 13073"/>
                  <a:gd name="connsiteY0" fmla="*/ 20211 h 20210"/>
                  <a:gd name="connsiteX1" fmla="*/ 4168 w 13073"/>
                  <a:gd name="connsiteY1" fmla="*/ 8779 h 20210"/>
                  <a:gd name="connsiteX2" fmla="*/ 0 w 13073"/>
                  <a:gd name="connsiteY2" fmla="*/ 0 h 20210"/>
                  <a:gd name="connsiteX3" fmla="*/ 13074 w 13073"/>
                  <a:gd name="connsiteY3" fmla="*/ 20211 h 20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073" h="20210">
                    <a:moveTo>
                      <a:pt x="13074" y="20211"/>
                    </a:moveTo>
                    <a:cubicBezTo>
                      <a:pt x="12505" y="18505"/>
                      <a:pt x="7137" y="13642"/>
                      <a:pt x="4168" y="8779"/>
                    </a:cubicBezTo>
                    <a:cubicBezTo>
                      <a:pt x="1389" y="4042"/>
                      <a:pt x="947" y="1137"/>
                      <a:pt x="0" y="0"/>
                    </a:cubicBezTo>
                    <a:cubicBezTo>
                      <a:pt x="568" y="6568"/>
                      <a:pt x="5747" y="14337"/>
                      <a:pt x="13074" y="20211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sz="2209"/>
              </a:p>
            </p:txBody>
          </p:sp>
        </p:grpSp>
      </p:grpSp>
      <p:sp>
        <p:nvSpPr>
          <p:cNvPr id="82" name="Holder 2">
            <a:extLst>
              <a:ext uri="{FF2B5EF4-FFF2-40B4-BE49-F238E27FC236}">
                <a16:creationId xmlns:a16="http://schemas.microsoft.com/office/drawing/2014/main" id="{495049B6-FE86-4330-BFAE-1E7194E16E4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1162872" y="4778771"/>
            <a:ext cx="9757974" cy="2848110"/>
          </a:xfrm>
        </p:spPr>
        <p:txBody>
          <a:bodyPr lIns="0" tIns="0" rIns="0" bIns="0" anchor="b">
            <a:normAutofit/>
          </a:bodyPr>
          <a:lstStyle>
            <a:lvl1pPr>
              <a:lnSpc>
                <a:spcPct val="100000"/>
              </a:lnSpc>
              <a:defRPr sz="4200" b="1" i="0" spc="0">
                <a:solidFill>
                  <a:srgbClr val="141414"/>
                </a:solidFill>
                <a:latin typeface="Century Gothic" panose="020B0502020202020204" pitchFamily="34" charset="0"/>
                <a:cs typeface="Tahoma"/>
              </a:defRPr>
            </a:lvl1pPr>
          </a:lstStyle>
          <a:p>
            <a:r>
              <a:rPr lang="ru-RU" dirty="0"/>
              <a:t>Заголовок</a:t>
            </a:r>
            <a:endParaRPr dirty="0"/>
          </a:p>
        </p:txBody>
      </p:sp>
      <p:sp>
        <p:nvSpPr>
          <p:cNvPr id="84" name="Текст 23">
            <a:extLst>
              <a:ext uri="{FF2B5EF4-FFF2-40B4-BE49-F238E27FC236}">
                <a16:creationId xmlns:a16="http://schemas.microsoft.com/office/drawing/2014/main" id="{29E200B5-2322-4A3E-8A93-3764BC50571D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162873" y="7941513"/>
            <a:ext cx="8607591" cy="387195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141414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ru-RU" dirty="0"/>
              <a:t>00.00.2024 (дата)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E6E5885-C3D9-208D-81C0-8053347C39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478" b="758"/>
          <a:stretch/>
        </p:blipFill>
        <p:spPr>
          <a:xfrm>
            <a:off x="0" y="0"/>
            <a:ext cx="15125700" cy="10697588"/>
          </a:xfrm>
          <a:prstGeom prst="rect">
            <a:avLst/>
          </a:prstGeom>
        </p:spPr>
      </p:pic>
      <p:pic>
        <p:nvPicPr>
          <p:cNvPr id="83" name="Рисунок 82">
            <a:extLst>
              <a:ext uri="{FF2B5EF4-FFF2-40B4-BE49-F238E27FC236}">
                <a16:creationId xmlns:a16="http://schemas.microsoft.com/office/drawing/2014/main" id="{18548252-B2D3-4B7C-A6F4-0E0DDD69086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76773" y="1033936"/>
            <a:ext cx="3570353" cy="9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37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Информационный слайд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Рисунок 3"/>
          <p:cNvSpPr>
            <a:spLocks noGrp="1"/>
          </p:cNvSpPr>
          <p:nvPr>
            <p:ph type="pic" sz="quarter" idx="23" hasCustomPrompt="1"/>
          </p:nvPr>
        </p:nvSpPr>
        <p:spPr>
          <a:xfrm>
            <a:off x="5525996" y="7548566"/>
            <a:ext cx="8875989" cy="1992607"/>
          </a:xfrm>
        </p:spPr>
        <p:txBody>
          <a:bodyPr>
            <a:normAutofit/>
          </a:bodyPr>
          <a:lstStyle>
            <a:lvl1pPr marL="0" indent="0" algn="ctr">
              <a:buNone/>
              <a:defRPr sz="1781" baseline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Развертка по улице с указанием ОКН в окружении (при наличии) и основных материалов фасадов и высотными отметками</a:t>
            </a:r>
          </a:p>
        </p:txBody>
      </p:sp>
      <p:sp>
        <p:nvSpPr>
          <p:cNvPr id="55" name="Рисунок 3"/>
          <p:cNvSpPr>
            <a:spLocks noGrp="1"/>
          </p:cNvSpPr>
          <p:nvPr>
            <p:ph type="pic" sz="quarter" idx="20" hasCustomPrompt="1"/>
          </p:nvPr>
        </p:nvSpPr>
        <p:spPr>
          <a:xfrm>
            <a:off x="5525996" y="1687166"/>
            <a:ext cx="3907717" cy="5281830"/>
          </a:xfrm>
        </p:spPr>
        <p:txBody>
          <a:bodyPr>
            <a:normAutofit/>
          </a:bodyPr>
          <a:lstStyle>
            <a:lvl1pPr marL="0" indent="0" algn="ctr">
              <a:buNone/>
              <a:defRPr sz="1781" baseline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Схема расположения в районе. Выделить объект проектирования</a:t>
            </a:r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3" hasCustomPrompt="1"/>
          </p:nvPr>
        </p:nvSpPr>
        <p:spPr>
          <a:xfrm>
            <a:off x="1073601" y="7548566"/>
            <a:ext cx="4276554" cy="2015955"/>
          </a:xfrm>
        </p:spPr>
        <p:txBody>
          <a:bodyPr>
            <a:normAutofit/>
          </a:bodyPr>
          <a:lstStyle>
            <a:lvl1pPr marL="0" indent="0" algn="ctr">
              <a:buNone/>
              <a:defRPr sz="1781" baseline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 err="1"/>
              <a:t>Фотофиксация</a:t>
            </a:r>
            <a:r>
              <a:rPr lang="ru-RU" dirty="0"/>
              <a:t> существующего положения с высоты птичьего полета с обозначением границ участка </a:t>
            </a:r>
          </a:p>
        </p:txBody>
      </p:sp>
      <p:sp>
        <p:nvSpPr>
          <p:cNvPr id="56" name="Рисунок 3"/>
          <p:cNvSpPr>
            <a:spLocks noGrp="1"/>
          </p:cNvSpPr>
          <p:nvPr>
            <p:ph type="pic" sz="quarter" idx="21" hasCustomPrompt="1"/>
          </p:nvPr>
        </p:nvSpPr>
        <p:spPr>
          <a:xfrm>
            <a:off x="9634317" y="1680946"/>
            <a:ext cx="4893932" cy="5294270"/>
          </a:xfrm>
        </p:spPr>
        <p:txBody>
          <a:bodyPr>
            <a:normAutofit/>
          </a:bodyPr>
          <a:lstStyle>
            <a:lvl1pPr marL="0" indent="0" algn="ctr">
              <a:buNone/>
              <a:defRPr sz="1781" baseline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Ситуационный план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448EF6-CD2E-4A07-9526-8C4A66EABB08}"/>
              </a:ext>
            </a:extLst>
          </p:cNvPr>
          <p:cNvSpPr txBox="1"/>
          <p:nvPr userDrawn="1"/>
        </p:nvSpPr>
        <p:spPr>
          <a:xfrm>
            <a:off x="5525996" y="1373170"/>
            <a:ext cx="39077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399" b="1" dirty="0">
                <a:latin typeface="Century Gothic" panose="020B0502020202020204" pitchFamily="34" charset="0"/>
              </a:rPr>
              <a:t>Схема расположения в районе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68DBA4-429A-48E1-894A-F5ABF9DC67E9}"/>
              </a:ext>
            </a:extLst>
          </p:cNvPr>
          <p:cNvSpPr txBox="1"/>
          <p:nvPr userDrawn="1"/>
        </p:nvSpPr>
        <p:spPr>
          <a:xfrm>
            <a:off x="9626244" y="1373170"/>
            <a:ext cx="39077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399" b="1" dirty="0">
                <a:latin typeface="Century Gothic" panose="020B0502020202020204" pitchFamily="34" charset="0"/>
              </a:rPr>
              <a:t>Ситуационный план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F3B8F6-0652-4116-8188-157FD8313C69}"/>
              </a:ext>
            </a:extLst>
          </p:cNvPr>
          <p:cNvSpPr txBox="1"/>
          <p:nvPr userDrawn="1"/>
        </p:nvSpPr>
        <p:spPr>
          <a:xfrm>
            <a:off x="13858293" y="9998590"/>
            <a:ext cx="821133" cy="307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A697BA8-DAA3-49F4-AB7F-AB3CBEC0996F}" type="slidenum">
              <a:rPr lang="ru-RU" sz="1400" smtClean="0">
                <a:latin typeface="+mj-lt"/>
              </a:rPr>
              <a:pPr algn="r"/>
              <a:t>‹#›</a:t>
            </a:fld>
            <a:endParaRPr lang="ru-RU" sz="1400" dirty="0">
              <a:latin typeface="+mj-lt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FD3D454-EB49-4EB3-9AB7-611112008B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667" y="672794"/>
            <a:ext cx="2502400" cy="54008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98CD114-2A10-4ED6-A0C6-3E5951BA0CB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85799" y="693779"/>
            <a:ext cx="1940197" cy="50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0541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69">
          <p15:clr>
            <a:srgbClr val="FBAE40"/>
          </p15:clr>
        </p15:guide>
        <p15:guide id="2" orient="horz" pos="868">
          <p15:clr>
            <a:srgbClr val="FBAE40"/>
          </p15:clr>
        </p15:guide>
        <p15:guide id="3" orient="horz" pos="6211">
          <p15:clr>
            <a:srgbClr val="FBAE40"/>
          </p15:clr>
        </p15:guide>
        <p15:guide id="4" pos="924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Общий вид застрой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>
            <a:extLst>
              <a:ext uri="{FF2B5EF4-FFF2-40B4-BE49-F238E27FC236}">
                <a16:creationId xmlns:a16="http://schemas.microsoft.com/office/drawing/2014/main" id="{22BF1E9B-673C-4FCF-B491-422BF01BE9F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92651" y="1861458"/>
            <a:ext cx="10965999" cy="830997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Общий вид застройки</a:t>
            </a:r>
          </a:p>
          <a:p>
            <a:endParaRPr lang="ru-RU" dirty="0"/>
          </a:p>
          <a:p>
            <a:r>
              <a:rPr lang="ru-RU" dirty="0"/>
              <a:t>(Желательно использовать вид с крупной транспортной магистрали или другой видовой точки)</a:t>
            </a:r>
          </a:p>
        </p:txBody>
      </p:sp>
      <p:sp>
        <p:nvSpPr>
          <p:cNvPr id="16" name="Рисунок 3">
            <a:extLst>
              <a:ext uri="{FF2B5EF4-FFF2-40B4-BE49-F238E27FC236}">
                <a16:creationId xmlns:a16="http://schemas.microsoft.com/office/drawing/2014/main" id="{FC604194-25E4-4831-921C-E520E12676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058649" y="7551863"/>
            <a:ext cx="2514600" cy="2041011"/>
          </a:xfrm>
        </p:spPr>
        <p:txBody>
          <a:bodyPr>
            <a:noAutofit/>
          </a:bodyPr>
          <a:lstStyle>
            <a:lvl1pPr algn="ctr">
              <a:defRPr sz="1600"/>
            </a:lvl1pPr>
          </a:lstStyle>
          <a:p>
            <a:r>
              <a:rPr lang="ru-RU" dirty="0"/>
              <a:t>Мини-карта-схема с местами фиксации (номера), наложенная на карту с подписанными улицами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4647C3-5E4E-4CAC-8F40-F5CE7CE4DBB9}"/>
              </a:ext>
            </a:extLst>
          </p:cNvPr>
          <p:cNvSpPr txBox="1"/>
          <p:nvPr userDrawn="1"/>
        </p:nvSpPr>
        <p:spPr>
          <a:xfrm>
            <a:off x="13858293" y="9998590"/>
            <a:ext cx="821133" cy="307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A697BA8-DAA3-49F4-AB7F-AB3CBEC0996F}" type="slidenum">
              <a:rPr lang="ru-RU" sz="1400" smtClean="0">
                <a:latin typeface="+mj-lt"/>
              </a:rPr>
              <a:pPr algn="r"/>
              <a:t>‹#›</a:t>
            </a:fld>
            <a:endParaRPr lang="ru-RU" sz="1400" dirty="0">
              <a:latin typeface="+mj-lt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343749D-876B-4439-81C9-11FCBB3DAC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667" y="672794"/>
            <a:ext cx="2502400" cy="54008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D7EC791-0187-432B-8144-2D8FF74488F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29050" y="688363"/>
            <a:ext cx="1940197" cy="50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028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отофиксация Фотомонта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>
            <a:extLst>
              <a:ext uri="{FF2B5EF4-FFF2-40B4-BE49-F238E27FC236}">
                <a16:creationId xmlns:a16="http://schemas.microsoft.com/office/drawing/2014/main" id="{22BF1E9B-673C-4FCF-B491-422BF01BE9F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92651" y="1861458"/>
            <a:ext cx="6629400" cy="246221"/>
          </a:xfrm>
        </p:spPr>
        <p:txBody>
          <a:bodyPr/>
          <a:lstStyle>
            <a:lvl1pPr>
              <a:defRPr sz="1600"/>
            </a:lvl1pPr>
          </a:lstStyle>
          <a:p>
            <a:r>
              <a:rPr lang="ru-RU" dirty="0"/>
              <a:t>Фотофиксация существующего положения</a:t>
            </a:r>
          </a:p>
        </p:txBody>
      </p:sp>
      <p:sp>
        <p:nvSpPr>
          <p:cNvPr id="9" name="Рисунок 3">
            <a:extLst>
              <a:ext uri="{FF2B5EF4-FFF2-40B4-BE49-F238E27FC236}">
                <a16:creationId xmlns:a16="http://schemas.microsoft.com/office/drawing/2014/main" id="{B92150C3-5675-4EAE-8F90-F029BDFA809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930032" y="1863272"/>
            <a:ext cx="6629400" cy="246221"/>
          </a:xfrm>
        </p:spPr>
        <p:txBody>
          <a:bodyPr/>
          <a:lstStyle>
            <a:lvl1pPr>
              <a:defRPr sz="1600"/>
            </a:lvl1pPr>
          </a:lstStyle>
          <a:p>
            <a:r>
              <a:rPr lang="ru-RU" dirty="0"/>
              <a:t>Фотомонтаж с того же ракурса, что и фотофиксация</a:t>
            </a:r>
          </a:p>
        </p:txBody>
      </p:sp>
      <p:sp>
        <p:nvSpPr>
          <p:cNvPr id="10" name="Рисунок 3">
            <a:extLst>
              <a:ext uri="{FF2B5EF4-FFF2-40B4-BE49-F238E27FC236}">
                <a16:creationId xmlns:a16="http://schemas.microsoft.com/office/drawing/2014/main" id="{7717782A-D796-4869-8798-DA4B1C47808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10250" y="7861301"/>
            <a:ext cx="3886200" cy="2041011"/>
          </a:xfrm>
        </p:spPr>
        <p:txBody>
          <a:bodyPr>
            <a:noAutofit/>
          </a:bodyPr>
          <a:lstStyle>
            <a:lvl1pPr algn="ctr">
              <a:defRPr sz="1600"/>
            </a:lvl1pPr>
          </a:lstStyle>
          <a:p>
            <a:r>
              <a:rPr lang="ru-RU" dirty="0"/>
              <a:t>Мини-карта-схема с местами фиксации (номера), наложенная на карту с подписанными улицами</a:t>
            </a: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75E8155A-7ED0-45AD-941F-23C6A7229298}"/>
              </a:ext>
            </a:extLst>
          </p:cNvPr>
          <p:cNvSpPr txBox="1"/>
          <p:nvPr userDrawn="1"/>
        </p:nvSpPr>
        <p:spPr>
          <a:xfrm>
            <a:off x="1144832" y="1618246"/>
            <a:ext cx="6718301" cy="1714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4"/>
              </a:lnSpc>
            </a:pPr>
            <a:r>
              <a:rPr sz="1600" dirty="0">
                <a:latin typeface="Century Gothic" panose="020B0502020202020204" pitchFamily="34" charset="0"/>
                <a:cs typeface="Arial"/>
              </a:rPr>
              <a:t>Фотофиксация</a:t>
            </a:r>
            <a:r>
              <a:rPr sz="1600" spc="75" dirty="0">
                <a:latin typeface="Century Gothic" panose="020B0502020202020204" pitchFamily="34" charset="0"/>
                <a:cs typeface="Arial"/>
              </a:rPr>
              <a:t> </a:t>
            </a:r>
            <a:r>
              <a:rPr sz="1600" spc="-20" dirty="0">
                <a:latin typeface="Century Gothic" panose="020B0502020202020204" pitchFamily="34" charset="0"/>
                <a:cs typeface="Arial"/>
              </a:rPr>
              <a:t>существующего</a:t>
            </a:r>
            <a:r>
              <a:rPr sz="1600" spc="-55" dirty="0">
                <a:latin typeface="Century Gothic" panose="020B0502020202020204" pitchFamily="34" charset="0"/>
                <a:cs typeface="Arial"/>
              </a:rPr>
              <a:t> </a:t>
            </a:r>
            <a:r>
              <a:rPr sz="1600" spc="-10" dirty="0">
                <a:latin typeface="Century Gothic" panose="020B0502020202020204" pitchFamily="34" charset="0"/>
                <a:cs typeface="Arial"/>
              </a:rPr>
              <a:t>положения</a:t>
            </a:r>
            <a:endParaRPr sz="1600" dirty="0">
              <a:latin typeface="Century Gothic" panose="020B0502020202020204" pitchFamily="34" charset="0"/>
              <a:cs typeface="Arial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49B62BC0-578F-4B7B-9DC6-293A2F7D79F8}"/>
              </a:ext>
            </a:extLst>
          </p:cNvPr>
          <p:cNvSpPr txBox="1"/>
          <p:nvPr userDrawn="1"/>
        </p:nvSpPr>
        <p:spPr>
          <a:xfrm>
            <a:off x="7982659" y="1626622"/>
            <a:ext cx="6607300" cy="1714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9"/>
              </a:lnSpc>
            </a:pPr>
            <a:r>
              <a:rPr sz="1600" spc="-10" dirty="0">
                <a:latin typeface="Century Gothic" panose="020B0502020202020204" pitchFamily="34" charset="0"/>
                <a:cs typeface="Arial"/>
              </a:rPr>
              <a:t>Фотомонтаж</a:t>
            </a:r>
            <a:endParaRPr sz="1600" dirty="0">
              <a:latin typeface="Century Gothic" panose="020B0502020202020204" pitchFamily="34" charset="0"/>
              <a:cs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58C1B8-567E-4467-9A26-57676157B051}"/>
              </a:ext>
            </a:extLst>
          </p:cNvPr>
          <p:cNvSpPr txBox="1"/>
          <p:nvPr userDrawn="1"/>
        </p:nvSpPr>
        <p:spPr>
          <a:xfrm>
            <a:off x="13858293" y="9998590"/>
            <a:ext cx="821133" cy="307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A697BA8-DAA3-49F4-AB7F-AB3CBEC0996F}" type="slidenum">
              <a:rPr lang="ru-RU" sz="1400" smtClean="0">
                <a:latin typeface="+mj-lt"/>
              </a:rPr>
              <a:pPr algn="r"/>
              <a:t>‹#›</a:t>
            </a:fld>
            <a:endParaRPr lang="ru-RU" sz="1400" dirty="0">
              <a:latin typeface="+mj-lt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332D378-FCE4-4CDC-910C-BCF67648E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667" y="672794"/>
            <a:ext cx="2502400" cy="54008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44A2A09-D030-489A-B94C-0EFFB6F7E5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2850" y="688363"/>
            <a:ext cx="1940197" cy="50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723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ерспективные изображе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>
            <a:extLst>
              <a:ext uri="{FF2B5EF4-FFF2-40B4-BE49-F238E27FC236}">
                <a16:creationId xmlns:a16="http://schemas.microsoft.com/office/drawing/2014/main" id="{22BF1E9B-673C-4FCF-B491-422BF01BE9F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92651" y="1861458"/>
            <a:ext cx="6622600" cy="276999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Рендер</a:t>
            </a:r>
          </a:p>
        </p:txBody>
      </p:sp>
      <p:sp>
        <p:nvSpPr>
          <p:cNvPr id="9" name="Рисунок 3">
            <a:extLst>
              <a:ext uri="{FF2B5EF4-FFF2-40B4-BE49-F238E27FC236}">
                <a16:creationId xmlns:a16="http://schemas.microsoft.com/office/drawing/2014/main" id="{19318A3A-CF92-4855-8053-F048D1FDF9B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936831" y="1861457"/>
            <a:ext cx="6622600" cy="276999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Рендер</a:t>
            </a:r>
          </a:p>
        </p:txBody>
      </p:sp>
      <p:sp>
        <p:nvSpPr>
          <p:cNvPr id="11" name="Рисунок 3">
            <a:extLst>
              <a:ext uri="{FF2B5EF4-FFF2-40B4-BE49-F238E27FC236}">
                <a16:creationId xmlns:a16="http://schemas.microsoft.com/office/drawing/2014/main" id="{D1F6B093-93B8-418D-81EE-1B68131D7F4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092651" y="5661480"/>
            <a:ext cx="6622600" cy="276999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Рендер</a:t>
            </a:r>
          </a:p>
        </p:txBody>
      </p:sp>
      <p:sp>
        <p:nvSpPr>
          <p:cNvPr id="18" name="Рисунок 3">
            <a:extLst>
              <a:ext uri="{FF2B5EF4-FFF2-40B4-BE49-F238E27FC236}">
                <a16:creationId xmlns:a16="http://schemas.microsoft.com/office/drawing/2014/main" id="{D85D08E8-B94E-45A5-9C3E-FA55B2F5FF5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583803" y="7105711"/>
            <a:ext cx="2514600" cy="2041011"/>
          </a:xfrm>
        </p:spPr>
        <p:txBody>
          <a:bodyPr>
            <a:noAutofit/>
          </a:bodyPr>
          <a:lstStyle>
            <a:lvl1pPr algn="ctr">
              <a:defRPr sz="1600"/>
            </a:lvl1pPr>
          </a:lstStyle>
          <a:p>
            <a:r>
              <a:rPr lang="ru-RU" dirty="0"/>
              <a:t>Мини-карта-схема с местами фиксации (номера), наложенная на карту с подписанными улицами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D12C9E-EEBC-49C7-8CC3-448B08B5283E}"/>
              </a:ext>
            </a:extLst>
          </p:cNvPr>
          <p:cNvSpPr txBox="1"/>
          <p:nvPr userDrawn="1"/>
        </p:nvSpPr>
        <p:spPr>
          <a:xfrm>
            <a:off x="13858293" y="9998590"/>
            <a:ext cx="821133" cy="307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A697BA8-DAA3-49F4-AB7F-AB3CBEC0996F}" type="slidenum">
              <a:rPr lang="ru-RU" sz="1400" smtClean="0">
                <a:latin typeface="+mj-lt"/>
              </a:rPr>
              <a:pPr algn="r"/>
              <a:t>‹#›</a:t>
            </a:fld>
            <a:endParaRPr lang="ru-RU" sz="1400" dirty="0">
              <a:latin typeface="+mj-lt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0C21B29-B790-4027-87F9-E60CEB401D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667" y="672794"/>
            <a:ext cx="2502400" cy="54008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40B62F1-290E-46D8-AFBF-27B7A21E23E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76650" y="688363"/>
            <a:ext cx="1940197" cy="50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342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ерспективные изображения благоустрйост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>
            <a:extLst>
              <a:ext uri="{FF2B5EF4-FFF2-40B4-BE49-F238E27FC236}">
                <a16:creationId xmlns:a16="http://schemas.microsoft.com/office/drawing/2014/main" id="{22BF1E9B-673C-4FCF-B491-422BF01BE9F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92652" y="1836057"/>
            <a:ext cx="4107999" cy="276999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Рендер элемента благоустройства</a:t>
            </a:r>
          </a:p>
        </p:txBody>
      </p:sp>
      <p:sp>
        <p:nvSpPr>
          <p:cNvPr id="12" name="Рисунок 3">
            <a:extLst>
              <a:ext uri="{FF2B5EF4-FFF2-40B4-BE49-F238E27FC236}">
                <a16:creationId xmlns:a16="http://schemas.microsoft.com/office/drawing/2014/main" id="{91DB1AB4-30B9-4784-8127-7297943030C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0223050" y="1836057"/>
            <a:ext cx="4107999" cy="276999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Рендер элемента благоустройства</a:t>
            </a:r>
          </a:p>
        </p:txBody>
      </p:sp>
      <p:sp>
        <p:nvSpPr>
          <p:cNvPr id="13" name="Рисунок 3">
            <a:extLst>
              <a:ext uri="{FF2B5EF4-FFF2-40B4-BE49-F238E27FC236}">
                <a16:creationId xmlns:a16="http://schemas.microsoft.com/office/drawing/2014/main" id="{6F61CCAD-BA70-486A-9517-607DAFD7014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657850" y="1836057"/>
            <a:ext cx="4107999" cy="276999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Рендер элемента благоустройства</a:t>
            </a:r>
          </a:p>
        </p:txBody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D1671512-6256-485E-87D9-E7B634808A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097187" y="5346700"/>
            <a:ext cx="4107999" cy="276999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Рендер элемента благоустройства</a:t>
            </a:r>
          </a:p>
        </p:txBody>
      </p:sp>
      <p:sp>
        <p:nvSpPr>
          <p:cNvPr id="15" name="Рисунок 3">
            <a:extLst>
              <a:ext uri="{FF2B5EF4-FFF2-40B4-BE49-F238E27FC236}">
                <a16:creationId xmlns:a16="http://schemas.microsoft.com/office/drawing/2014/main" id="{3DB2F7F3-4B67-4A28-901E-39EAC79741A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0227585" y="5346700"/>
            <a:ext cx="4107999" cy="276999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Рендер элемента благоустройства</a:t>
            </a:r>
          </a:p>
        </p:txBody>
      </p:sp>
      <p:sp>
        <p:nvSpPr>
          <p:cNvPr id="16" name="Рисунок 3">
            <a:extLst>
              <a:ext uri="{FF2B5EF4-FFF2-40B4-BE49-F238E27FC236}">
                <a16:creationId xmlns:a16="http://schemas.microsoft.com/office/drawing/2014/main" id="{F24CA53A-F4CF-4033-ABFF-458A2493428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662387" y="5346700"/>
            <a:ext cx="4107999" cy="276999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Рендер элемента благоустройства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83BD60-DBBC-4DCA-8B60-F4B231C3C0A5}"/>
              </a:ext>
            </a:extLst>
          </p:cNvPr>
          <p:cNvSpPr txBox="1"/>
          <p:nvPr userDrawn="1"/>
        </p:nvSpPr>
        <p:spPr>
          <a:xfrm>
            <a:off x="13858293" y="9998590"/>
            <a:ext cx="821133" cy="307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A697BA8-DAA3-49F4-AB7F-AB3CBEC0996F}" type="slidenum">
              <a:rPr lang="ru-RU" sz="1400" smtClean="0">
                <a:latin typeface="+mj-lt"/>
              </a:rPr>
              <a:pPr algn="r"/>
              <a:t>‹#›</a:t>
            </a:fld>
            <a:endParaRPr lang="ru-RU" sz="1400" dirty="0">
              <a:latin typeface="+mj-lt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6568328-57FE-4AD5-A443-5FBAD9F6CA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667" y="672794"/>
            <a:ext cx="2502400" cy="54008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5CAE502-F7F4-4575-9F0A-771897AA11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98603" y="688363"/>
            <a:ext cx="1940197" cy="50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042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47770" y="108151"/>
            <a:ext cx="3258184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6285" y="2459482"/>
            <a:ext cx="1361313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142738" y="9944862"/>
            <a:ext cx="484022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56285" y="9944862"/>
            <a:ext cx="3478911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0D72-018B-49B9-8077-10DE15FF746D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669003" y="10158348"/>
            <a:ext cx="215900" cy="306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767070"/>
                </a:solidFill>
                <a:latin typeface="Century Gothic"/>
                <a:cs typeface="Century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368" userDrawn="1">
          <p15:clr>
            <a:srgbClr val="F26B43"/>
          </p15:clr>
        </p15:guide>
        <p15:guide id="2" pos="47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112306-05A8-4AB9-9282-FD356476C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610" y="5073060"/>
            <a:ext cx="9755325" cy="1390848"/>
          </a:xfrm>
        </p:spPr>
        <p:txBody>
          <a:bodyPr>
            <a:normAutofit/>
          </a:bodyPr>
          <a:lstStyle/>
          <a:p>
            <a:r>
              <a:rPr lang="ru-RU" sz="4000" dirty="0"/>
              <a:t>Название объекта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373716C-773A-4F83-BDAB-E6D4866558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64609" y="9156700"/>
            <a:ext cx="7007841" cy="762000"/>
          </a:xfrm>
        </p:spPr>
        <p:txBody>
          <a:bodyPr/>
          <a:lstStyle/>
          <a:p>
            <a:r>
              <a:rPr lang="ru-RU" sz="1400" b="1" dirty="0">
                <a:solidFill>
                  <a:srgbClr val="AA141E"/>
                </a:solidFill>
              </a:rPr>
              <a:t>Представление высокополигональной или низкополигональной трехмерной цифровой модели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7E319B4-7F31-4776-A06A-D6D93A28D956}"/>
              </a:ext>
            </a:extLst>
          </p:cNvPr>
          <p:cNvSpPr txBox="1">
            <a:spLocks/>
          </p:cNvSpPr>
          <p:nvPr/>
        </p:nvSpPr>
        <p:spPr>
          <a:xfrm>
            <a:off x="1174883" y="6463908"/>
            <a:ext cx="9054968" cy="1390848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142555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200" b="1" i="0" kern="1200" spc="0">
                <a:solidFill>
                  <a:srgbClr val="141414"/>
                </a:solidFill>
                <a:latin typeface="Century Gothic" panose="020B0502020202020204" pitchFamily="34" charset="0"/>
                <a:ea typeface="+mj-ea"/>
                <a:cs typeface="Tahoma"/>
              </a:defRPr>
            </a:lvl1pPr>
          </a:lstStyle>
          <a:p>
            <a:r>
              <a:rPr lang="ru-RU" sz="2500" b="0" dirty="0"/>
              <a:t>По адресу: улица, владение/земельный участок район, округ</a:t>
            </a:r>
          </a:p>
        </p:txBody>
      </p:sp>
    </p:spTree>
    <p:extLst>
      <p:ext uri="{BB962C8B-B14F-4D97-AF65-F5344CB8AC3E}">
        <p14:creationId xmlns:p14="http://schemas.microsoft.com/office/powerpoint/2010/main" val="245553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6623B6E6-474F-45BB-81A6-84B033BAF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668794"/>
              </p:ext>
            </p:extLst>
          </p:nvPr>
        </p:nvGraphicFramePr>
        <p:xfrm>
          <a:off x="1075928" y="1696472"/>
          <a:ext cx="4217707" cy="1597794"/>
        </p:xfrm>
        <a:graphic>
          <a:graphicData uri="http://schemas.openxmlformats.org/drawingml/2006/table">
            <a:tbl>
              <a:tblPr>
                <a:effectLst/>
                <a:tableStyleId>{073A0DAA-6AF3-43AB-8588-CEC1D06C72B9}</a:tableStyleId>
              </a:tblPr>
              <a:tblGrid>
                <a:gridCol w="1226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1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7760">
                <a:tc>
                  <a:txBody>
                    <a:bodyPr/>
                    <a:lstStyle/>
                    <a:p>
                      <a:pPr marL="0" marR="0" indent="0" algn="l" defTabSz="14255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u="none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Arial" panose="020B0604020202020204" pitchFamily="34" charset="0"/>
                        </a:rPr>
                        <a:t>Заказчик</a:t>
                      </a:r>
                      <a:r>
                        <a:rPr lang="ru-RU" sz="1000" b="1" u="none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Arial" panose="020B0604020202020204" pitchFamily="34" charset="0"/>
                        </a:rPr>
                        <a:t>:</a:t>
                      </a:r>
                    </a:p>
                  </a:txBody>
                  <a:tcPr marL="86207" marR="86207" marT="45714" marB="45714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u="none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Arial" panose="020B0604020202020204" pitchFamily="34" charset="0"/>
                        </a:rPr>
                        <a:t>МАТЕРИНСКАЯ КОМПАНИЯ</a:t>
                      </a:r>
                      <a:r>
                        <a:rPr lang="en-GB" sz="1200" b="1" u="none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Arial" panose="020B0604020202020204" pitchFamily="34" charset="0"/>
                        </a:rPr>
                        <a:t> ()</a:t>
                      </a:r>
                    </a:p>
                    <a:p>
                      <a:pPr marL="0" marR="0" lvl="0" indent="0" algn="l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u="none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Arial" panose="020B0604020202020204" pitchFamily="34" charset="0"/>
                        </a:rPr>
                        <a:t>ГЛАВНЫЙ АКЦИОНЕР</a:t>
                      </a:r>
                    </a:p>
                  </a:txBody>
                  <a:tcPr marL="86207" marR="86207" marT="45714" marB="45714"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538">
                <a:tc>
                  <a:txBody>
                    <a:bodyPr/>
                    <a:lstStyle/>
                    <a:p>
                      <a:pPr marL="0" marR="0" indent="0" algn="l" defTabSz="14255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u="none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Arial" panose="020B0604020202020204" pitchFamily="34" charset="0"/>
                        </a:rPr>
                        <a:t>Проектная организация: </a:t>
                      </a:r>
                    </a:p>
                  </a:txBody>
                  <a:tcPr marL="86207" marR="86207" marT="45714" marB="45714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b="0" u="none" kern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6207" marR="86207" marT="45714" marB="45714"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95">
                <a:tc>
                  <a:txBody>
                    <a:bodyPr/>
                    <a:lstStyle/>
                    <a:p>
                      <a:pPr marL="0" marR="0" indent="0" algn="l" defTabSz="14255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u="none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Arial" panose="020B0604020202020204" pitchFamily="34" charset="0"/>
                        </a:rPr>
                        <a:t>ГПЗУ</a:t>
                      </a:r>
                    </a:p>
                    <a:p>
                      <a:pPr marL="0" marR="0" indent="0" algn="l" defTabSz="14255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u="none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Arial" panose="020B0604020202020204" pitchFamily="34" charset="0"/>
                        </a:rPr>
                        <a:t>ГЗК</a:t>
                      </a:r>
                    </a:p>
                    <a:p>
                      <a:pPr marL="0" marR="0" indent="0" algn="l" defTabSz="14255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u="none" kern="12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Arial" panose="020B0604020202020204" pitchFamily="34" charset="0"/>
                        </a:rPr>
                        <a:t>ППТ</a:t>
                      </a:r>
                    </a:p>
                  </a:txBody>
                  <a:tcPr marL="86207" marR="86207" marT="45714" marB="45714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21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dirty="0">
                        <a:latin typeface="Century Gothic" panose="020B0502020202020204" pitchFamily="34" charset="0"/>
                        <a:cs typeface="Arial"/>
                      </a:endParaRPr>
                    </a:p>
                  </a:txBody>
                  <a:tcPr marL="86207" marR="86207" marT="45714" marB="45714"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619648"/>
                  </a:ext>
                </a:extLst>
              </a:tr>
            </a:tbl>
          </a:graphicData>
        </a:graphic>
      </p:graphicFrame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24971E0-0810-4DC7-8851-C502B8DAB967}"/>
              </a:ext>
            </a:extLst>
          </p:cNvPr>
          <p:cNvSpPr/>
          <p:nvPr/>
        </p:nvSpPr>
        <p:spPr>
          <a:xfrm>
            <a:off x="1114028" y="3289567"/>
            <a:ext cx="4179607" cy="73158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78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15C9256-28F2-476A-9AD7-B8AC35C11FF2}"/>
              </a:ext>
            </a:extLst>
          </p:cNvPr>
          <p:cNvSpPr/>
          <p:nvPr/>
        </p:nvSpPr>
        <p:spPr>
          <a:xfrm>
            <a:off x="1087608" y="3308617"/>
            <a:ext cx="416311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tabLst>
                <a:tab pos="435692" algn="l"/>
                <a:tab pos="1735093" algn="l"/>
                <a:tab pos="3125010" algn="l"/>
              </a:tabLst>
            </a:pPr>
            <a:r>
              <a:rPr lang="ru-RU" sz="1000" b="1" dirty="0">
                <a:cs typeface="Arial" panose="020B0604020202020204" pitchFamily="34" charset="0"/>
              </a:rPr>
              <a:t>Площадь земельного участка  -  _______. га</a:t>
            </a:r>
            <a:endParaRPr lang="en-GB" sz="1000" b="1" dirty="0">
              <a:cs typeface="Arial" panose="020B0604020202020204" pitchFamily="34" charset="0"/>
            </a:endParaRPr>
          </a:p>
          <a:p>
            <a:pPr algn="just">
              <a:tabLst>
                <a:tab pos="435692" algn="l"/>
                <a:tab pos="1735093" algn="l"/>
                <a:tab pos="3125010" algn="l"/>
              </a:tabLst>
            </a:pPr>
            <a:endParaRPr lang="ru-RU" sz="1000" dirty="0">
              <a:cs typeface="Arial" panose="020B0604020202020204" pitchFamily="34" charset="0"/>
            </a:endParaRPr>
          </a:p>
          <a:p>
            <a:pPr algn="just">
              <a:tabLst>
                <a:tab pos="435692" algn="l"/>
                <a:tab pos="1735093" algn="l"/>
                <a:tab pos="3125010" algn="l"/>
              </a:tabLst>
            </a:pPr>
            <a:r>
              <a:rPr lang="ru-RU" sz="1000" b="1" dirty="0">
                <a:cs typeface="Arial" panose="020B0604020202020204" pitchFamily="34" charset="0"/>
              </a:rPr>
              <a:t>Функциональное назначение – </a:t>
            </a:r>
          </a:p>
          <a:p>
            <a:pPr algn="just">
              <a:tabLst>
                <a:tab pos="435692" algn="l"/>
                <a:tab pos="1735093" algn="l"/>
                <a:tab pos="3125010" algn="l"/>
              </a:tabLst>
            </a:pPr>
            <a:endParaRPr lang="ru-RU" sz="1000" b="1" dirty="0">
              <a:cs typeface="Arial" panose="020B0604020202020204" pitchFamily="34" charset="0"/>
            </a:endParaRPr>
          </a:p>
          <a:p>
            <a:pPr algn="just">
              <a:tabLst>
                <a:tab pos="435692" algn="l"/>
                <a:tab pos="1735093" algn="l"/>
                <a:tab pos="3125010" algn="l"/>
              </a:tabLst>
            </a:pPr>
            <a:r>
              <a:rPr lang="ru-RU" sz="1000" b="1" dirty="0">
                <a:cs typeface="Arial" panose="020B0604020202020204" pitchFamily="34" charset="0"/>
              </a:rPr>
              <a:t>Основные виды разрешенного использования </a:t>
            </a:r>
          </a:p>
          <a:p>
            <a:pPr algn="just" defTabSz="1172071">
              <a:tabLst>
                <a:tab pos="262336" algn="l"/>
                <a:tab pos="1735093" algn="l"/>
              </a:tabLst>
            </a:pPr>
            <a:r>
              <a:rPr lang="ru-RU" sz="1000" b="1" dirty="0">
                <a:cs typeface="Arial" panose="020B0604020202020204" pitchFamily="34" charset="0"/>
              </a:rPr>
              <a:t>земельного участка: </a:t>
            </a:r>
            <a:endParaRPr lang="ru-RU" sz="1000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just" defTabSz="1172071">
              <a:tabLst>
                <a:tab pos="262336" algn="l"/>
                <a:tab pos="1735093" algn="l"/>
              </a:tabLst>
            </a:pPr>
            <a:r>
              <a:rPr lang="en-GB" sz="1000" spc="-20" dirty="0">
                <a:cs typeface="Arial" panose="020B0604020202020204" pitchFamily="34" charset="0"/>
              </a:rPr>
              <a:t>(</a:t>
            </a:r>
            <a:r>
              <a:rPr lang="ru-RU" sz="1000" spc="-20" dirty="0">
                <a:cs typeface="Arial" panose="020B0604020202020204" pitchFamily="34" charset="0"/>
              </a:rPr>
              <a:t>коды ВРИ прописывать не нужно</a:t>
            </a:r>
            <a:r>
              <a:rPr lang="en-GB" sz="1000" spc="-20" dirty="0">
                <a:cs typeface="Arial" panose="020B0604020202020204" pitchFamily="34" charset="0"/>
              </a:rPr>
              <a:t>)</a:t>
            </a:r>
            <a:endParaRPr lang="en-GB" sz="1000" dirty="0">
              <a:cs typeface="Arial" panose="020B0604020202020204" pitchFamily="34" charset="0"/>
            </a:endParaRPr>
          </a:p>
          <a:p>
            <a:pPr marL="36185" marR="282490" defTabSz="914125">
              <a:spcBef>
                <a:spcPts val="45"/>
              </a:spcBef>
              <a:defRPr/>
            </a:pPr>
            <a:endParaRPr lang="ru-RU" sz="1000" dirty="0">
              <a:cs typeface="Arial" panose="020B0604020202020204" pitchFamily="34" charset="0"/>
            </a:endParaRP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887E2A3-C158-440C-9BC3-B7512319413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511164" y="1697379"/>
            <a:ext cx="3906656" cy="5288050"/>
          </a:xfrm>
        </p:spPr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D4FE4F2C-F2B8-4048-8606-B82919D4EE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633755" y="1680947"/>
            <a:ext cx="4892603" cy="5294270"/>
          </a:xfrm>
        </p:spPr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ADF639A7-1463-4C2A-96A1-5BBBD39E1FC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779164" y="495819"/>
            <a:ext cx="7747194" cy="833534"/>
          </a:xfrm>
        </p:spPr>
        <p:txBody>
          <a:bodyPr>
            <a:noAutofit/>
          </a:bodyPr>
          <a:lstStyle/>
          <a:p>
            <a:pPr algn="r"/>
            <a:r>
              <a:rPr lang="ru-RU" sz="2000" b="1" dirty="0">
                <a:solidFill>
                  <a:schemeClr val="tx1"/>
                </a:solidFill>
                <a:latin typeface="+mn-lt"/>
              </a:rPr>
              <a:t>Многофункциональный комплекс с подземной автостоянкой и ДОО на 50 мест по адресу: Район, улица, владение, округ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1CF66CA-DDFB-4DD3-911D-C9E1ED794A90}"/>
              </a:ext>
            </a:extLst>
          </p:cNvPr>
          <p:cNvSpPr/>
          <p:nvPr/>
        </p:nvSpPr>
        <p:spPr>
          <a:xfrm>
            <a:off x="1075928" y="5307284"/>
            <a:ext cx="424106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b="1" dirty="0">
                <a:solidFill>
                  <a:srgbClr val="C00000"/>
                </a:solidFill>
              </a:rPr>
              <a:t>Технико-экономические показатели по проекту:</a:t>
            </a:r>
            <a:endParaRPr lang="en-US" sz="1000" b="1" dirty="0">
              <a:solidFill>
                <a:srgbClr val="C00000"/>
              </a:solidFill>
            </a:endParaRPr>
          </a:p>
          <a:p>
            <a:r>
              <a:rPr lang="ru-RU" sz="1000" b="1" dirty="0">
                <a:solidFill>
                  <a:srgbClr val="C00000"/>
                </a:solidFill>
              </a:rPr>
              <a:t>СПП в ГНС всего</a:t>
            </a:r>
          </a:p>
          <a:p>
            <a:r>
              <a:rPr lang="ru-RU" sz="1000" b="1" dirty="0">
                <a:solidFill>
                  <a:srgbClr val="C00000"/>
                </a:solidFill>
              </a:rPr>
              <a:t>СПП в ГНС жилых объектов (жилая часть),</a:t>
            </a:r>
            <a:r>
              <a:rPr lang="ru-RU" sz="1000" b="1" i="1" dirty="0">
                <a:solidFill>
                  <a:srgbClr val="C00000"/>
                </a:solidFill>
              </a:rPr>
              <a:t> при наличии </a:t>
            </a:r>
          </a:p>
          <a:p>
            <a:r>
              <a:rPr lang="ru-RU" sz="1000" b="1" dirty="0">
                <a:solidFill>
                  <a:srgbClr val="C00000"/>
                </a:solidFill>
              </a:rPr>
              <a:t>СПП в ГНС жилых объектов (нежилая часть),</a:t>
            </a:r>
            <a:r>
              <a:rPr lang="ru-RU" sz="1000" b="1" i="1" dirty="0">
                <a:solidFill>
                  <a:srgbClr val="C00000"/>
                </a:solidFill>
              </a:rPr>
              <a:t> при наличии </a:t>
            </a:r>
          </a:p>
          <a:p>
            <a:r>
              <a:rPr lang="ru-RU" sz="1000" b="1" dirty="0">
                <a:solidFill>
                  <a:srgbClr val="C00000"/>
                </a:solidFill>
              </a:rPr>
              <a:t>СПП в ГНС нежилых объектов,</a:t>
            </a:r>
            <a:r>
              <a:rPr lang="ru-RU" sz="1000" b="1" i="1" dirty="0">
                <a:solidFill>
                  <a:srgbClr val="C00000"/>
                </a:solidFill>
              </a:rPr>
              <a:t> при наличии</a:t>
            </a:r>
          </a:p>
          <a:p>
            <a:endParaRPr lang="ru-RU" sz="1000" b="1" i="1" dirty="0">
              <a:solidFill>
                <a:srgbClr val="C00000"/>
              </a:solidFill>
            </a:endParaRPr>
          </a:p>
          <a:p>
            <a:r>
              <a:rPr lang="ru-RU" sz="1000" b="1" dirty="0">
                <a:solidFill>
                  <a:srgbClr val="C00000"/>
                </a:solidFill>
              </a:rPr>
              <a:t>Площадь застройки</a:t>
            </a:r>
          </a:p>
          <a:p>
            <a:endParaRPr lang="ru-RU" sz="1000" b="1" dirty="0">
              <a:solidFill>
                <a:srgbClr val="C00000"/>
              </a:solidFill>
            </a:endParaRPr>
          </a:p>
          <a:p>
            <a:r>
              <a:rPr lang="ru-RU" sz="1000" b="1" dirty="0">
                <a:solidFill>
                  <a:srgbClr val="C00000"/>
                </a:solidFill>
              </a:rPr>
              <a:t>Общая площадь ОКС или площадь жилого здания (для жилья)</a:t>
            </a:r>
          </a:p>
          <a:p>
            <a:r>
              <a:rPr lang="ru-RU" sz="1000" b="1" dirty="0">
                <a:solidFill>
                  <a:srgbClr val="C00000"/>
                </a:solidFill>
              </a:rPr>
              <a:t>Наземная площадь</a:t>
            </a:r>
          </a:p>
          <a:p>
            <a:r>
              <a:rPr lang="ru-RU" sz="1000" b="1" dirty="0">
                <a:solidFill>
                  <a:srgbClr val="C00000"/>
                </a:solidFill>
              </a:rPr>
              <a:t>Нежилая наземная площадь, в т. ч.: нежилая часть жилых зданий, нежилые объекты,</a:t>
            </a:r>
            <a:r>
              <a:rPr lang="ru-RU" sz="1000" b="1" i="1" dirty="0">
                <a:solidFill>
                  <a:srgbClr val="C00000"/>
                </a:solidFill>
              </a:rPr>
              <a:t> при наличии</a:t>
            </a:r>
          </a:p>
          <a:p>
            <a:r>
              <a:rPr lang="ru-RU" sz="1000" b="1" dirty="0">
                <a:solidFill>
                  <a:srgbClr val="C00000"/>
                </a:solidFill>
              </a:rPr>
              <a:t>Жилая наземная площадь, </a:t>
            </a:r>
            <a:r>
              <a:rPr lang="ru-RU" sz="1000" b="1" i="1" dirty="0">
                <a:solidFill>
                  <a:srgbClr val="C00000"/>
                </a:solidFill>
              </a:rPr>
              <a:t>при наличии</a:t>
            </a:r>
            <a:endParaRPr lang="ru-RU" sz="1000" b="1" dirty="0">
              <a:solidFill>
                <a:srgbClr val="C00000"/>
              </a:solidFill>
            </a:endParaRPr>
          </a:p>
          <a:p>
            <a:r>
              <a:rPr lang="ru-RU" sz="1000" b="1" dirty="0">
                <a:solidFill>
                  <a:srgbClr val="C00000"/>
                </a:solidFill>
              </a:rPr>
              <a:t>Подземная площадь</a:t>
            </a:r>
          </a:p>
          <a:p>
            <a:endParaRPr lang="ru-RU" sz="1000" b="1" dirty="0">
              <a:solidFill>
                <a:srgbClr val="C00000"/>
              </a:solidFill>
            </a:endParaRPr>
          </a:p>
          <a:p>
            <a:r>
              <a:rPr lang="ru-RU" sz="1000" b="1" dirty="0">
                <a:solidFill>
                  <a:srgbClr val="C00000"/>
                </a:solidFill>
              </a:rPr>
              <a:t>Высота объекта</a:t>
            </a:r>
          </a:p>
          <a:p>
            <a:r>
              <a:rPr lang="ru-RU" sz="1000" b="1" dirty="0">
                <a:solidFill>
                  <a:srgbClr val="C00000"/>
                </a:solidFill>
              </a:rPr>
              <a:t>Абсолютная высота объекта</a:t>
            </a:r>
          </a:p>
          <a:p>
            <a:r>
              <a:rPr lang="ru-RU" sz="1000" b="1" dirty="0">
                <a:solidFill>
                  <a:srgbClr val="C00000"/>
                </a:solidFill>
              </a:rPr>
              <a:t>Количество этажей (подземных и надземных, в </a:t>
            </a:r>
            <a:r>
              <a:rPr lang="ru-RU" sz="1000" b="1" dirty="0" err="1">
                <a:solidFill>
                  <a:srgbClr val="C00000"/>
                </a:solidFill>
              </a:rPr>
              <a:t>т.ч</a:t>
            </a:r>
            <a:r>
              <a:rPr lang="ru-RU" sz="1000" b="1" dirty="0">
                <a:solidFill>
                  <a:srgbClr val="C00000"/>
                </a:solidFill>
              </a:rPr>
              <a:t>. тех. этажей)</a:t>
            </a:r>
          </a:p>
          <a:p>
            <a:endParaRPr lang="ru-RU" sz="1000" b="1" dirty="0">
              <a:solidFill>
                <a:srgbClr val="C00000"/>
              </a:solidFill>
            </a:endParaRPr>
          </a:p>
          <a:p>
            <a:r>
              <a:rPr lang="ru-RU" sz="1000" b="1" dirty="0">
                <a:solidFill>
                  <a:srgbClr val="C00000"/>
                </a:solidFill>
              </a:rPr>
              <a:t>Площадь квартир, </a:t>
            </a:r>
            <a:r>
              <a:rPr lang="ru-RU" sz="1000" b="1" i="1" dirty="0">
                <a:solidFill>
                  <a:srgbClr val="C00000"/>
                </a:solidFill>
              </a:rPr>
              <a:t>при наличии</a:t>
            </a:r>
            <a:endParaRPr lang="ru-RU" sz="1000" b="1" dirty="0">
              <a:solidFill>
                <a:srgbClr val="C00000"/>
              </a:solidFill>
            </a:endParaRPr>
          </a:p>
          <a:p>
            <a:r>
              <a:rPr lang="ru-RU" sz="1000" b="1" dirty="0">
                <a:solidFill>
                  <a:srgbClr val="C00000"/>
                </a:solidFill>
              </a:rPr>
              <a:t>Общая площадь квартир, </a:t>
            </a:r>
            <a:r>
              <a:rPr lang="ru-RU" sz="1000" b="1" i="1" dirty="0">
                <a:solidFill>
                  <a:srgbClr val="C00000"/>
                </a:solidFill>
              </a:rPr>
              <a:t>при наличии</a:t>
            </a:r>
            <a:endParaRPr lang="ru-RU" sz="1000" b="1" dirty="0">
              <a:solidFill>
                <a:srgbClr val="C00000"/>
              </a:solidFill>
            </a:endParaRPr>
          </a:p>
          <a:p>
            <a:r>
              <a:rPr lang="ru-RU" sz="1000" b="1" dirty="0">
                <a:solidFill>
                  <a:srgbClr val="C00000"/>
                </a:solidFill>
              </a:rPr>
              <a:t>Количество квартир, </a:t>
            </a:r>
            <a:r>
              <a:rPr lang="ru-RU" sz="1000" b="1" i="1" dirty="0">
                <a:solidFill>
                  <a:srgbClr val="C00000"/>
                </a:solidFill>
              </a:rPr>
              <a:t>при наличии</a:t>
            </a:r>
            <a:endParaRPr lang="ru-RU" sz="1000" b="1" dirty="0">
              <a:solidFill>
                <a:srgbClr val="C00000"/>
              </a:solidFill>
            </a:endParaRPr>
          </a:p>
          <a:p>
            <a:endParaRPr lang="ru-RU" sz="1000" b="1" dirty="0">
              <a:solidFill>
                <a:srgbClr val="C00000"/>
              </a:solidFill>
            </a:endParaRPr>
          </a:p>
          <a:p>
            <a:r>
              <a:rPr lang="ru-RU" sz="1000" b="1" dirty="0">
                <a:solidFill>
                  <a:srgbClr val="C00000"/>
                </a:solidFill>
              </a:rPr>
              <a:t>Количество парковочных мест и (или) </a:t>
            </a:r>
            <a:r>
              <a:rPr lang="ru-RU" sz="1000" b="1" dirty="0" err="1">
                <a:solidFill>
                  <a:srgbClr val="C00000"/>
                </a:solidFill>
              </a:rPr>
              <a:t>машино</a:t>
            </a:r>
            <a:r>
              <a:rPr lang="ru-RU" sz="1000" b="1" dirty="0">
                <a:solidFill>
                  <a:srgbClr val="C00000"/>
                </a:solidFill>
              </a:rPr>
              <a:t>-мест</a:t>
            </a:r>
          </a:p>
          <a:p>
            <a:endParaRPr lang="ru-RU" sz="1000" b="1" dirty="0">
              <a:solidFill>
                <a:srgbClr val="C00000"/>
              </a:solidFill>
            </a:endParaRPr>
          </a:p>
          <a:p>
            <a:endParaRPr lang="ru-RU" sz="1000" dirty="0">
              <a:solidFill>
                <a:srgbClr val="C00000"/>
              </a:solidFill>
            </a:endParaRPr>
          </a:p>
          <a:p>
            <a:endParaRPr lang="ru-RU" sz="1000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DC4652-EE3B-D43B-D989-234460E942F3}"/>
              </a:ext>
            </a:extLst>
          </p:cNvPr>
          <p:cNvSpPr txBox="1"/>
          <p:nvPr/>
        </p:nvSpPr>
        <p:spPr>
          <a:xfrm>
            <a:off x="1064249" y="4583326"/>
            <a:ext cx="424106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b="1" dirty="0"/>
              <a:t>Технико-экономические показатели по _: 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DB7EBA6-5702-43E8-9A94-887B35B94EA1}"/>
              </a:ext>
            </a:extLst>
          </p:cNvPr>
          <p:cNvSpPr/>
          <p:nvPr/>
        </p:nvSpPr>
        <p:spPr>
          <a:xfrm>
            <a:off x="1580548" y="2504889"/>
            <a:ext cx="371308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000" dirty="0">
                <a:solidFill>
                  <a:srgbClr val="C00000"/>
                </a:solidFill>
                <a:latin typeface="Century Gothic" panose="020B0502020202020204" pitchFamily="34" charset="0"/>
              </a:rPr>
              <a:t>(Указывается самый актуальный на момент подачи материалов документ. При наличии актуального ГПЗУ, указывать ГЗК на основании которого он выдан не требуется)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AD77364-3F26-4A62-A123-D51DB6EA3F0D}"/>
              </a:ext>
            </a:extLst>
          </p:cNvPr>
          <p:cNvSpPr/>
          <p:nvPr/>
        </p:nvSpPr>
        <p:spPr>
          <a:xfrm>
            <a:off x="2141171" y="2111386"/>
            <a:ext cx="322886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rgbClr val="C00000"/>
                </a:solidFill>
                <a:latin typeface="Century Gothic" panose="020B0502020202020204" pitchFamily="34" charset="0"/>
              </a:rPr>
              <a:t>(Указывается компания – автор архитектурной концепции и ФИО архитекторов (не более 3))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8FEFAEA-8CF7-4C97-9516-A2950F2269C2}"/>
              </a:ext>
            </a:extLst>
          </p:cNvPr>
          <p:cNvSpPr/>
          <p:nvPr/>
        </p:nvSpPr>
        <p:spPr>
          <a:xfrm>
            <a:off x="4484796" y="1711730"/>
            <a:ext cx="88524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rgbClr val="C00000"/>
                </a:solidFill>
              </a:rPr>
              <a:t>(Название)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10DF289-0357-40E5-AD52-2D0CB4D7DBAB}"/>
              </a:ext>
            </a:extLst>
          </p:cNvPr>
          <p:cNvSpPr/>
          <p:nvPr/>
        </p:nvSpPr>
        <p:spPr>
          <a:xfrm>
            <a:off x="4517773" y="1881138"/>
            <a:ext cx="88524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>
                <a:solidFill>
                  <a:srgbClr val="C00000"/>
                </a:solidFill>
              </a:rPr>
              <a:t>(ФИО)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59760D5-2AA2-4360-879F-02146173F306}"/>
              </a:ext>
            </a:extLst>
          </p:cNvPr>
          <p:cNvSpPr/>
          <p:nvPr/>
        </p:nvSpPr>
        <p:spPr>
          <a:xfrm>
            <a:off x="5606440" y="2854338"/>
            <a:ext cx="3693447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solidFill>
                  <a:srgbClr val="C00000"/>
                </a:solidFill>
                <a:latin typeface="Century Gothic" panose="020B0502020202020204" pitchFamily="34" charset="0"/>
              </a:rPr>
              <a:t>Выполняется на основе карт Яндекс или иных, с четко читаемой структурой застройки, с отображением  объекта проектирования и наименований улиц, ст. метро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7D4F170-545A-4B30-9796-A8A59BD660BD}"/>
              </a:ext>
            </a:extLst>
          </p:cNvPr>
          <p:cNvSpPr/>
          <p:nvPr/>
        </p:nvSpPr>
        <p:spPr>
          <a:xfrm>
            <a:off x="9959522" y="2329706"/>
            <a:ext cx="4385128" cy="8032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Выполняется на основе М 1:2000 с отображением:</a:t>
            </a:r>
          </a:p>
          <a:p>
            <a:pPr marL="171467" indent="-171467">
              <a:buFontTx/>
              <a:buChar char="-"/>
            </a:pPr>
            <a:endParaRPr lang="ru-RU" sz="1200" b="1" dirty="0">
              <a:solidFill>
                <a:srgbClr val="C00000"/>
              </a:solidFill>
              <a:latin typeface="Century Gothic" panose="020B0502020202020204" pitchFamily="34" charset="0"/>
            </a:endParaRPr>
          </a:p>
          <a:p>
            <a:pPr marL="171467" indent="-171467">
              <a:buFontTx/>
              <a:buChar char="-"/>
            </a:pPr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опорной застройки;</a:t>
            </a:r>
          </a:p>
          <a:p>
            <a:pPr marL="171467" indent="-171467">
              <a:buFontTx/>
              <a:buChar char="-"/>
            </a:pPr>
            <a:endParaRPr lang="ru-RU" sz="12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171467" indent="-171467">
              <a:buFontTx/>
              <a:buChar char="-"/>
            </a:pPr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трассировки и наименований элементов улично-дорожной сети с отображением красных линий, обозначающих границы территорий общего пользования улично-дорожной сети города Москвы,       с указанием параметров улично-дорожной сети и тротуаров, наименований станций метрополитена;</a:t>
            </a:r>
          </a:p>
          <a:p>
            <a:pPr marL="171467" indent="-171467">
              <a:buFontTx/>
              <a:buChar char="-"/>
            </a:pPr>
            <a:endParaRPr lang="ru-RU" sz="12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171467" indent="-171467">
              <a:buFontTx/>
              <a:buChar char="-"/>
            </a:pPr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границ земельного участка, соответствующих действующему градостроительному плану земельного участка либо проекту планировки территории;</a:t>
            </a:r>
          </a:p>
          <a:p>
            <a:pPr marL="171467" indent="-171467">
              <a:buFontTx/>
              <a:buChar char="-"/>
            </a:pPr>
            <a:endParaRPr lang="ru-RU" sz="12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171467" indent="-171467">
              <a:buFontTx/>
              <a:buChar char="-"/>
            </a:pPr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объекта проектирования/реконструкции (</a:t>
            </a:r>
            <a:r>
              <a:rPr lang="ru-RU" sz="1200" i="1" dirty="0">
                <a:solidFill>
                  <a:schemeClr val="tx1"/>
                </a:solidFill>
                <a:latin typeface="Century Gothic" panose="020B0502020202020204" pitchFamily="34" charset="0"/>
              </a:rPr>
              <a:t>в случае, если объект является частью проектируемой застройки, например: одна из очередей, то необходимо отобразить застройку целиком, с указанием сведений об оформленных АГР по каждому соседнему объекту (при наличии). </a:t>
            </a:r>
          </a:p>
          <a:p>
            <a:pPr marL="171467" indent="-171467">
              <a:buFontTx/>
              <a:buChar char="-"/>
            </a:pPr>
            <a:r>
              <a:rPr lang="ru-RU" sz="1200" i="1" dirty="0">
                <a:solidFill>
                  <a:schemeClr val="tx1"/>
                </a:solidFill>
                <a:latin typeface="Century Gothic" panose="020B0502020202020204" pitchFamily="34" charset="0"/>
              </a:rPr>
              <a:t>сносимых объектов,</a:t>
            </a:r>
          </a:p>
          <a:p>
            <a:pPr marL="171467" indent="-171467">
              <a:buFontTx/>
              <a:buChar char="-"/>
            </a:pPr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сведений о функциональном назначении объекта, </a:t>
            </a:r>
          </a:p>
          <a:p>
            <a:pPr marL="171467" indent="-171467">
              <a:buFontTx/>
              <a:buChar char="-"/>
            </a:pPr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границ зон с особыми условиями использования территории (при наличии) (санитарно-защитные зоны, охранные зоны, зоны регулирования застройки и иное).</a:t>
            </a:r>
          </a:p>
          <a:p>
            <a:pPr marL="171467" indent="-171467">
              <a:buFontTx/>
              <a:buChar char="-"/>
            </a:pPr>
            <a:endParaRPr lang="ru-RU" sz="12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r>
              <a:rPr lang="ru-RU" sz="12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Ситуационный план выполняется с соблюдением  установленных цветовых характеристик:</a:t>
            </a:r>
          </a:p>
          <a:p>
            <a:pPr marL="171467" indent="-171467">
              <a:buFontTx/>
              <a:buChar char="-"/>
            </a:pPr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ориентация по сторонам света (направление на север);</a:t>
            </a:r>
          </a:p>
          <a:p>
            <a:pPr marL="171467" indent="-171467">
              <a:buFontTx/>
              <a:buChar char="-"/>
            </a:pPr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трассировка и наименование элементов улично-дорожной сети;</a:t>
            </a:r>
          </a:p>
          <a:p>
            <a:pPr marL="171467" indent="-171467">
              <a:buFontTx/>
              <a:buChar char="-"/>
            </a:pPr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границы земельного участка (синий цвет);</a:t>
            </a:r>
          </a:p>
          <a:p>
            <a:pPr marL="171467" indent="-171467">
              <a:buFontTx/>
              <a:buChar char="-"/>
            </a:pPr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объект строительства (красный цвет);</a:t>
            </a:r>
          </a:p>
          <a:p>
            <a:pPr marL="171467" indent="-171467">
              <a:buFontTx/>
              <a:buChar char="-"/>
            </a:pPr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объекта реконструкции (оранжевый цвет);</a:t>
            </a:r>
          </a:p>
          <a:p>
            <a:pPr marL="171467" indent="-171467">
              <a:buFontTx/>
              <a:buChar char="-"/>
            </a:pPr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опорная застройка (серый цвет).</a:t>
            </a:r>
          </a:p>
          <a:p>
            <a:pPr marL="171467" indent="-171467">
              <a:buFontTx/>
              <a:buChar char="-"/>
            </a:pPr>
            <a:endParaRPr lang="ru-RU" sz="12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r>
              <a:rPr lang="ru-RU" sz="1200" dirty="0">
                <a:solidFill>
                  <a:schemeClr val="tx1"/>
                </a:solidFill>
                <a:latin typeface="Century Gothic" panose="020B0502020202020204" pitchFamily="34" charset="0"/>
              </a:rPr>
              <a:t>Прилагается экспликация с соответствующими условными обозначениями.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1CF66CA-DDFB-4DD3-911D-C9E1ED794A90}"/>
              </a:ext>
            </a:extLst>
          </p:cNvPr>
          <p:cNvSpPr/>
          <p:nvPr/>
        </p:nvSpPr>
        <p:spPr>
          <a:xfrm>
            <a:off x="1087608" y="9303798"/>
            <a:ext cx="2667996" cy="246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b="1" dirty="0">
                <a:solidFill>
                  <a:srgbClr val="C00000"/>
                </a:solidFill>
              </a:rPr>
              <a:t>Информация об отделке помещений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04C658-5152-4814-8F0F-0C76FB65C08C}"/>
              </a:ext>
            </a:extLst>
          </p:cNvPr>
          <p:cNvSpPr txBox="1"/>
          <p:nvPr/>
        </p:nvSpPr>
        <p:spPr>
          <a:xfrm>
            <a:off x="1064248" y="1389602"/>
            <a:ext cx="41864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  <a:lvl1pPr>
              <a:defRPr sz="1000" b="1"/>
            </a:lvl1pPr>
          </a:lstStyle>
          <a:p>
            <a:pPr algn="l"/>
            <a:r>
              <a:rPr lang="ru-RU" sz="1400" dirty="0">
                <a:solidFill>
                  <a:srgbClr val="C00000"/>
                </a:solidFill>
                <a:latin typeface="Century Gothic" panose="020B0502020202020204" pitchFamily="34" charset="0"/>
              </a:rPr>
              <a:t>Плотность</a:t>
            </a:r>
            <a:r>
              <a:rPr lang="ru-RU" sz="900" dirty="0">
                <a:solidFill>
                  <a:srgbClr val="FF0000"/>
                </a:solidFill>
                <a:latin typeface="Century Gothic" panose="020B0502020202020204" pitchFamily="34" charset="0"/>
              </a:rPr>
              <a:t> застройки - ____ м2/га</a:t>
            </a:r>
          </a:p>
        </p:txBody>
      </p:sp>
    </p:spTree>
    <p:extLst>
      <p:ext uri="{BB962C8B-B14F-4D97-AF65-F5344CB8AC3E}">
        <p14:creationId xmlns:p14="http://schemas.microsoft.com/office/powerpoint/2010/main" val="1934462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6">
            <a:extLst>
              <a:ext uri="{FF2B5EF4-FFF2-40B4-BE49-F238E27FC236}">
                <a16:creationId xmlns:a16="http://schemas.microsoft.com/office/drawing/2014/main" id="{A305541B-1A7F-4390-8A56-F4FBBE40AAFE}"/>
              </a:ext>
            </a:extLst>
          </p:cNvPr>
          <p:cNvSpPr txBox="1"/>
          <p:nvPr/>
        </p:nvSpPr>
        <p:spPr>
          <a:xfrm>
            <a:off x="1087608" y="1667420"/>
            <a:ext cx="12386123" cy="1705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04"/>
              </a:lnSpc>
            </a:pPr>
            <a:r>
              <a:rPr lang="ru-RU" sz="1600" dirty="0">
                <a:solidFill>
                  <a:schemeClr val="tx1"/>
                </a:solidFill>
                <a:latin typeface="Century Gothic" panose="020B0502020202020204" pitchFamily="34" charset="0"/>
                <a:cs typeface="Arial"/>
              </a:rPr>
              <a:t>Схема планировочной организации земельного участка совмещенная со схемой транспортной организации</a:t>
            </a:r>
            <a:endParaRPr sz="1600" dirty="0">
              <a:solidFill>
                <a:schemeClr val="tx1"/>
              </a:solidFill>
              <a:latin typeface="Century Gothic" panose="020B0502020202020204" pitchFamily="34" charset="0"/>
              <a:cs typeface="Arial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460CAEE-B06A-4608-9023-04235E6B10C1}"/>
              </a:ext>
            </a:extLst>
          </p:cNvPr>
          <p:cNvSpPr/>
          <p:nvPr/>
        </p:nvSpPr>
        <p:spPr>
          <a:xfrm>
            <a:off x="1087608" y="2199834"/>
            <a:ext cx="13561842" cy="7417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Выполняется (на основе М 1:500)  с отображением:</a:t>
            </a:r>
          </a:p>
          <a:p>
            <a:pPr algn="ctr"/>
            <a:endParaRPr lang="ru-RU" sz="1400" dirty="0">
              <a:solidFill>
                <a:schemeClr val="tx1"/>
              </a:solidFill>
            </a:endParaRPr>
          </a:p>
          <a:p>
            <a:r>
              <a:rPr lang="ru-RU" sz="1400" dirty="0">
                <a:solidFill>
                  <a:schemeClr val="tx1"/>
                </a:solidFill>
              </a:rPr>
              <a:t>-   опорной застройки</a:t>
            </a:r>
          </a:p>
          <a:p>
            <a:pPr marL="171467" indent="-171467">
              <a:buFontTx/>
              <a:buChar char="-"/>
            </a:pPr>
            <a:r>
              <a:rPr lang="ru-RU" sz="1400" dirty="0">
                <a:solidFill>
                  <a:schemeClr val="tx1"/>
                </a:solidFill>
              </a:rPr>
              <a:t>трассировки и наименований элементов улично-дорожной сети с отображением красных линий, обозначающих границы территорий общего пользования улично-дорожной сети города Москвы, с указанием параметров улично-дорожной сети и тротуаров, наименований станций метрополитена</a:t>
            </a:r>
          </a:p>
          <a:p>
            <a:pPr marL="171467" indent="-171467">
              <a:buFontTx/>
              <a:buChar char="-"/>
            </a:pPr>
            <a:r>
              <a:rPr lang="ru-RU" sz="1400" dirty="0">
                <a:solidFill>
                  <a:schemeClr val="tx1"/>
                </a:solidFill>
              </a:rPr>
              <a:t>границ земельного участка, соответствующих действующему градостроительному плану земельного участка либо проекту планировки территории</a:t>
            </a:r>
          </a:p>
          <a:p>
            <a:pPr marL="171467" indent="-171467">
              <a:buFontTx/>
              <a:buChar char="-"/>
            </a:pPr>
            <a:r>
              <a:rPr lang="ru-RU" sz="1400" dirty="0">
                <a:solidFill>
                  <a:schemeClr val="tx1"/>
                </a:solidFill>
              </a:rPr>
              <a:t>объекта проектирования/реконструкции</a:t>
            </a:r>
          </a:p>
          <a:p>
            <a:pPr marL="171467" indent="-171467">
              <a:buFontTx/>
              <a:buChar char="-"/>
            </a:pPr>
            <a:r>
              <a:rPr lang="ru-RU" sz="1400" dirty="0">
                <a:solidFill>
                  <a:schemeClr val="tx1"/>
                </a:solidFill>
              </a:rPr>
              <a:t> сносимых объектов,</a:t>
            </a:r>
          </a:p>
          <a:p>
            <a:pPr marL="171467" indent="-171467">
              <a:buFontTx/>
              <a:buChar char="-"/>
            </a:pPr>
            <a:r>
              <a:rPr lang="ru-RU" sz="1400" dirty="0">
                <a:solidFill>
                  <a:schemeClr val="tx1"/>
                </a:solidFill>
              </a:rPr>
              <a:t> сведений о функциональном назначении объектов,</a:t>
            </a:r>
          </a:p>
          <a:p>
            <a:pPr marL="171467" indent="-171467">
              <a:buFontTx/>
              <a:buChar char="-"/>
            </a:pPr>
            <a:r>
              <a:rPr lang="ru-RU" sz="1400" dirty="0">
                <a:solidFill>
                  <a:schemeClr val="tx1"/>
                </a:solidFill>
              </a:rPr>
              <a:t> сведений о благоустройстве территории.</a:t>
            </a:r>
          </a:p>
          <a:p>
            <a:pPr marL="171467" indent="-171467">
              <a:buFontTx/>
              <a:buChar char="-"/>
            </a:pPr>
            <a:endParaRPr lang="ru-RU" sz="1400" dirty="0">
              <a:solidFill>
                <a:schemeClr val="tx1"/>
              </a:solidFill>
            </a:endParaRPr>
          </a:p>
          <a:p>
            <a:pPr marL="171467" indent="-171467">
              <a:buFontTx/>
              <a:buChar char="-"/>
            </a:pPr>
            <a:r>
              <a:rPr lang="ru-RU" sz="1400" dirty="0">
                <a:solidFill>
                  <a:schemeClr val="tx1"/>
                </a:solidFill>
              </a:rPr>
              <a:t>предложений по строительству и/или реконструкции улично-дорожной сети;</a:t>
            </a:r>
          </a:p>
          <a:p>
            <a:pPr marL="171467" indent="-171467">
              <a:buFontTx/>
              <a:buChar char="-"/>
            </a:pPr>
            <a:r>
              <a:rPr lang="ru-RU" sz="1400" dirty="0">
                <a:solidFill>
                  <a:schemeClr val="tx1"/>
                </a:solidFill>
              </a:rPr>
              <a:t>организации движения легкового, грузового транспорта и спецтехники по сохраняемой и проектируемой улично-дорожной сети, а также в границах земельного участка; </a:t>
            </a:r>
          </a:p>
          <a:p>
            <a:pPr marL="171467" indent="-171467">
              <a:buFontTx/>
              <a:buChar char="-"/>
            </a:pPr>
            <a:r>
              <a:rPr lang="ru-RU" sz="1400" dirty="0">
                <a:solidFill>
                  <a:schemeClr val="tx1"/>
                </a:solidFill>
              </a:rPr>
              <a:t>геометрических параметров проектируемых въездов/выездов на территорию (в </a:t>
            </a:r>
            <a:r>
              <a:rPr lang="ru-RU" sz="1400" dirty="0" err="1">
                <a:solidFill>
                  <a:schemeClr val="tx1"/>
                </a:solidFill>
              </a:rPr>
              <a:t>т.ч</a:t>
            </a:r>
            <a:r>
              <a:rPr lang="ru-RU" sz="1400" dirty="0">
                <a:solidFill>
                  <a:schemeClr val="tx1"/>
                </a:solidFill>
              </a:rPr>
              <a:t>. в подземные паркинги), внутренних проездов (в </a:t>
            </a:r>
            <a:r>
              <a:rPr lang="ru-RU" sz="1400" dirty="0" err="1">
                <a:solidFill>
                  <a:schemeClr val="tx1"/>
                </a:solidFill>
              </a:rPr>
              <a:t>т.ч</a:t>
            </a:r>
            <a:r>
              <a:rPr lang="ru-RU" sz="1400" dirty="0">
                <a:solidFill>
                  <a:schemeClr val="tx1"/>
                </a:solidFill>
              </a:rPr>
              <a:t>. противопожарных), тротуаров, разворотных площадок для легкового, грузового транспорта и спецтехники;</a:t>
            </a:r>
          </a:p>
          <a:p>
            <a:pPr marL="171467" indent="-171467">
              <a:buFontTx/>
              <a:buChar char="-"/>
            </a:pPr>
            <a:r>
              <a:rPr lang="ru-RU" sz="1400" dirty="0">
                <a:solidFill>
                  <a:schemeClr val="tx1"/>
                </a:solidFill>
              </a:rPr>
              <a:t>остановочных пунктов общественного транспорта, радиусов доступности остановок общественного транспорта и скоростного внеуличного транспорта, светофорных объектов;</a:t>
            </a:r>
          </a:p>
          <a:p>
            <a:pPr marL="171467" indent="-171467">
              <a:buFontTx/>
              <a:buChar char="-"/>
            </a:pPr>
            <a:r>
              <a:rPr lang="ru-RU" sz="1400" dirty="0">
                <a:solidFill>
                  <a:schemeClr val="tx1"/>
                </a:solidFill>
              </a:rPr>
              <a:t>мест хранения и паркования легковых и грузовых автомобилей, размещаемых в границах земельного участка , с указанием их количества;</a:t>
            </a:r>
          </a:p>
          <a:p>
            <a:pPr marL="171467" indent="-171467">
              <a:buFontTx/>
              <a:buChar char="-"/>
            </a:pPr>
            <a:r>
              <a:rPr lang="ru-RU" sz="1400" dirty="0">
                <a:solidFill>
                  <a:schemeClr val="tx1"/>
                </a:solidFill>
              </a:rPr>
              <a:t>пешеходных связей и пешеходных переходов;</a:t>
            </a:r>
          </a:p>
          <a:p>
            <a:pPr marL="171467" indent="-171467">
              <a:buFontTx/>
              <a:buChar char="-"/>
            </a:pPr>
            <a:r>
              <a:rPr lang="ru-RU" sz="1400" dirty="0">
                <a:solidFill>
                  <a:schemeClr val="tx1"/>
                </a:solidFill>
              </a:rPr>
              <a:t>источников финансирования, этапов и сроков реализации планировочных решений;</a:t>
            </a:r>
          </a:p>
          <a:p>
            <a:pPr marL="171467" indent="-171467">
              <a:buFontTx/>
              <a:buChar char="-"/>
            </a:pPr>
            <a:r>
              <a:rPr lang="ru-RU" sz="1400" dirty="0">
                <a:solidFill>
                  <a:schemeClr val="tx1"/>
                </a:solidFill>
              </a:rPr>
              <a:t>координаты характерных точек  внешнего контура объекта капитального строительства.</a:t>
            </a:r>
          </a:p>
          <a:p>
            <a:pPr marL="171467" indent="-171467">
              <a:buFontTx/>
              <a:buChar char="-"/>
            </a:pPr>
            <a:endParaRPr lang="ru-RU" sz="1400" dirty="0">
              <a:solidFill>
                <a:schemeClr val="tx1"/>
              </a:solidFill>
            </a:endParaRPr>
          </a:p>
          <a:p>
            <a:r>
              <a:rPr lang="ru-RU" sz="1400" dirty="0">
                <a:solidFill>
                  <a:schemeClr val="tx1"/>
                </a:solidFill>
              </a:rPr>
              <a:t>Схема транспортной организации должна демонстрировать не только движение по участку, но и маршруты подъезда к участку с прилегающей улично-дорожной сети. </a:t>
            </a:r>
          </a:p>
          <a:p>
            <a:endParaRPr lang="ru-RU" sz="1400" b="1" dirty="0">
              <a:solidFill>
                <a:srgbClr val="C00000"/>
              </a:solidFill>
            </a:endParaRPr>
          </a:p>
          <a:p>
            <a:r>
              <a:rPr lang="ru-RU" sz="1400" b="1" dirty="0">
                <a:solidFill>
                  <a:srgbClr val="C00000"/>
                </a:solidFill>
              </a:rPr>
              <a:t>Выполняется с соблюдением установленных цветовых характеристик:</a:t>
            </a:r>
          </a:p>
          <a:p>
            <a:pPr marL="171467" indent="-171467">
              <a:buFontTx/>
              <a:buChar char="-"/>
            </a:pPr>
            <a:r>
              <a:rPr lang="ru-RU" sz="1400" dirty="0">
                <a:solidFill>
                  <a:schemeClr val="tx1"/>
                </a:solidFill>
              </a:rPr>
              <a:t>ориентаций по сторонам света (направление на север);</a:t>
            </a:r>
          </a:p>
          <a:p>
            <a:pPr marL="171467" indent="-171467">
              <a:buFontTx/>
              <a:buChar char="-"/>
            </a:pPr>
            <a:r>
              <a:rPr lang="ru-RU" sz="1400" dirty="0">
                <a:solidFill>
                  <a:schemeClr val="tx1"/>
                </a:solidFill>
              </a:rPr>
              <a:t>границы земельного участка (синий цвет);</a:t>
            </a:r>
          </a:p>
          <a:p>
            <a:pPr marL="171467" indent="-171467">
              <a:buFontTx/>
              <a:buChar char="-"/>
            </a:pPr>
            <a:r>
              <a:rPr lang="ru-RU" sz="1400" dirty="0">
                <a:solidFill>
                  <a:schemeClr val="tx1"/>
                </a:solidFill>
              </a:rPr>
              <a:t>объект строительства (красный цвет);</a:t>
            </a:r>
          </a:p>
          <a:p>
            <a:pPr marL="171467" indent="-171467">
              <a:buFontTx/>
              <a:buChar char="-"/>
            </a:pPr>
            <a:r>
              <a:rPr lang="ru-RU" sz="1400" dirty="0">
                <a:solidFill>
                  <a:schemeClr val="tx1"/>
                </a:solidFill>
              </a:rPr>
              <a:t>объект реконструкции (оранжевый цвет);</a:t>
            </a:r>
          </a:p>
          <a:p>
            <a:pPr marL="171467" indent="-171467">
              <a:buFontTx/>
              <a:buChar char="-"/>
            </a:pPr>
            <a:r>
              <a:rPr lang="ru-RU" sz="1400" dirty="0">
                <a:solidFill>
                  <a:schemeClr val="tx1"/>
                </a:solidFill>
              </a:rPr>
              <a:t>сносимые здания; </a:t>
            </a:r>
          </a:p>
          <a:p>
            <a:pPr marL="171467" indent="-171467">
              <a:buFontTx/>
              <a:buChar char="-"/>
            </a:pPr>
            <a:r>
              <a:rPr lang="ru-RU" sz="1400" dirty="0">
                <a:solidFill>
                  <a:schemeClr val="tx1"/>
                </a:solidFill>
              </a:rPr>
              <a:t>опорная застройка;</a:t>
            </a:r>
            <a:endParaRPr lang="ru-RU" sz="1400" strike="sngStrike" dirty="0">
              <a:solidFill>
                <a:schemeClr val="tx1"/>
              </a:solidFill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A3EE6567-1CD9-4DBA-B21D-7FE3FBFE9547}"/>
              </a:ext>
            </a:extLst>
          </p:cNvPr>
          <p:cNvSpPr txBox="1">
            <a:spLocks/>
          </p:cNvSpPr>
          <p:nvPr/>
        </p:nvSpPr>
        <p:spPr>
          <a:xfrm>
            <a:off x="6779164" y="495819"/>
            <a:ext cx="7747194" cy="833534"/>
          </a:xfrm>
          <a:prstGeom prst="rect">
            <a:avLst/>
          </a:prstGeom>
        </p:spPr>
        <p:txBody>
          <a:bodyPr vert="horz" lIns="91454" tIns="45727" rIns="91454" bIns="45727" rtlCol="0" anchor="ctr">
            <a:noAutofit/>
          </a:bodyPr>
          <a:lstStyle>
            <a:lvl1pPr algn="l" defTabSz="105448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75" kern="1200">
                <a:solidFill>
                  <a:schemeClr val="tx1"/>
                </a:solidFill>
                <a:latin typeface="TT Moscow Economy" panose="020B0103030101020204" pitchFamily="34" charset="0"/>
                <a:ea typeface="+mj-ea"/>
                <a:cs typeface="+mj-cs"/>
              </a:defRPr>
            </a:lvl1pPr>
          </a:lstStyle>
          <a:p>
            <a:pPr algn="r"/>
            <a:r>
              <a:rPr lang="ru-RU" sz="2000" b="1" dirty="0">
                <a:latin typeface="+mn-lt"/>
              </a:rPr>
              <a:t>Многофункциональный комплекс с подземной автостоянкой и ДОО на 50 мест по адресу: район, улица, владение, округ</a:t>
            </a:r>
          </a:p>
        </p:txBody>
      </p:sp>
    </p:spTree>
    <p:extLst>
      <p:ext uri="{BB962C8B-B14F-4D97-AF65-F5344CB8AC3E}">
        <p14:creationId xmlns:p14="http://schemas.microsoft.com/office/powerpoint/2010/main" val="4232300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4C04191D-4E7C-41A3-9B18-4ABDAD6C7F7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8447" y="2300805"/>
            <a:ext cx="6627601" cy="4343400"/>
          </a:xfr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229CA81-1906-4126-948F-9BCE0B9E47B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59653" y="2305032"/>
            <a:ext cx="6627601" cy="4343400"/>
          </a:xfr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3ED7412-F9EE-4A46-BF3B-BE3157678F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575348" y="7861300"/>
            <a:ext cx="3581400" cy="2041011"/>
          </a:xfrm>
        </p:spPr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A85DAC9-AEF0-4698-BF06-85DAC5611250}"/>
              </a:ext>
            </a:extLst>
          </p:cNvPr>
          <p:cNvSpPr txBox="1">
            <a:spLocks/>
          </p:cNvSpPr>
          <p:nvPr/>
        </p:nvSpPr>
        <p:spPr>
          <a:xfrm>
            <a:off x="6779164" y="495819"/>
            <a:ext cx="7747194" cy="833534"/>
          </a:xfrm>
          <a:prstGeom prst="rect">
            <a:avLst/>
          </a:prstGeom>
        </p:spPr>
        <p:txBody>
          <a:bodyPr vert="horz" lIns="91454" tIns="45727" rIns="91454" bIns="45727" rtlCol="0" anchor="ctr">
            <a:noAutofit/>
          </a:bodyPr>
          <a:lstStyle>
            <a:lvl1pPr algn="l" defTabSz="105448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75" kern="1200">
                <a:solidFill>
                  <a:schemeClr val="tx1"/>
                </a:solidFill>
                <a:latin typeface="TT Moscow Economy" panose="020B0103030101020204" pitchFamily="34" charset="0"/>
                <a:ea typeface="+mj-ea"/>
                <a:cs typeface="+mj-cs"/>
              </a:defRPr>
            </a:lvl1pPr>
          </a:lstStyle>
          <a:p>
            <a:pPr algn="r"/>
            <a:r>
              <a:rPr lang="ru-RU" sz="2000" b="1" dirty="0">
                <a:latin typeface="+mn-lt"/>
              </a:rPr>
              <a:t>Многофункциональный комплекс с подземной автостоянкой и ДОО на 50 мест по адресу: район, улица, владение, округ</a:t>
            </a:r>
          </a:p>
        </p:txBody>
      </p:sp>
    </p:spTree>
    <p:extLst>
      <p:ext uri="{BB962C8B-B14F-4D97-AF65-F5344CB8AC3E}">
        <p14:creationId xmlns:p14="http://schemas.microsoft.com/office/powerpoint/2010/main" val="3363392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E78FF154-E556-42F6-9544-11BD3D6D9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7609" y="1993900"/>
            <a:ext cx="9447042" cy="7543802"/>
          </a:xfrm>
        </p:spPr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A305541B-1A7F-4390-8A56-F4FBBE40AAFE}"/>
              </a:ext>
            </a:extLst>
          </p:cNvPr>
          <p:cNvSpPr txBox="1"/>
          <p:nvPr/>
        </p:nvSpPr>
        <p:spPr>
          <a:xfrm>
            <a:off x="1087608" y="1667420"/>
            <a:ext cx="12386123" cy="17140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4"/>
              </a:lnSpc>
            </a:pPr>
            <a:r>
              <a:rPr lang="ru-RU" sz="1600" spc="-25" dirty="0">
                <a:latin typeface="Century Gothic" panose="020B0502020202020204" pitchFamily="34" charset="0"/>
                <a:cs typeface="Arial"/>
              </a:rPr>
              <a:t>Схема функционального зонирования объекта (аксонометрия)</a:t>
            </a:r>
            <a:r>
              <a:rPr sz="1600" spc="-25" dirty="0">
                <a:latin typeface="Century Gothic" panose="020B0502020202020204" pitchFamily="34" charset="0"/>
                <a:cs typeface="Arial"/>
              </a:rPr>
              <a:t>.</a:t>
            </a:r>
            <a:endParaRPr sz="1600" dirty="0">
              <a:latin typeface="Century Gothic" panose="020B0502020202020204" pitchFamily="34" charset="0"/>
              <a:cs typeface="Arial"/>
            </a:endParaRPr>
          </a:p>
        </p:txBody>
      </p:sp>
      <p:sp>
        <p:nvSpPr>
          <p:cNvPr id="6" name="Рисунок 3">
            <a:extLst>
              <a:ext uri="{FF2B5EF4-FFF2-40B4-BE49-F238E27FC236}">
                <a16:creationId xmlns:a16="http://schemas.microsoft.com/office/drawing/2014/main" id="{E51A41CE-6D85-4606-910F-0A535CA189C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687050" y="7496691"/>
            <a:ext cx="4043639" cy="2041011"/>
          </a:xfrm>
        </p:spPr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5C9347CA-24AB-447B-B8F8-E06691EF8A65}"/>
              </a:ext>
            </a:extLst>
          </p:cNvPr>
          <p:cNvSpPr txBox="1">
            <a:spLocks/>
          </p:cNvSpPr>
          <p:nvPr/>
        </p:nvSpPr>
        <p:spPr>
          <a:xfrm>
            <a:off x="6779164" y="495819"/>
            <a:ext cx="7747194" cy="833534"/>
          </a:xfrm>
          <a:prstGeom prst="rect">
            <a:avLst/>
          </a:prstGeom>
        </p:spPr>
        <p:txBody>
          <a:bodyPr vert="horz" lIns="91454" tIns="45727" rIns="91454" bIns="45727" rtlCol="0" anchor="ctr">
            <a:noAutofit/>
          </a:bodyPr>
          <a:lstStyle>
            <a:lvl1pPr algn="l" defTabSz="105448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75" kern="1200">
                <a:solidFill>
                  <a:schemeClr val="tx1"/>
                </a:solidFill>
                <a:latin typeface="TT Moscow Economy" panose="020B0103030101020204" pitchFamily="34" charset="0"/>
                <a:ea typeface="+mj-ea"/>
                <a:cs typeface="+mj-cs"/>
              </a:defRPr>
            </a:lvl1pPr>
          </a:lstStyle>
          <a:p>
            <a:pPr algn="r"/>
            <a:r>
              <a:rPr lang="ru-RU" sz="2000" b="1" dirty="0">
                <a:latin typeface="+mn-lt"/>
              </a:rPr>
              <a:t>Многофункциональный комплекс с подземной автостоянкой и ДОО на 50 мест по адресу: район, улица, владение, округ</a:t>
            </a:r>
          </a:p>
        </p:txBody>
      </p:sp>
    </p:spTree>
    <p:extLst>
      <p:ext uri="{BB962C8B-B14F-4D97-AF65-F5344CB8AC3E}">
        <p14:creationId xmlns:p14="http://schemas.microsoft.com/office/powerpoint/2010/main" val="835635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E78FF154-E556-42F6-9544-11BD3D6D9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9764" y="2451100"/>
            <a:ext cx="10965999" cy="7086602"/>
          </a:xfrm>
        </p:spPr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A305541B-1A7F-4390-8A56-F4FBBE40AAFE}"/>
              </a:ext>
            </a:extLst>
          </p:cNvPr>
          <p:cNvSpPr txBox="1"/>
          <p:nvPr/>
        </p:nvSpPr>
        <p:spPr>
          <a:xfrm>
            <a:off x="1087608" y="1667420"/>
            <a:ext cx="12386123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sz="1600" dirty="0">
                <a:latin typeface="Century Gothic" panose="020B0502020202020204" pitchFamily="34" charset="0"/>
                <a:cs typeface="Arial"/>
              </a:rPr>
              <a:t>Перспективное</a:t>
            </a:r>
            <a:r>
              <a:rPr sz="1600" spc="-50" dirty="0">
                <a:latin typeface="Century Gothic" panose="020B0502020202020204" pitchFamily="34" charset="0"/>
                <a:cs typeface="Arial"/>
              </a:rPr>
              <a:t> </a:t>
            </a:r>
            <a:r>
              <a:rPr sz="1600" dirty="0">
                <a:latin typeface="Century Gothic" panose="020B0502020202020204" pitchFamily="34" charset="0"/>
                <a:cs typeface="Arial"/>
              </a:rPr>
              <a:t>изображение</a:t>
            </a:r>
            <a:r>
              <a:rPr sz="1600" spc="-70" dirty="0">
                <a:latin typeface="Century Gothic" panose="020B0502020202020204" pitchFamily="34" charset="0"/>
                <a:cs typeface="Arial"/>
              </a:rPr>
              <a:t> </a:t>
            </a:r>
            <a:r>
              <a:rPr sz="1600" spc="-25" dirty="0">
                <a:latin typeface="Century Gothic" panose="020B0502020202020204" pitchFamily="34" charset="0"/>
                <a:cs typeface="Arial"/>
              </a:rPr>
              <a:t>№1.</a:t>
            </a:r>
            <a:endParaRPr sz="1600" dirty="0">
              <a:latin typeface="Century Gothic" panose="020B0502020202020204" pitchFamily="34" charset="0"/>
              <a:cs typeface="Arial"/>
            </a:endParaRPr>
          </a:p>
        </p:txBody>
      </p:sp>
      <p:sp>
        <p:nvSpPr>
          <p:cNvPr id="6" name="Рисунок 3">
            <a:extLst>
              <a:ext uri="{FF2B5EF4-FFF2-40B4-BE49-F238E27FC236}">
                <a16:creationId xmlns:a16="http://schemas.microsoft.com/office/drawing/2014/main" id="{E51A41CE-6D85-4606-910F-0A535CA189C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216772" y="7496691"/>
            <a:ext cx="2513917" cy="2041011"/>
          </a:xfrm>
        </p:spPr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5C9347CA-24AB-447B-B8F8-E06691EF8A65}"/>
              </a:ext>
            </a:extLst>
          </p:cNvPr>
          <p:cNvSpPr txBox="1">
            <a:spLocks/>
          </p:cNvSpPr>
          <p:nvPr/>
        </p:nvSpPr>
        <p:spPr>
          <a:xfrm>
            <a:off x="6779164" y="495819"/>
            <a:ext cx="7747194" cy="833534"/>
          </a:xfrm>
          <a:prstGeom prst="rect">
            <a:avLst/>
          </a:prstGeom>
        </p:spPr>
        <p:txBody>
          <a:bodyPr vert="horz" lIns="91454" tIns="45727" rIns="91454" bIns="45727" rtlCol="0" anchor="ctr">
            <a:noAutofit/>
          </a:bodyPr>
          <a:lstStyle>
            <a:lvl1pPr algn="l" defTabSz="105448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75" kern="1200">
                <a:solidFill>
                  <a:schemeClr val="tx1"/>
                </a:solidFill>
                <a:latin typeface="TT Moscow Economy" panose="020B0103030101020204" pitchFamily="34" charset="0"/>
                <a:ea typeface="+mj-ea"/>
                <a:cs typeface="+mj-cs"/>
              </a:defRPr>
            </a:lvl1pPr>
          </a:lstStyle>
          <a:p>
            <a:pPr algn="r"/>
            <a:r>
              <a:rPr lang="ru-RU" sz="2000" b="1" dirty="0">
                <a:latin typeface="+mn-lt"/>
              </a:rPr>
              <a:t>Многофункциональный комплекс с подземной автостоянкой и ДОО на 50 мест по адресу: район, улица, владение, округ</a:t>
            </a:r>
          </a:p>
        </p:txBody>
      </p:sp>
    </p:spTree>
    <p:extLst>
      <p:ext uri="{BB962C8B-B14F-4D97-AF65-F5344CB8AC3E}">
        <p14:creationId xmlns:p14="http://schemas.microsoft.com/office/powerpoint/2010/main" val="1888787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9B137A8-DDF4-400F-9498-E29E86A5AC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2651" y="1861458"/>
            <a:ext cx="6622600" cy="3350313"/>
          </a:xfr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E5B47EBA-EEC8-4B47-978D-D9687BC2B67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936831" y="1861457"/>
            <a:ext cx="6622600" cy="3350313"/>
          </a:xfrm>
        </p:spPr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AC192305-9AC7-4D75-935D-E1C2487D523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4407" y="5661394"/>
            <a:ext cx="6620803" cy="3484296"/>
          </a:xfrm>
        </p:spPr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48BE3338-83A5-45FB-810E-6193867EDB09}"/>
              </a:ext>
            </a:extLst>
          </p:cNvPr>
          <p:cNvSpPr txBox="1"/>
          <p:nvPr/>
        </p:nvSpPr>
        <p:spPr>
          <a:xfrm>
            <a:off x="1123829" y="1661181"/>
            <a:ext cx="5378260" cy="17140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4"/>
              </a:lnSpc>
            </a:pPr>
            <a:r>
              <a:rPr sz="1600" dirty="0">
                <a:latin typeface="Century Gothic" panose="020B0502020202020204" pitchFamily="34" charset="0"/>
                <a:cs typeface="Arial"/>
              </a:rPr>
              <a:t>Перспективное</a:t>
            </a:r>
            <a:r>
              <a:rPr sz="1600" spc="-50" dirty="0">
                <a:latin typeface="Century Gothic" panose="020B0502020202020204" pitchFamily="34" charset="0"/>
                <a:cs typeface="Arial"/>
              </a:rPr>
              <a:t> </a:t>
            </a:r>
            <a:r>
              <a:rPr sz="1600" dirty="0">
                <a:latin typeface="Century Gothic" panose="020B0502020202020204" pitchFamily="34" charset="0"/>
                <a:cs typeface="Arial"/>
              </a:rPr>
              <a:t>изображение</a:t>
            </a:r>
            <a:r>
              <a:rPr sz="1600" spc="-70" dirty="0">
                <a:latin typeface="Century Gothic" panose="020B0502020202020204" pitchFamily="34" charset="0"/>
                <a:cs typeface="Arial"/>
              </a:rPr>
              <a:t> </a:t>
            </a:r>
            <a:r>
              <a:rPr sz="1600" spc="-25" dirty="0">
                <a:latin typeface="Century Gothic" panose="020B0502020202020204" pitchFamily="34" charset="0"/>
                <a:cs typeface="Arial"/>
              </a:rPr>
              <a:t>№2.</a:t>
            </a:r>
            <a:endParaRPr sz="1600" dirty="0">
              <a:latin typeface="Century Gothic" panose="020B0502020202020204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6601135D-5A34-40BA-B3D5-82AAE8307B33}"/>
              </a:ext>
            </a:extLst>
          </p:cNvPr>
          <p:cNvSpPr txBox="1"/>
          <p:nvPr/>
        </p:nvSpPr>
        <p:spPr>
          <a:xfrm>
            <a:off x="1123829" y="5481629"/>
            <a:ext cx="5378260" cy="17013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94"/>
              </a:lnSpc>
            </a:pPr>
            <a:r>
              <a:rPr sz="1600" dirty="0">
                <a:latin typeface="Century Gothic" panose="020B0502020202020204" pitchFamily="34" charset="0"/>
                <a:cs typeface="Arial"/>
              </a:rPr>
              <a:t>Перспективное</a:t>
            </a:r>
            <a:r>
              <a:rPr sz="1600" spc="-50" dirty="0">
                <a:latin typeface="Century Gothic" panose="020B0502020202020204" pitchFamily="34" charset="0"/>
                <a:cs typeface="Arial"/>
              </a:rPr>
              <a:t> </a:t>
            </a:r>
            <a:r>
              <a:rPr sz="1600" dirty="0">
                <a:latin typeface="Century Gothic" panose="020B0502020202020204" pitchFamily="34" charset="0"/>
                <a:cs typeface="Arial"/>
              </a:rPr>
              <a:t>изображение</a:t>
            </a:r>
            <a:r>
              <a:rPr sz="1600" spc="-70" dirty="0">
                <a:latin typeface="Century Gothic" panose="020B0502020202020204" pitchFamily="34" charset="0"/>
                <a:cs typeface="Arial"/>
              </a:rPr>
              <a:t> </a:t>
            </a:r>
            <a:r>
              <a:rPr sz="1600" spc="-25" dirty="0">
                <a:latin typeface="Century Gothic" panose="020B0502020202020204" pitchFamily="34" charset="0"/>
                <a:cs typeface="Arial"/>
              </a:rPr>
              <a:t>№4.</a:t>
            </a:r>
            <a:endParaRPr sz="1600" dirty="0">
              <a:latin typeface="Century Gothic" panose="020B0502020202020204" pitchFamily="34" charset="0"/>
              <a:cs typeface="Arial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33B6CEBD-F460-4620-BDFA-B32E5070289C}"/>
              </a:ext>
            </a:extLst>
          </p:cNvPr>
          <p:cNvSpPr txBox="1"/>
          <p:nvPr/>
        </p:nvSpPr>
        <p:spPr>
          <a:xfrm>
            <a:off x="7936730" y="1661181"/>
            <a:ext cx="5387783" cy="17140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99"/>
              </a:lnSpc>
            </a:pPr>
            <a:r>
              <a:rPr sz="1600" dirty="0">
                <a:latin typeface="Century Gothic" panose="020B0502020202020204" pitchFamily="34" charset="0"/>
                <a:cs typeface="Arial"/>
              </a:rPr>
              <a:t>Перспективное</a:t>
            </a:r>
            <a:r>
              <a:rPr sz="1600" spc="-50" dirty="0">
                <a:latin typeface="Century Gothic" panose="020B0502020202020204" pitchFamily="34" charset="0"/>
                <a:cs typeface="Arial"/>
              </a:rPr>
              <a:t> </a:t>
            </a:r>
            <a:r>
              <a:rPr sz="1600" dirty="0">
                <a:latin typeface="Century Gothic" panose="020B0502020202020204" pitchFamily="34" charset="0"/>
                <a:cs typeface="Arial"/>
              </a:rPr>
              <a:t>изображение</a:t>
            </a:r>
            <a:r>
              <a:rPr sz="1600" spc="-70" dirty="0">
                <a:latin typeface="Century Gothic" panose="020B0502020202020204" pitchFamily="34" charset="0"/>
                <a:cs typeface="Arial"/>
              </a:rPr>
              <a:t> </a:t>
            </a:r>
            <a:r>
              <a:rPr sz="1600" spc="-25" dirty="0">
                <a:latin typeface="Century Gothic" panose="020B0502020202020204" pitchFamily="34" charset="0"/>
                <a:cs typeface="Arial"/>
              </a:rPr>
              <a:t>№3.</a:t>
            </a:r>
            <a:endParaRPr sz="1600" dirty="0">
              <a:latin typeface="Century Gothic" panose="020B0502020202020204" pitchFamily="34" charset="0"/>
              <a:cs typeface="Arial"/>
            </a:endParaRPr>
          </a:p>
        </p:txBody>
      </p:sp>
      <p:sp>
        <p:nvSpPr>
          <p:cNvPr id="10" name="Рисунок 3">
            <a:extLst>
              <a:ext uri="{FF2B5EF4-FFF2-40B4-BE49-F238E27FC236}">
                <a16:creationId xmlns:a16="http://schemas.microsoft.com/office/drawing/2014/main" id="{7A1E396F-DE2F-48F9-ACEC-A99026EBEB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48651" y="8089900"/>
            <a:ext cx="4267199" cy="1762548"/>
          </a:xfrm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067925A-7F67-472D-8BF0-682B90FAF31C}"/>
              </a:ext>
            </a:extLst>
          </p:cNvPr>
          <p:cNvSpPr/>
          <p:nvPr/>
        </p:nvSpPr>
        <p:spPr>
          <a:xfrm>
            <a:off x="7936730" y="5625436"/>
            <a:ext cx="658962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Одно из изображений должно содержать информацию об уличном фронте застройки и организации входных групп.</a:t>
            </a:r>
          </a:p>
          <a:p>
            <a:endParaRPr lang="ru-RU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r>
              <a:rPr lang="ru-RU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При наличии нескольких вариантов, данный лист может быть повторен для демонстрации всех вариантов концепции на одном листе, все изображения строго с одного ракурса</a:t>
            </a:r>
          </a:p>
          <a:p>
            <a:endParaRPr lang="ru-RU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r>
              <a:rPr lang="ru-RU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При рассмотрении объекта образования одно из изображений должно содержать информацию о планируемой входной группе на территорию объекта</a:t>
            </a:r>
            <a:r>
              <a:rPr lang="ru-RU" sz="1400" dirty="0">
                <a:solidFill>
                  <a:srgbClr val="C00000"/>
                </a:solidFill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0DB4A3BE-278D-40EA-93FF-2EFA689DCA92}"/>
              </a:ext>
            </a:extLst>
          </p:cNvPr>
          <p:cNvSpPr txBox="1">
            <a:spLocks/>
          </p:cNvSpPr>
          <p:nvPr/>
        </p:nvSpPr>
        <p:spPr>
          <a:xfrm>
            <a:off x="6779164" y="495819"/>
            <a:ext cx="7747194" cy="833534"/>
          </a:xfrm>
          <a:prstGeom prst="rect">
            <a:avLst/>
          </a:prstGeom>
        </p:spPr>
        <p:txBody>
          <a:bodyPr vert="horz" lIns="91454" tIns="45727" rIns="91454" bIns="45727" rtlCol="0" anchor="ctr">
            <a:noAutofit/>
          </a:bodyPr>
          <a:lstStyle>
            <a:lvl1pPr algn="l" defTabSz="105448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75" kern="1200">
                <a:solidFill>
                  <a:schemeClr val="tx1"/>
                </a:solidFill>
                <a:latin typeface="TT Moscow Economy" panose="020B0103030101020204" pitchFamily="34" charset="0"/>
                <a:ea typeface="+mj-ea"/>
                <a:cs typeface="+mj-cs"/>
              </a:defRPr>
            </a:lvl1pPr>
          </a:lstStyle>
          <a:p>
            <a:pPr algn="r"/>
            <a:r>
              <a:rPr lang="ru-RU" sz="2000" b="1" dirty="0">
                <a:latin typeface="+mn-lt"/>
              </a:rPr>
              <a:t>Многофункциональный комплекс с подземной автостоянкой и ДОО на 50 мест по адресу: район, улица, владение, округ</a:t>
            </a:r>
          </a:p>
        </p:txBody>
      </p:sp>
    </p:spTree>
    <p:extLst>
      <p:ext uri="{BB962C8B-B14F-4D97-AF65-F5344CB8AC3E}">
        <p14:creationId xmlns:p14="http://schemas.microsoft.com/office/powerpoint/2010/main" val="3533633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6485CD2D-841A-46F8-87E4-C463E4F77F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66CE9B8B-40EB-4E35-AF73-9AA2187EA20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C0253037-8025-428C-816E-3931D213741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D52ABEC1-8255-4CCD-9732-8F719489905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C71B5290-8A28-481C-9DF4-4324BE6E042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5F138945-5C3C-42ED-B0F4-02DBDCABFC5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662903" y="5346700"/>
            <a:ext cx="4106884" cy="2894814"/>
          </a:xfrm>
        </p:spPr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0591B868-AEFD-4112-A147-38E2A8A5DC03}"/>
              </a:ext>
            </a:extLst>
          </p:cNvPr>
          <p:cNvSpPr txBox="1"/>
          <p:nvPr/>
        </p:nvSpPr>
        <p:spPr>
          <a:xfrm>
            <a:off x="1123830" y="1661180"/>
            <a:ext cx="4106884" cy="1705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4"/>
              </a:lnSpc>
            </a:pPr>
            <a:r>
              <a:rPr lang="ru-RU" sz="1600" dirty="0">
                <a:latin typeface="Century Gothic" panose="020B0502020202020204" pitchFamily="34" charset="0"/>
                <a:cs typeface="Arial"/>
              </a:rPr>
              <a:t>Название</a:t>
            </a:r>
            <a:endParaRPr sz="1600" dirty="0">
              <a:latin typeface="Century Gothic" panose="020B0502020202020204" pitchFamily="34" charset="0"/>
              <a:cs typeface="Arial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96F40015-8148-4AEE-9E93-A358C8AE3CED}"/>
              </a:ext>
            </a:extLst>
          </p:cNvPr>
          <p:cNvSpPr txBox="1"/>
          <p:nvPr/>
        </p:nvSpPr>
        <p:spPr>
          <a:xfrm>
            <a:off x="5622836" y="1661180"/>
            <a:ext cx="4106884" cy="1705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4"/>
              </a:lnSpc>
            </a:pPr>
            <a:r>
              <a:rPr lang="ru-RU" sz="1600" dirty="0">
                <a:latin typeface="Century Gothic" panose="020B0502020202020204" pitchFamily="34" charset="0"/>
                <a:cs typeface="Arial"/>
              </a:rPr>
              <a:t>Название</a:t>
            </a:r>
            <a:endParaRPr sz="1600" dirty="0">
              <a:latin typeface="Century Gothic" panose="020B0502020202020204" pitchFamily="34" charset="0"/>
              <a:cs typeface="Arial"/>
            </a:endParaRPr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AAC98F28-01CD-4F3C-AC85-E07AAF940F56}"/>
              </a:ext>
            </a:extLst>
          </p:cNvPr>
          <p:cNvSpPr txBox="1"/>
          <p:nvPr/>
        </p:nvSpPr>
        <p:spPr>
          <a:xfrm>
            <a:off x="10222327" y="1661180"/>
            <a:ext cx="4106884" cy="1705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4"/>
              </a:lnSpc>
            </a:pPr>
            <a:r>
              <a:rPr lang="ru-RU" sz="1600" dirty="0">
                <a:latin typeface="Century Gothic" panose="020B0502020202020204" pitchFamily="34" charset="0"/>
                <a:cs typeface="Arial"/>
              </a:rPr>
              <a:t>Название</a:t>
            </a:r>
            <a:endParaRPr sz="1600" dirty="0">
              <a:latin typeface="Century Gothic" panose="020B0502020202020204" pitchFamily="34" charset="0"/>
              <a:cs typeface="Arial"/>
            </a:endParaRPr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5737D923-5DA2-4391-BD9F-BAE488D468A5}"/>
              </a:ext>
            </a:extLst>
          </p:cNvPr>
          <p:cNvSpPr txBox="1"/>
          <p:nvPr/>
        </p:nvSpPr>
        <p:spPr>
          <a:xfrm>
            <a:off x="1123830" y="5180033"/>
            <a:ext cx="4106884" cy="1705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4"/>
              </a:lnSpc>
            </a:pPr>
            <a:r>
              <a:rPr lang="ru-RU" sz="1600" dirty="0">
                <a:latin typeface="Century Gothic" panose="020B0502020202020204" pitchFamily="34" charset="0"/>
                <a:cs typeface="Arial"/>
              </a:rPr>
              <a:t>Название</a:t>
            </a:r>
            <a:endParaRPr sz="1600" dirty="0">
              <a:latin typeface="Century Gothic" panose="020B0502020202020204" pitchFamily="34" charset="0"/>
              <a:cs typeface="Arial"/>
            </a:endParaRPr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068733EA-9819-4F8F-BC56-82D437F6073F}"/>
              </a:ext>
            </a:extLst>
          </p:cNvPr>
          <p:cNvSpPr txBox="1"/>
          <p:nvPr/>
        </p:nvSpPr>
        <p:spPr>
          <a:xfrm>
            <a:off x="5622836" y="5180033"/>
            <a:ext cx="4106884" cy="1705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4"/>
              </a:lnSpc>
            </a:pPr>
            <a:r>
              <a:rPr lang="ru-RU" sz="1600" dirty="0">
                <a:latin typeface="Century Gothic" panose="020B0502020202020204" pitchFamily="34" charset="0"/>
                <a:cs typeface="Arial"/>
              </a:rPr>
              <a:t>Название</a:t>
            </a:r>
            <a:endParaRPr sz="1600" dirty="0">
              <a:latin typeface="Century Gothic" panose="020B0502020202020204" pitchFamily="34" charset="0"/>
              <a:cs typeface="Arial"/>
            </a:endParaRPr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430E8C30-1DE3-4232-AC5B-E33DA8360A42}"/>
              </a:ext>
            </a:extLst>
          </p:cNvPr>
          <p:cNvSpPr txBox="1"/>
          <p:nvPr/>
        </p:nvSpPr>
        <p:spPr>
          <a:xfrm>
            <a:off x="10222327" y="5180033"/>
            <a:ext cx="4106884" cy="1705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4"/>
              </a:lnSpc>
            </a:pPr>
            <a:r>
              <a:rPr lang="ru-RU" sz="1600" dirty="0">
                <a:latin typeface="Century Gothic" panose="020B0502020202020204" pitchFamily="34" charset="0"/>
                <a:cs typeface="Arial"/>
              </a:rPr>
              <a:t>Название</a:t>
            </a:r>
            <a:endParaRPr sz="1600" dirty="0">
              <a:latin typeface="Century Gothic" panose="020B0502020202020204" pitchFamily="34" charset="0"/>
              <a:cs typeface="Arial"/>
            </a:endParaRP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CC962797-F7CC-4913-A2D9-7AC376538EC6}"/>
              </a:ext>
            </a:extLst>
          </p:cNvPr>
          <p:cNvSpPr txBox="1">
            <a:spLocks/>
          </p:cNvSpPr>
          <p:nvPr/>
        </p:nvSpPr>
        <p:spPr>
          <a:xfrm>
            <a:off x="6779164" y="495819"/>
            <a:ext cx="7747194" cy="833534"/>
          </a:xfrm>
          <a:prstGeom prst="rect">
            <a:avLst/>
          </a:prstGeom>
        </p:spPr>
        <p:txBody>
          <a:bodyPr vert="horz" lIns="91454" tIns="45727" rIns="91454" bIns="45727" rtlCol="0" anchor="ctr">
            <a:noAutofit/>
          </a:bodyPr>
          <a:lstStyle>
            <a:lvl1pPr algn="l" defTabSz="105448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75" kern="1200">
                <a:solidFill>
                  <a:schemeClr val="tx1"/>
                </a:solidFill>
                <a:latin typeface="TT Moscow Economy" panose="020B0103030101020204" pitchFamily="34" charset="0"/>
                <a:ea typeface="+mj-ea"/>
                <a:cs typeface="+mj-cs"/>
              </a:defRPr>
            </a:lvl1pPr>
          </a:lstStyle>
          <a:p>
            <a:pPr algn="r"/>
            <a:r>
              <a:rPr lang="ru-RU" sz="2000" b="1" dirty="0">
                <a:latin typeface="+mn-lt"/>
              </a:rPr>
              <a:t>Многофункциональный комплекс с подземной автостоянкой и ДОО на 50 мест по адресу: район, улица, владение, округ</a:t>
            </a:r>
          </a:p>
        </p:txBody>
      </p:sp>
    </p:spTree>
    <p:extLst>
      <p:ext uri="{BB962C8B-B14F-4D97-AF65-F5344CB8AC3E}">
        <p14:creationId xmlns:p14="http://schemas.microsoft.com/office/powerpoint/2010/main" val="1177802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E78FF154-E556-42F6-9544-11BD3D6D9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2651" y="1861458"/>
            <a:ext cx="10051599" cy="5542642"/>
          </a:xfrm>
        </p:spPr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A305541B-1A7F-4390-8A56-F4FBBE40AAFE}"/>
              </a:ext>
            </a:extLst>
          </p:cNvPr>
          <p:cNvSpPr txBox="1"/>
          <p:nvPr/>
        </p:nvSpPr>
        <p:spPr>
          <a:xfrm>
            <a:off x="1087608" y="1667420"/>
            <a:ext cx="12386123" cy="17140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4"/>
              </a:lnSpc>
            </a:pPr>
            <a:r>
              <a:rPr lang="ru-RU" sz="1600" dirty="0">
                <a:solidFill>
                  <a:schemeClr val="tx1"/>
                </a:solidFill>
                <a:latin typeface="Century Gothic" panose="020B0502020202020204" pitchFamily="34" charset="0"/>
                <a:cs typeface="Arial"/>
              </a:rPr>
              <a:t>Архитектурно-художественное освещение фасадов здания</a:t>
            </a:r>
            <a:r>
              <a:rPr sz="1600" spc="-25" dirty="0">
                <a:solidFill>
                  <a:schemeClr val="tx1"/>
                </a:solidFill>
                <a:latin typeface="Century Gothic" panose="020B0502020202020204" pitchFamily="34" charset="0"/>
                <a:cs typeface="Arial"/>
              </a:rPr>
              <a:t>.</a:t>
            </a:r>
            <a:endParaRPr sz="1600" dirty="0">
              <a:solidFill>
                <a:schemeClr val="tx1"/>
              </a:solidFill>
              <a:latin typeface="Century Gothic" panose="020B0502020202020204" pitchFamily="34" charset="0"/>
              <a:cs typeface="Arial"/>
            </a:endParaRPr>
          </a:p>
        </p:txBody>
      </p:sp>
      <p:sp>
        <p:nvSpPr>
          <p:cNvPr id="6" name="Рисунок 3">
            <a:extLst>
              <a:ext uri="{FF2B5EF4-FFF2-40B4-BE49-F238E27FC236}">
                <a16:creationId xmlns:a16="http://schemas.microsoft.com/office/drawing/2014/main" id="{E51A41CE-6D85-4606-910F-0A535CA189C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296650" y="7496691"/>
            <a:ext cx="3434039" cy="2041011"/>
          </a:xfrm>
        </p:spPr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3434FDA9-39B5-4DD2-80F8-91A54280BF9C}"/>
              </a:ext>
            </a:extLst>
          </p:cNvPr>
          <p:cNvSpPr txBox="1">
            <a:spLocks/>
          </p:cNvSpPr>
          <p:nvPr/>
        </p:nvSpPr>
        <p:spPr>
          <a:xfrm>
            <a:off x="6779164" y="495819"/>
            <a:ext cx="7747194" cy="833534"/>
          </a:xfrm>
          <a:prstGeom prst="rect">
            <a:avLst/>
          </a:prstGeom>
        </p:spPr>
        <p:txBody>
          <a:bodyPr vert="horz" lIns="91454" tIns="45727" rIns="91454" bIns="45727" rtlCol="0" anchor="ctr">
            <a:noAutofit/>
          </a:bodyPr>
          <a:lstStyle>
            <a:lvl1pPr algn="l" defTabSz="105448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75" kern="1200">
                <a:solidFill>
                  <a:schemeClr val="tx1"/>
                </a:solidFill>
                <a:latin typeface="TT Moscow Economy" panose="020B0103030101020204" pitchFamily="34" charset="0"/>
                <a:ea typeface="+mj-ea"/>
                <a:cs typeface="+mj-cs"/>
              </a:defRPr>
            </a:lvl1pPr>
          </a:lstStyle>
          <a:p>
            <a:pPr algn="r"/>
            <a:r>
              <a:rPr lang="ru-RU" sz="2000" b="1" dirty="0">
                <a:latin typeface="+mn-lt"/>
              </a:rPr>
              <a:t>Многофункциональный комплекс с подземной автостоянкой и ДОО на 50 мест по адресу: район, улица, владение, округ</a:t>
            </a:r>
          </a:p>
        </p:txBody>
      </p:sp>
    </p:spTree>
    <p:extLst>
      <p:ext uri="{BB962C8B-B14F-4D97-AF65-F5344CB8AC3E}">
        <p14:creationId xmlns:p14="http://schemas.microsoft.com/office/powerpoint/2010/main" val="370071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5581650" y="4584700"/>
            <a:ext cx="3674950" cy="2590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304"/>
              </a:lnSpc>
            </a:pPr>
            <a:r>
              <a:rPr lang="ru-RU" sz="4000" b="1" dirty="0">
                <a:latin typeface="Century Gothic" panose="020B0502020202020204" pitchFamily="34" charset="0"/>
                <a:cs typeface="Arial"/>
              </a:rPr>
              <a:t>ПРИЛОЖЕНИЕ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0DD270F-4258-402F-987B-5EC1283B0C31}"/>
              </a:ext>
            </a:extLst>
          </p:cNvPr>
          <p:cNvSpPr txBox="1">
            <a:spLocks/>
          </p:cNvSpPr>
          <p:nvPr/>
        </p:nvSpPr>
        <p:spPr>
          <a:xfrm>
            <a:off x="6953250" y="546100"/>
            <a:ext cx="7747194" cy="833534"/>
          </a:xfrm>
          <a:prstGeom prst="rect">
            <a:avLst/>
          </a:prstGeom>
        </p:spPr>
        <p:txBody>
          <a:bodyPr vert="horz" lIns="91454" tIns="45727" rIns="91454" bIns="45727" rtlCol="0" anchor="ctr">
            <a:noAutofit/>
          </a:bodyPr>
          <a:lstStyle>
            <a:lvl1pPr algn="l" defTabSz="105448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75" kern="1200">
                <a:solidFill>
                  <a:schemeClr val="tx1"/>
                </a:solidFill>
                <a:latin typeface="TT Moscow Economy" panose="020B0103030101020204" pitchFamily="34" charset="0"/>
                <a:ea typeface="+mj-ea"/>
                <a:cs typeface="+mj-cs"/>
              </a:defRPr>
            </a:lvl1pPr>
          </a:lstStyle>
          <a:p>
            <a:pPr algn="r"/>
            <a:r>
              <a:rPr lang="ru-RU" sz="2000" b="1" dirty="0">
                <a:latin typeface="+mn-lt"/>
              </a:rPr>
              <a:t>Многофункциональный комплекс с подземной автостоянкой и ДОО на 50 мест по адресу: район, улица, владение, округ</a:t>
            </a:r>
          </a:p>
        </p:txBody>
      </p:sp>
    </p:spTree>
    <p:extLst>
      <p:ext uri="{BB962C8B-B14F-4D97-AF65-F5344CB8AC3E}">
        <p14:creationId xmlns:p14="http://schemas.microsoft.com/office/powerpoint/2010/main" val="3608235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6">
            <a:extLst>
              <a:ext uri="{FF2B5EF4-FFF2-40B4-BE49-F238E27FC236}">
                <a16:creationId xmlns:a16="http://schemas.microsoft.com/office/drawing/2014/main" id="{A305541B-1A7F-4390-8A56-F4FBBE40AAFE}"/>
              </a:ext>
            </a:extLst>
          </p:cNvPr>
          <p:cNvSpPr txBox="1"/>
          <p:nvPr/>
        </p:nvSpPr>
        <p:spPr>
          <a:xfrm>
            <a:off x="1085850" y="2374900"/>
            <a:ext cx="12386123" cy="22903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  <a:latin typeface="Century Gothic" panose="020B0502020202020204" pitchFamily="34" charset="0"/>
                <a:cs typeface="Arial"/>
              </a:rPr>
              <a:t>Схема фасада с указанием материалов (без отдельных фрагментов) выполняется с указанием следующих данных:</a:t>
            </a:r>
          </a:p>
          <a:p>
            <a:pPr marL="457200" marR="289560" indent="443865" algn="just">
              <a:spcAft>
                <a:spcPts val="0"/>
              </a:spcAft>
            </a:pPr>
            <a:endParaRPr lang="ru-RU" sz="1200" dirty="0">
              <a:solidFill>
                <a:srgbClr val="325FEC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marR="289560" indent="443865" algn="just">
              <a:spcAft>
                <a:spcPts val="0"/>
              </a:spcAft>
            </a:pPr>
            <a:r>
              <a:rPr lang="ru-RU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Наименование (характеристика) отделочных материалов.</a:t>
            </a:r>
          </a:p>
          <a:p>
            <a:pPr marL="457200" marR="289560" indent="443865" algn="just">
              <a:spcBef>
                <a:spcPts val="840"/>
              </a:spcBef>
              <a:spcAft>
                <a:spcPts val="0"/>
              </a:spcAft>
            </a:pPr>
            <a:r>
              <a:rPr lang="ru-RU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Колористическое решение объекта с указанием номера в соответствии с международными цветовыми палитрами.</a:t>
            </a:r>
          </a:p>
          <a:p>
            <a:pPr marL="457200" marR="289560" indent="443865" algn="just">
              <a:spcBef>
                <a:spcPts val="840"/>
              </a:spcBef>
              <a:spcAft>
                <a:spcPts val="0"/>
              </a:spcAft>
            </a:pPr>
            <a:r>
              <a:rPr lang="ru-RU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Координационные оси.</a:t>
            </a:r>
          </a:p>
          <a:p>
            <a:pPr marL="457200" marR="289560" indent="443865" algn="just">
              <a:spcBef>
                <a:spcPts val="840"/>
              </a:spcBef>
              <a:spcAft>
                <a:spcPts val="0"/>
              </a:spcAft>
            </a:pPr>
            <a:r>
              <a:rPr lang="ru-RU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Относительные (верхняя отметка, отметки уровня земли и проектного нуля) и абсолютные высотные отметки объекта (верхняя отметка)</a:t>
            </a:r>
            <a:r>
              <a:rPr lang="ru-RU" sz="1200" dirty="0">
                <a:solidFill>
                  <a:srgbClr val="325FEC"/>
                </a:solidFill>
                <a:latin typeface="Century Gothic" panose="020B0502020202020204" pitchFamily="34" charset="0"/>
              </a:rPr>
              <a:t>.</a:t>
            </a:r>
          </a:p>
          <a:p>
            <a:pPr>
              <a:lnSpc>
                <a:spcPts val="1304"/>
              </a:lnSpc>
            </a:pPr>
            <a:endParaRPr lang="ru-RU" sz="1200" dirty="0">
              <a:solidFill>
                <a:srgbClr val="325FEC"/>
              </a:solidFill>
              <a:latin typeface="Century Gothic" panose="020B0502020202020204" pitchFamily="34" charset="0"/>
              <a:cs typeface="Arial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CEE7208-1BCD-46BF-96CD-13035EBBFF6C}"/>
              </a:ext>
            </a:extLst>
          </p:cNvPr>
          <p:cNvSpPr txBox="1">
            <a:spLocks/>
          </p:cNvSpPr>
          <p:nvPr/>
        </p:nvSpPr>
        <p:spPr>
          <a:xfrm>
            <a:off x="6779164" y="495819"/>
            <a:ext cx="7747194" cy="833534"/>
          </a:xfrm>
          <a:prstGeom prst="rect">
            <a:avLst/>
          </a:prstGeom>
        </p:spPr>
        <p:txBody>
          <a:bodyPr vert="horz" lIns="91454" tIns="45727" rIns="91454" bIns="45727" rtlCol="0" anchor="ctr">
            <a:noAutofit/>
          </a:bodyPr>
          <a:lstStyle>
            <a:lvl1pPr algn="l" defTabSz="105448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75" kern="1200">
                <a:solidFill>
                  <a:schemeClr val="tx1"/>
                </a:solidFill>
                <a:latin typeface="TT Moscow Economy" panose="020B0103030101020204" pitchFamily="34" charset="0"/>
                <a:ea typeface="+mj-ea"/>
                <a:cs typeface="+mj-cs"/>
              </a:defRPr>
            </a:lvl1pPr>
          </a:lstStyle>
          <a:p>
            <a:pPr algn="r"/>
            <a:r>
              <a:rPr lang="ru-RU" sz="2000" b="1" dirty="0">
                <a:latin typeface="+mn-lt"/>
              </a:rPr>
              <a:t>Многофункциональный комплекс с подземной автостоянкой и ДОО на 50 мест по адресу: район, улица, владение, округ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4826444" y="5216366"/>
            <a:ext cx="5460149" cy="285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304"/>
              </a:lnSpc>
            </a:pPr>
            <a:r>
              <a:rPr lang="ru-RU" sz="2400" dirty="0">
                <a:solidFill>
                  <a:srgbClr val="C00000"/>
                </a:solidFill>
                <a:latin typeface="Century Gothic" panose="020B0502020202020204" pitchFamily="34" charset="0"/>
                <a:cs typeface="Arial"/>
              </a:rPr>
              <a:t>Включаются схемы всех фасадов</a:t>
            </a:r>
          </a:p>
        </p:txBody>
      </p:sp>
    </p:spTree>
    <p:extLst>
      <p:ext uri="{BB962C8B-B14F-4D97-AF65-F5344CB8AC3E}">
        <p14:creationId xmlns:p14="http://schemas.microsoft.com/office/powerpoint/2010/main" val="99593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CC962797-F7CC-4913-A2D9-7AC376538EC6}"/>
              </a:ext>
            </a:extLst>
          </p:cNvPr>
          <p:cNvSpPr txBox="1">
            <a:spLocks/>
          </p:cNvSpPr>
          <p:nvPr/>
        </p:nvSpPr>
        <p:spPr>
          <a:xfrm>
            <a:off x="6779164" y="495819"/>
            <a:ext cx="7747194" cy="833534"/>
          </a:xfrm>
          <a:prstGeom prst="rect">
            <a:avLst/>
          </a:prstGeom>
        </p:spPr>
        <p:txBody>
          <a:bodyPr vert="horz" lIns="91454" tIns="45727" rIns="91454" bIns="45727" rtlCol="0" anchor="ctr">
            <a:noAutofit/>
          </a:bodyPr>
          <a:lstStyle>
            <a:lvl1pPr algn="l" defTabSz="105448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75" kern="1200">
                <a:solidFill>
                  <a:schemeClr val="tx1"/>
                </a:solidFill>
                <a:latin typeface="TT Moscow Economy" panose="020B0103030101020204" pitchFamily="34" charset="0"/>
                <a:ea typeface="+mj-ea"/>
                <a:cs typeface="+mj-cs"/>
              </a:defRPr>
            </a:lvl1pPr>
          </a:lstStyle>
          <a:p>
            <a:pPr algn="r"/>
            <a:r>
              <a:rPr lang="ru-RU" sz="2000" b="1" dirty="0">
                <a:latin typeface="+mn-lt"/>
              </a:rPr>
              <a:t>Многофункциональный комплекс с подземной автостоянкой и ДОО на 50 мест по адресу: район, улица, владение, округ</a:t>
            </a:r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66455D8D-9B43-4D92-98C9-589BCE9F8CE4}"/>
              </a:ext>
            </a:extLst>
          </p:cNvPr>
          <p:cNvSpPr txBox="1"/>
          <p:nvPr/>
        </p:nvSpPr>
        <p:spPr>
          <a:xfrm>
            <a:off x="1102176" y="2088916"/>
            <a:ext cx="12386123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 dirty="0">
                <a:latin typeface="Century Gothic" panose="020B0502020202020204" pitchFamily="34" charset="0"/>
                <a:cs typeface="Arial"/>
              </a:rPr>
              <a:t>Схемы планов первого и неповторяющихся этажей, а также подземных уровней (на основе М 1:200)</a:t>
            </a:r>
            <a:endParaRPr sz="1600" dirty="0">
              <a:latin typeface="Century Gothic" panose="020B0502020202020204" pitchFamily="34" charset="0"/>
              <a:cs typeface="Arial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826444" y="5216366"/>
            <a:ext cx="51283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rgbClr val="C00000"/>
                </a:solidFill>
                <a:latin typeface="Century Gothic" panose="020B0502020202020204" pitchFamily="34" charset="0"/>
                <a:cs typeface="Arial"/>
              </a:rPr>
              <a:t>Включаются схемы всех этажей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087608" y="2684269"/>
            <a:ext cx="10361442" cy="520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289560" lvl="3" algn="just" fontAlgn="base">
              <a:lnSpc>
                <a:spcPct val="103000"/>
              </a:lnSpc>
              <a:spcAft>
                <a:spcPts val="15"/>
              </a:spcAft>
              <a:buClr>
                <a:srgbClr val="000000"/>
              </a:buClr>
              <a:buSzPts val="1400"/>
            </a:pPr>
            <a:r>
              <a:rPr lang="ru-RU" sz="1400" i="1" u="none" strike="noStrike" dirty="0">
                <a:solidFill>
                  <a:srgbClr val="C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Times New Roman" panose="02020603050405020304" pitchFamily="18" charset="0"/>
              </a:rPr>
              <a:t>Выполняются с указанием </a:t>
            </a:r>
            <a:r>
              <a:rPr lang="ru-RU" sz="1400" u="none" strike="noStrike" dirty="0">
                <a:solidFill>
                  <a:srgbClr val="C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Times New Roman" panose="02020603050405020304" pitchFamily="18" charset="0"/>
              </a:rPr>
              <a:t> </a:t>
            </a:r>
            <a:r>
              <a:rPr lang="ru-RU" sz="1400" i="1" u="none" strike="noStrike" dirty="0">
                <a:solidFill>
                  <a:srgbClr val="C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Times New Roman" panose="02020603050405020304" pitchFamily="18" charset="0"/>
              </a:rPr>
              <a:t>координационных осей, линейных размеров и информацией о функциональном назначении помещений.</a:t>
            </a:r>
            <a:endParaRPr lang="ru-RU" sz="1400" u="none" strike="noStrike" dirty="0">
              <a:solidFill>
                <a:srgbClr val="C00000"/>
              </a:solidFill>
              <a:effectLst/>
              <a:uFill>
                <a:solidFill>
                  <a:srgbClr val="000000"/>
                </a:solidFill>
              </a:uFill>
              <a:latin typeface="Century Gothic" panose="020B050202020202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052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CC962797-F7CC-4913-A2D9-7AC376538EC6}"/>
              </a:ext>
            </a:extLst>
          </p:cNvPr>
          <p:cNvSpPr txBox="1">
            <a:spLocks/>
          </p:cNvSpPr>
          <p:nvPr/>
        </p:nvSpPr>
        <p:spPr>
          <a:xfrm>
            <a:off x="6779164" y="495819"/>
            <a:ext cx="7747194" cy="833534"/>
          </a:xfrm>
          <a:prstGeom prst="rect">
            <a:avLst/>
          </a:prstGeom>
        </p:spPr>
        <p:txBody>
          <a:bodyPr vert="horz" lIns="91454" tIns="45727" rIns="91454" bIns="45727" rtlCol="0" anchor="ctr">
            <a:noAutofit/>
          </a:bodyPr>
          <a:lstStyle>
            <a:lvl1pPr algn="l" defTabSz="105448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75" kern="1200">
                <a:solidFill>
                  <a:schemeClr val="tx1"/>
                </a:solidFill>
                <a:latin typeface="TT Moscow Economy" panose="020B0103030101020204" pitchFamily="34" charset="0"/>
                <a:ea typeface="+mj-ea"/>
                <a:cs typeface="+mj-cs"/>
              </a:defRPr>
            </a:lvl1pPr>
          </a:lstStyle>
          <a:p>
            <a:pPr algn="r"/>
            <a:r>
              <a:rPr lang="ru-RU" sz="2000" b="1" dirty="0">
                <a:latin typeface="+mn-lt"/>
              </a:rPr>
              <a:t>Многофункциональный комплекс с подземной автостоянкой и ДОО на 50 мест по адресу: район, улица, владение, округ</a:t>
            </a:r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66455D8D-9B43-4D92-98C9-589BCE9F8CE4}"/>
              </a:ext>
            </a:extLst>
          </p:cNvPr>
          <p:cNvSpPr txBox="1"/>
          <p:nvPr/>
        </p:nvSpPr>
        <p:spPr>
          <a:xfrm>
            <a:off x="1115623" y="2222500"/>
            <a:ext cx="12386123" cy="17140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4"/>
              </a:lnSpc>
            </a:pPr>
            <a:r>
              <a:rPr lang="ru-RU" sz="1600" dirty="0">
                <a:latin typeface="Century Gothic" panose="020B0502020202020204" pitchFamily="34" charset="0"/>
                <a:cs typeface="Arial"/>
              </a:rPr>
              <a:t>Схемы разрезов с указанием высотных отметок (на основе М 1:200).</a:t>
            </a:r>
            <a:endParaRPr sz="1600" dirty="0">
              <a:latin typeface="Century Gothic" panose="020B0502020202020204" pitchFamily="34" charset="0"/>
              <a:cs typeface="Arial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826444" y="5216366"/>
            <a:ext cx="54120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rgbClr val="C00000"/>
                </a:solidFill>
                <a:latin typeface="Century Gothic" panose="020B0502020202020204" pitchFamily="34" charset="0"/>
                <a:cs typeface="Arial"/>
              </a:rPr>
              <a:t>Включаются схемы всех разрезов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087608" y="2696597"/>
            <a:ext cx="937084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C00000"/>
                </a:solidFill>
                <a:latin typeface="Century Gothic" panose="020B0502020202020204" pitchFamily="34" charset="0"/>
              </a:rPr>
              <a:t>Выполняются с указанием координационных осей, относительных и абсолютных высотных отметок объекта (включая верхнюю отметку, отметки уровня земли и проектного нуля, отметки уровней и прочих элементов здания, сооружения, в том числе технических надстроек, выполненных в капитальных конструкциях)</a:t>
            </a:r>
          </a:p>
        </p:txBody>
      </p:sp>
    </p:spTree>
    <p:extLst>
      <p:ext uri="{BB962C8B-B14F-4D97-AF65-F5344CB8AC3E}">
        <p14:creationId xmlns:p14="http://schemas.microsoft.com/office/powerpoint/2010/main" val="2265110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CC962797-F7CC-4913-A2D9-7AC376538EC6}"/>
              </a:ext>
            </a:extLst>
          </p:cNvPr>
          <p:cNvSpPr txBox="1">
            <a:spLocks/>
          </p:cNvSpPr>
          <p:nvPr/>
        </p:nvSpPr>
        <p:spPr>
          <a:xfrm>
            <a:off x="6779164" y="495819"/>
            <a:ext cx="7747194" cy="833534"/>
          </a:xfrm>
          <a:prstGeom prst="rect">
            <a:avLst/>
          </a:prstGeom>
        </p:spPr>
        <p:txBody>
          <a:bodyPr vert="horz" lIns="91454" tIns="45727" rIns="91454" bIns="45727" rtlCol="0" anchor="ctr">
            <a:noAutofit/>
          </a:bodyPr>
          <a:lstStyle>
            <a:lvl1pPr algn="l" defTabSz="105448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75" kern="1200">
                <a:solidFill>
                  <a:schemeClr val="tx1"/>
                </a:solidFill>
                <a:latin typeface="TT Moscow Economy" panose="020B0103030101020204" pitchFamily="34" charset="0"/>
                <a:ea typeface="+mj-ea"/>
                <a:cs typeface="+mj-cs"/>
              </a:defRPr>
            </a:lvl1pPr>
          </a:lstStyle>
          <a:p>
            <a:pPr algn="r"/>
            <a:r>
              <a:rPr lang="ru-RU" sz="2000" b="1" dirty="0">
                <a:latin typeface="+mn-lt"/>
              </a:rPr>
              <a:t>Многофункциональный комплекс с подземной автостоянкой и ДОО на 50 мест по адресу: район, улица, владение, округ</a:t>
            </a:r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66455D8D-9B43-4D92-98C9-589BCE9F8CE4}"/>
              </a:ext>
            </a:extLst>
          </p:cNvPr>
          <p:cNvSpPr txBox="1"/>
          <p:nvPr/>
        </p:nvSpPr>
        <p:spPr>
          <a:xfrm>
            <a:off x="1085850" y="2298700"/>
            <a:ext cx="12386123" cy="17140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4"/>
              </a:lnSpc>
            </a:pPr>
            <a:r>
              <a:rPr lang="ru-RU" sz="1600" dirty="0">
                <a:latin typeface="Century Gothic" panose="020B0502020202020204" pitchFamily="34" charset="0"/>
                <a:cs typeface="Arial"/>
              </a:rPr>
              <a:t>Планы БТИ при рассмотрении АГР в границах территории ОКН (при необходимости)</a:t>
            </a:r>
            <a:endParaRPr sz="1600" dirty="0">
              <a:latin typeface="Century Gothic" panose="020B0502020202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8153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CC962797-F7CC-4913-A2D9-7AC376538EC6}"/>
              </a:ext>
            </a:extLst>
          </p:cNvPr>
          <p:cNvSpPr txBox="1">
            <a:spLocks/>
          </p:cNvSpPr>
          <p:nvPr/>
        </p:nvSpPr>
        <p:spPr>
          <a:xfrm>
            <a:off x="6779164" y="495819"/>
            <a:ext cx="7747194" cy="833534"/>
          </a:xfrm>
          <a:prstGeom prst="rect">
            <a:avLst/>
          </a:prstGeom>
        </p:spPr>
        <p:txBody>
          <a:bodyPr vert="horz" lIns="91454" tIns="45727" rIns="91454" bIns="45727" rtlCol="0" anchor="ctr">
            <a:noAutofit/>
          </a:bodyPr>
          <a:lstStyle>
            <a:lvl1pPr algn="l" defTabSz="105448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75" kern="1200">
                <a:solidFill>
                  <a:schemeClr val="tx1"/>
                </a:solidFill>
                <a:latin typeface="TT Moscow Economy" panose="020B0103030101020204" pitchFamily="34" charset="0"/>
                <a:ea typeface="+mj-ea"/>
                <a:cs typeface="+mj-cs"/>
              </a:defRPr>
            </a:lvl1pPr>
          </a:lstStyle>
          <a:p>
            <a:pPr algn="r"/>
            <a:r>
              <a:rPr lang="ru-RU" sz="2000" b="1" dirty="0">
                <a:latin typeface="+mn-lt"/>
              </a:rPr>
              <a:t>Многофункциональный комплекс с подземной автостоянкой и ДОО на 50 мест по адресу: район, улица, владение, округ</a:t>
            </a:r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66455D8D-9B43-4D92-98C9-589BCE9F8CE4}"/>
              </a:ext>
            </a:extLst>
          </p:cNvPr>
          <p:cNvSpPr txBox="1"/>
          <p:nvPr/>
        </p:nvSpPr>
        <p:spPr>
          <a:xfrm>
            <a:off x="1009650" y="1993900"/>
            <a:ext cx="12386123" cy="17140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4"/>
              </a:lnSpc>
            </a:pPr>
            <a:r>
              <a:rPr lang="ru-RU" sz="1600" dirty="0">
                <a:latin typeface="Century Gothic" panose="020B0502020202020204" pitchFamily="34" charset="0"/>
                <a:cs typeface="Arial"/>
              </a:rPr>
              <a:t>Схема размещения вывесок (при необходимости)</a:t>
            </a:r>
            <a:endParaRPr sz="1600" dirty="0">
              <a:latin typeface="Century Gothic" panose="020B0502020202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9238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12812</TotalTime>
  <Words>1306</Words>
  <Application>Microsoft Office PowerPoint</Application>
  <PresentationFormat>Произвольный</PresentationFormat>
  <Paragraphs>147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Calibri</vt:lpstr>
      <vt:lpstr>Century Gothic</vt:lpstr>
      <vt:lpstr>Tahoma</vt:lpstr>
      <vt:lpstr>Times New Roman</vt:lpstr>
      <vt:lpstr>Office Theme</vt:lpstr>
      <vt:lpstr>Название объекта</vt:lpstr>
      <vt:lpstr>Многофункциональный комплекс с подземной автостоянкой и ДОО на 50 мест по адресу: Район, улица, владение, округ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Байкова Александра Андреевна</dc:creator>
  <cp:lastModifiedBy>Рудакова Екатерина Евгеньевна</cp:lastModifiedBy>
  <cp:revision>178</cp:revision>
  <cp:lastPrinted>2025-10-17T13:04:03Z</cp:lastPrinted>
  <dcterms:created xsi:type="dcterms:W3CDTF">2025-05-13T11:59:36Z</dcterms:created>
  <dcterms:modified xsi:type="dcterms:W3CDTF">2025-12-10T13:45:41Z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2024-11-29T00:00:00Z</vt:filetime>
  </property>
  <property fmtid="{D5CDD505-2E9C-101B-9397-08002B2CF9AE}" pid="3" name="Creator">
    <vt:lpwstr>Acrobat PDFMaker 23 для PowerPoint</vt:lpwstr>
  </property>
  <property fmtid="{D5CDD505-2E9C-101B-9397-08002B2CF9AE}" pid="4" name="LastSaved">
    <vt:filetime>2025-05-13T00:00:00Z</vt:filetime>
  </property>
  <property fmtid="{D5CDD505-2E9C-101B-9397-08002B2CF9AE}" pid="5" name="Producer">
    <vt:lpwstr>Adobe PDF Library 23.1.206</vt:lpwstr>
  </property>
</Properties>
</file>